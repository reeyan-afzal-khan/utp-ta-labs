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9"/>
  </p:notesMasterIdLst>
  <p:sldIdLst>
    <p:sldId id="257" r:id="rId5"/>
    <p:sldId id="258" r:id="rId6"/>
    <p:sldId id="277" r:id="rId7"/>
    <p:sldId id="307" r:id="rId8"/>
    <p:sldId id="308" r:id="rId9"/>
    <p:sldId id="312" r:id="rId10"/>
    <p:sldId id="309" r:id="rId11"/>
    <p:sldId id="313" r:id="rId12"/>
    <p:sldId id="311" r:id="rId13"/>
    <p:sldId id="259" r:id="rId14"/>
    <p:sldId id="263" r:id="rId15"/>
    <p:sldId id="293" r:id="rId16"/>
    <p:sldId id="297" r:id="rId17"/>
    <p:sldId id="298" r:id="rId18"/>
    <p:sldId id="300" r:id="rId19"/>
    <p:sldId id="299" r:id="rId20"/>
    <p:sldId id="302" r:id="rId21"/>
    <p:sldId id="303" r:id="rId22"/>
    <p:sldId id="301" r:id="rId23"/>
    <p:sldId id="304" r:id="rId24"/>
    <p:sldId id="296" r:id="rId25"/>
    <p:sldId id="305" r:id="rId26"/>
    <p:sldId id="306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B8016-17F0-4B24-98CF-3B5619AF653F}" v="5" dt="2021-03-08T03:08:4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4A978-80D3-4E8E-AD1F-975D098D4FBA}" type="datetimeFigureOut">
              <a:rPr lang="en-US" smtClean="0"/>
              <a:t>3/21/24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E240F-B9B5-49C3-9B08-53B2754F5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7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058" y="639097"/>
            <a:ext cx="7453222" cy="4033642"/>
          </a:xfrm>
        </p:spPr>
        <p:txBody>
          <a:bodyPr>
            <a:normAutofit/>
          </a:bodyPr>
          <a:lstStyle/>
          <a:p>
            <a:r>
              <a:rPr lang="en-US" sz="7200" dirty="0"/>
              <a:t>COMPUTER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47" y="4498925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LAB 7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Ethernet &amp;VLAN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6C16FB7-9AD5-4168-AE50-FF2C141A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064F62A-95D2-4E7D-AF2B-30E71EE6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9840" y="812799"/>
            <a:ext cx="6918960" cy="5294757"/>
          </a:xfrm>
        </p:spPr>
        <p:txBody>
          <a:bodyPr/>
          <a:lstStyle/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Manually set the line rate on an interface.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Configuration of manual mode link aggregation. Configuration of link aggregation using static LACP mode. 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+mj-lt"/>
              </a:rPr>
              <a:t>Management of the priority of interfaces in static LACP mode.</a:t>
            </a:r>
          </a:p>
          <a:p>
            <a:pPr lv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747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D744-C935-4789-8745-79FB36A6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B33FA-16F4-4405-83CD-98FBA6404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867" y="812799"/>
            <a:ext cx="6273461" cy="52947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LINK AGGREGATION CONTROL PROTOCOL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The main purpose of LACP is to automatically add/delete individual links to the aggregate bundle, while adding new links and also after recovering from link failures.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LACP can monitor to verify if all the links are connected to the right group.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Basically, LACP helps automate the configuration and maintenance of LAG’s</a:t>
            </a:r>
          </a:p>
        </p:txBody>
      </p:sp>
    </p:spTree>
    <p:extLst>
      <p:ext uri="{BB962C8B-B14F-4D97-AF65-F5344CB8AC3E}">
        <p14:creationId xmlns:p14="http://schemas.microsoft.com/office/powerpoint/2010/main" val="413446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572E-2B4A-4023-835B-6DB8C2D9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FAF3-2DEE-4EC6-9AE7-E97AF5D2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365760"/>
            <a:ext cx="6939280" cy="61264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u="sng" dirty="0">
                <a:latin typeface="+mj-lt"/>
              </a:rPr>
              <a:t>The concepts in LACP include:</a:t>
            </a:r>
          </a:p>
          <a:p>
            <a:pPr marL="517525" indent="-344488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517525" algn="l"/>
              </a:tabLst>
            </a:pPr>
            <a:r>
              <a:rPr lang="en-US" dirty="0">
                <a:latin typeface="+mj-lt"/>
              </a:rPr>
              <a:t>LACP system priority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LACP system priorities determine the sequence in which devices at two ends of an Eth-Trunk select active interfaces to join a LAG. In order for a LAG to be established, both devices must select the same interfaces as active interfaces. To achieve this, one device (with a higher priority) is responsible for selecting the active interfaces. The other device (with a lower priority) then selects the same interfaces as active interfaces.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In priority comparisons, numerically lower values have higher priority.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945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572E-2B4A-4023-835B-6DB8C2D9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FAF3-2DEE-4EC6-9AE7-E97AF5D2D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u="sng" dirty="0">
                <a:latin typeface="+mj-lt"/>
              </a:rPr>
              <a:t>The concepts in LACP include:</a:t>
            </a:r>
          </a:p>
          <a:p>
            <a:pPr marL="517525" indent="-3238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LACP interface priority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LACP interface priorities affect which interfaces of an Eth-Trunk are selected as active interfaces. A smaller numerical value represents a higher priority. The interfaces with the highest LACP interface priority become active interfaces.</a:t>
            </a:r>
          </a:p>
        </p:txBody>
      </p:sp>
    </p:spTree>
    <p:extLst>
      <p:ext uri="{BB962C8B-B14F-4D97-AF65-F5344CB8AC3E}">
        <p14:creationId xmlns:p14="http://schemas.microsoft.com/office/powerpoint/2010/main" val="287778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link&#10;&#10;Description automatically generated">
            <a:extLst>
              <a:ext uri="{FF2B5EF4-FFF2-40B4-BE49-F238E27FC236}">
                <a16:creationId xmlns:a16="http://schemas.microsoft.com/office/drawing/2014/main" id="{86C36B32-9852-89DF-D489-E063413586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6" b="8330"/>
          <a:stretch/>
        </p:blipFill>
        <p:spPr>
          <a:xfrm>
            <a:off x="0" y="21137"/>
            <a:ext cx="12191985" cy="457834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F7572E-2B4A-4023-835B-6DB8C2D9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971318"/>
            <a:ext cx="10113645" cy="74368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LACP </a:t>
            </a:r>
            <a:r>
              <a:rPr lang="en-US" u="sng" dirty="0"/>
              <a:t>Illustration 1: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FAF3-2DEE-4EC6-9AE7-E97AF5D2D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Link aggregation between a switch and a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18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572E-2B4A-4023-835B-6DB8C2D9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971318"/>
            <a:ext cx="10113645" cy="74368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LACP </a:t>
            </a:r>
            <a:r>
              <a:rPr lang="en-US" u="sng" dirty="0"/>
              <a:t>Illustration 2: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FAF3-2DEE-4EC6-9AE7-E97AF5D2D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Link aggregation between a switch A AND B</a:t>
            </a:r>
            <a:endParaRPr lang="en-US" dirty="0"/>
          </a:p>
        </p:txBody>
      </p:sp>
      <p:pic>
        <p:nvPicPr>
          <p:cNvPr id="6" name="Picture 5" descr="A diagram of different ports&#10;&#10;Description automatically generated with medium confidence">
            <a:extLst>
              <a:ext uri="{FF2B5EF4-FFF2-40B4-BE49-F238E27FC236}">
                <a16:creationId xmlns:a16="http://schemas.microsoft.com/office/drawing/2014/main" id="{14D6EA8E-6AEB-5DE9-5801-8FC72FA5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11" y="330201"/>
            <a:ext cx="7772400" cy="362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5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572E-2B4A-4023-835B-6DB8C2D9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FAF3-2DEE-4EC6-9AE7-E97AF5D2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556" y="2200202"/>
            <a:ext cx="6739466" cy="811109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Hands on configuration for (LACP)</a:t>
            </a:r>
          </a:p>
        </p:txBody>
      </p:sp>
    </p:spTree>
    <p:extLst>
      <p:ext uri="{BB962C8B-B14F-4D97-AF65-F5344CB8AC3E}">
        <p14:creationId xmlns:p14="http://schemas.microsoft.com/office/powerpoint/2010/main" val="1097245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29A11-D47C-4726-A096-BDF0AAD33DEC}"/>
              </a:ext>
            </a:extLst>
          </p:cNvPr>
          <p:cNvSpPr/>
          <p:nvPr/>
        </p:nvSpPr>
        <p:spPr>
          <a:xfrm>
            <a:off x="516659" y="142855"/>
            <a:ext cx="23398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1445E1-2B2A-453D-99FE-D71FAF65A9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33" t="32148" r="19167" b="18963"/>
          <a:stretch/>
        </p:blipFill>
        <p:spPr>
          <a:xfrm>
            <a:off x="2387600" y="1752600"/>
            <a:ext cx="7569200" cy="34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3B5378-71E3-4A4C-B094-381AB0128277}"/>
              </a:ext>
            </a:extLst>
          </p:cNvPr>
          <p:cNvSpPr txBox="1"/>
          <p:nvPr/>
        </p:nvSpPr>
        <p:spPr>
          <a:xfrm>
            <a:off x="340533" y="1548381"/>
            <a:ext cx="5531947" cy="4099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Auto-negotiation is enabled on Huawei switch interfaces by default.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The rate if G0/0/9 and G0/0/10 on D1 are to be set manually.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1900" dirty="0">
                <a:latin typeface="+mj-lt"/>
              </a:rPr>
              <a:t>Change the system name and view detailed information for G0/0/9 and G0/0/10 on S1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17784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 basic configuration on the Ethernet switches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11F29FA-B08C-4025-813C-AD3F02F6F5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83" t="28029" r="39318" b="36989"/>
          <a:stretch/>
        </p:blipFill>
        <p:spPr>
          <a:xfrm>
            <a:off x="5524774" y="1375331"/>
            <a:ext cx="6654606" cy="492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8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194868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 basic configuration on the Ethernet switches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8DA03-4BEB-4D8E-B615-4469CD581A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83" t="63232" r="40703" b="13036"/>
          <a:stretch/>
        </p:blipFill>
        <p:spPr>
          <a:xfrm>
            <a:off x="1" y="1654590"/>
            <a:ext cx="6066728" cy="3211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1B43EB-1A43-4F57-A071-93D3E3CF42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83" t="11801" r="41136" b="61073"/>
          <a:stretch/>
        </p:blipFill>
        <p:spPr>
          <a:xfrm>
            <a:off x="6115436" y="1654589"/>
            <a:ext cx="6043448" cy="378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36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18330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 basic configuration on the Ethernet switches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0449C92-F938-4A7B-AC19-4BF65CA55D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67" t="49186" r="49583" b="37481"/>
          <a:stretch/>
        </p:blipFill>
        <p:spPr>
          <a:xfrm>
            <a:off x="6471919" y="947973"/>
            <a:ext cx="3882277" cy="184870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CB090A-EFA5-4749-B317-190000441523}"/>
              </a:ext>
            </a:extLst>
          </p:cNvPr>
          <p:cNvSpPr txBox="1"/>
          <p:nvPr/>
        </p:nvSpPr>
        <p:spPr>
          <a:xfrm>
            <a:off x="477520" y="965954"/>
            <a:ext cx="5435600" cy="4926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Set the rate of G 0/0/9 and G 0/0/10 on S1 to 100 Mbit/s. before changing the interface rate,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Disable auto-negotiation.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Set the rate of G 0/0/9 and G 0/0/10 on S2 to 100 Mbit/d.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Confirm that the rate of G 0/0/9 and G 0/0/10 have been set on S1.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5B84A6-6E87-4960-AB4D-0FF80DB9B4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67" t="66075" r="49333" b="16000"/>
          <a:stretch/>
        </p:blipFill>
        <p:spPr>
          <a:xfrm>
            <a:off x="6514818" y="2796677"/>
            <a:ext cx="3813224" cy="240312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5575AB-CD6D-4313-BF4E-2C9D3B9664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99" t="87691" r="52370" b="10077"/>
          <a:stretch/>
        </p:blipFill>
        <p:spPr>
          <a:xfrm>
            <a:off x="6514818" y="5349349"/>
            <a:ext cx="3452142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4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18330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 basic configuration on the Ethernet switches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96201-F82B-4861-A996-7F40D13D3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00" t="12122" r="40000" b="63703"/>
          <a:stretch/>
        </p:blipFill>
        <p:spPr>
          <a:xfrm>
            <a:off x="169748" y="2421823"/>
            <a:ext cx="6242214" cy="3328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A6BBD8-E4BB-4BC8-8E68-5E6E7E784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80" t="38259" r="40000" b="37566"/>
          <a:stretch/>
        </p:blipFill>
        <p:spPr>
          <a:xfrm>
            <a:off x="6247814" y="2254183"/>
            <a:ext cx="5944186" cy="3256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DEBC3-1BB1-43A2-85E7-DA49BB337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99" t="87691" r="52370" b="10077"/>
          <a:stretch/>
        </p:blipFill>
        <p:spPr>
          <a:xfrm>
            <a:off x="286738" y="2086543"/>
            <a:ext cx="3452142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85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18330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Perform basic configuration on the Ethernet switches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96201-F82B-4861-A996-7F40D13D3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00" t="12122" r="40000" b="63703"/>
          <a:stretch/>
        </p:blipFill>
        <p:spPr>
          <a:xfrm>
            <a:off x="169748" y="2421823"/>
            <a:ext cx="6242214" cy="33287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A6BBD8-E4BB-4BC8-8E68-5E6E7E784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80" t="38259" r="40000" b="37566"/>
          <a:stretch/>
        </p:blipFill>
        <p:spPr>
          <a:xfrm>
            <a:off x="6247814" y="2254183"/>
            <a:ext cx="5944186" cy="3256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DEBC3-1BB1-43A2-85E7-DA49BB337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699" t="87691" r="52370" b="10077"/>
          <a:stretch/>
        </p:blipFill>
        <p:spPr>
          <a:xfrm>
            <a:off x="286738" y="2086543"/>
            <a:ext cx="3452142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1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78871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manual link aggregation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B090A-EFA5-4749-B317-190000441523}"/>
              </a:ext>
            </a:extLst>
          </p:cNvPr>
          <p:cNvSpPr txBox="1"/>
          <p:nvPr/>
        </p:nvSpPr>
        <p:spPr>
          <a:xfrm>
            <a:off x="477520" y="965954"/>
            <a:ext cx="5435600" cy="30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Create Eth-Trunk 1 on S1 and S2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Delete the default configuration from G0/0/9 and G0/0/10 on S1 and S2,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Add G0/0/9 and G0/0/10 to Eth-Trunk1.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B423C-540D-4436-99CD-F328BE80C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00" t="72296" r="52916" b="10815"/>
          <a:stretch/>
        </p:blipFill>
        <p:spPr>
          <a:xfrm>
            <a:off x="6167120" y="1242613"/>
            <a:ext cx="3505200" cy="2646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A981B6-000A-400A-A664-90387868F9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12122" r="51500" b="76000"/>
          <a:stretch/>
        </p:blipFill>
        <p:spPr>
          <a:xfrm>
            <a:off x="6177280" y="3781337"/>
            <a:ext cx="3749040" cy="175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67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788713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Verify the Eth-Trunk configuration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A981B6-000A-400A-A664-90387868F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27308" r="41583" b="55407"/>
          <a:stretch/>
        </p:blipFill>
        <p:spPr>
          <a:xfrm>
            <a:off x="304799" y="1686560"/>
            <a:ext cx="5519257" cy="2220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1CEBFE-ED60-45B5-B84F-61E06E0FB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45334" r="42500" b="37031"/>
          <a:stretch/>
        </p:blipFill>
        <p:spPr>
          <a:xfrm>
            <a:off x="5974079" y="1613711"/>
            <a:ext cx="5519257" cy="235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01934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link aggregation in static LACP mode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B090A-EFA5-4749-B317-190000441523}"/>
              </a:ext>
            </a:extLst>
          </p:cNvPr>
          <p:cNvSpPr txBox="1"/>
          <p:nvPr/>
        </p:nvSpPr>
        <p:spPr>
          <a:xfrm>
            <a:off x="477520" y="965954"/>
            <a:ext cx="5435600" cy="184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Delete the configurations from G0/0/9 and  G 0/0/10 on S1 and S2 Eth-Trunk 1 on S1 and S2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F09DE6-ECB0-4B34-ABFE-66F0A5973F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12122" r="52000" b="77380"/>
          <a:stretch/>
        </p:blipFill>
        <p:spPr>
          <a:xfrm>
            <a:off x="6528470" y="3245247"/>
            <a:ext cx="4148376" cy="17814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AAF63A-975F-43E5-A0F1-284BFE1D47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50" t="76051" r="51833" b="11703"/>
          <a:stretch/>
        </p:blipFill>
        <p:spPr>
          <a:xfrm>
            <a:off x="6569110" y="1127760"/>
            <a:ext cx="4007450" cy="19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16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01934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link aggregation in static LACP mode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B090A-EFA5-4749-B317-190000441523}"/>
              </a:ext>
            </a:extLst>
          </p:cNvPr>
          <p:cNvSpPr txBox="1"/>
          <p:nvPr/>
        </p:nvSpPr>
        <p:spPr>
          <a:xfrm>
            <a:off x="477520" y="965954"/>
            <a:ext cx="5435600" cy="1848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Create Eth-Trunk 1 and set the loads balancing mode of the Eth-Trunk to static LACP mode.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F09DE6-ECB0-4B34-ABFE-66F0A5973F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28297" r="47714" b="42592"/>
          <a:stretch/>
        </p:blipFill>
        <p:spPr>
          <a:xfrm>
            <a:off x="6096000" y="1184703"/>
            <a:ext cx="5201920" cy="47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65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7" y="123423"/>
            <a:ext cx="101934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link aggregation in static LACP mode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CB090A-EFA5-4749-B317-190000441523}"/>
              </a:ext>
            </a:extLst>
          </p:cNvPr>
          <p:cNvSpPr txBox="1"/>
          <p:nvPr/>
        </p:nvSpPr>
        <p:spPr>
          <a:xfrm>
            <a:off x="477520" y="965954"/>
            <a:ext cx="4856480" cy="1232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Verify that the LACP-static mode has been enabled on the two links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F09DE6-ECB0-4B34-ABFE-66F0A5973F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0" t="61987" r="39047" b="9925"/>
          <a:stretch/>
        </p:blipFill>
        <p:spPr>
          <a:xfrm>
            <a:off x="5500236" y="1158240"/>
            <a:ext cx="6490986" cy="3840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C06D97-CCE1-47F9-BE25-B058442CAB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051" t="12122" r="39626" b="81302"/>
          <a:stretch/>
        </p:blipFill>
        <p:spPr>
          <a:xfrm>
            <a:off x="5675579" y="5014430"/>
            <a:ext cx="6201104" cy="87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37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8" y="123423"/>
            <a:ext cx="1017243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Configure link aggregation in static LACP mode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04D7E-5D41-4523-905B-C98646B4E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51" t="21559" r="57676" b="75637"/>
          <a:stretch/>
        </p:blipFill>
        <p:spPr>
          <a:xfrm>
            <a:off x="6712257" y="1418896"/>
            <a:ext cx="2721368" cy="5188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5AC3BD-7436-4A08-BCC8-D9B7A753A279}"/>
              </a:ext>
            </a:extLst>
          </p:cNvPr>
          <p:cNvSpPr txBox="1"/>
          <p:nvPr/>
        </p:nvSpPr>
        <p:spPr>
          <a:xfrm>
            <a:off x="567559" y="1418896"/>
            <a:ext cx="5087007" cy="1886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Set the system priority on S1 to 100 to ensure S1 remains the actor.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j-lt"/>
              </a:rPr>
              <a:t>Set the priority of the interface and determine active links on S1.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620DA-06EB-4DDE-86E5-D1A19217BD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6712257" y="2910839"/>
            <a:ext cx="4458263" cy="18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58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8" y="123423"/>
            <a:ext cx="759249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Verify the Eth-Trunk configuration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04D7E-5D41-4523-905B-C98646B4E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51" t="43780" r="39245" b="21475"/>
          <a:stretch/>
        </p:blipFill>
        <p:spPr>
          <a:xfrm>
            <a:off x="177886" y="1197069"/>
            <a:ext cx="5569184" cy="40759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5CC0B5-52A5-4228-A306-F02DFEC52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75" t="12875" r="39108" b="62874"/>
          <a:stretch/>
        </p:blipFill>
        <p:spPr>
          <a:xfrm>
            <a:off x="5938556" y="2553258"/>
            <a:ext cx="5569184" cy="28648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FD84D-3438-4323-883B-2A3333A8DC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179"/>
          <a:stretch/>
        </p:blipFill>
        <p:spPr>
          <a:xfrm>
            <a:off x="5897337" y="1426298"/>
            <a:ext cx="5657578" cy="118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1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8944DA-4F4C-441B-875F-98A7A11EA176}"/>
              </a:ext>
            </a:extLst>
          </p:cNvPr>
          <p:cNvSpPr/>
          <p:nvPr/>
        </p:nvSpPr>
        <p:spPr>
          <a:xfrm>
            <a:off x="169748" y="123423"/>
            <a:ext cx="477817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configuration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5CC0B5-52A5-4228-A306-F02DFEC52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75" t="41738" r="52852" b="33386"/>
          <a:stretch/>
        </p:blipFill>
        <p:spPr>
          <a:xfrm>
            <a:off x="425994" y="1075097"/>
            <a:ext cx="3711763" cy="40658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64FDC-B38F-4CC0-A1CA-06D220DB98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810"/>
          <a:stretch/>
        </p:blipFill>
        <p:spPr>
          <a:xfrm>
            <a:off x="4254888" y="1160144"/>
            <a:ext cx="3779310" cy="3879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BC1B32-F146-4FC5-B956-DDF34E06E5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667" t="25630" r="56500" b="18039"/>
          <a:stretch/>
        </p:blipFill>
        <p:spPr>
          <a:xfrm>
            <a:off x="8311606" y="922327"/>
            <a:ext cx="3454400" cy="501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20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107-E60A-463F-AECD-08D23E8C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20809463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9DE761D8C4448868F302D369B5C3D" ma:contentTypeVersion="13" ma:contentTypeDescription="Create a new document." ma:contentTypeScope="" ma:versionID="dfe36e3e778102bef2bd18c318dfc9a9">
  <xsd:schema xmlns:xsd="http://www.w3.org/2001/XMLSchema" xmlns:xs="http://www.w3.org/2001/XMLSchema" xmlns:p="http://schemas.microsoft.com/office/2006/metadata/properties" xmlns:ns3="9e1e26e7-5f7e-4989-b4fb-d31397fc098b" xmlns:ns4="596a0d73-a34e-4cf5-85d7-50d4e390f3c9" targetNamespace="http://schemas.microsoft.com/office/2006/metadata/properties" ma:root="true" ma:fieldsID="67e077d59bc089f988751e544093422b" ns3:_="" ns4:_="">
    <xsd:import namespace="9e1e26e7-5f7e-4989-b4fb-d31397fc098b"/>
    <xsd:import namespace="596a0d73-a34e-4cf5-85d7-50d4e390f3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e26e7-5f7e-4989-b4fb-d31397fc09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6a0d73-a34e-4cf5-85d7-50d4e390f3c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060EC3-C5C7-44FE-8A63-F1EF641E7A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A306C0-5857-41A0-A45A-37184B633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036E87-846B-443D-85C4-0D17134E25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1e26e7-5f7e-4989-b4fb-d31397fc098b"/>
    <ds:schemaRef ds:uri="596a0d73-a34e-4cf5-85d7-50d4e390f3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21010</TotalTime>
  <Words>567</Words>
  <Application>Microsoft Macintosh PowerPoint</Application>
  <PresentationFormat>Widescreen</PresentationFormat>
  <Paragraphs>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Bookman Old Style</vt:lpstr>
      <vt:lpstr>Calibri</vt:lpstr>
      <vt:lpstr>Franklin Gothic Book</vt:lpstr>
      <vt:lpstr>Times New Roman</vt:lpstr>
      <vt:lpstr>Wingdings</vt:lpstr>
      <vt:lpstr>1_RetrospectVTI</vt:lpstr>
      <vt:lpstr>COMPUTER NETWORKING</vt:lpstr>
      <vt:lpstr>Ethernet &amp;VLAN</vt:lpstr>
      <vt:lpstr>OBJECTIVES</vt:lpstr>
      <vt:lpstr>LACP</vt:lpstr>
      <vt:lpstr>LACP</vt:lpstr>
      <vt:lpstr>LACP</vt:lpstr>
      <vt:lpstr>LACP Illustration 1: </vt:lpstr>
      <vt:lpstr>LACP Illustration 2: </vt:lpstr>
      <vt:lpstr>LACP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</dc:title>
  <dc:creator>Ranya Al-wajih</dc:creator>
  <cp:lastModifiedBy>Abdullahi Mujaheed Saleh</cp:lastModifiedBy>
  <cp:revision>13</cp:revision>
  <dcterms:created xsi:type="dcterms:W3CDTF">2020-12-22T02:57:04Z</dcterms:created>
  <dcterms:modified xsi:type="dcterms:W3CDTF">2024-03-20T18:43:45Z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0x010100ABE9DE761D8C4448868F302D369B5C3D</vt:lpwstr>
  </property>
</Properties>
</file>