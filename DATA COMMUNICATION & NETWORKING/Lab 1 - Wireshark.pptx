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8" r:id="rId6"/>
    <p:sldId id="259" r:id="rId7"/>
    <p:sldId id="272" r:id="rId8"/>
    <p:sldId id="273" r:id="rId9"/>
    <p:sldId id="274" r:id="rId10"/>
    <p:sldId id="271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111911-A518-478B-B46F-49A2C3571739}" v="5" dt="2021-01-25T09:05:10.7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8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5/22/24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5/22/24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5/22/24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5/22/24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5/22/24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5/22/24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5/22/24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5/22/24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5/22/24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5/22/24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5/22/24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5/22/24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7058" y="639097"/>
            <a:ext cx="7453222" cy="4033642"/>
          </a:xfrm>
        </p:spPr>
        <p:txBody>
          <a:bodyPr>
            <a:normAutofit/>
          </a:bodyPr>
          <a:lstStyle/>
          <a:p>
            <a:r>
              <a:rPr lang="en-US" sz="7200" dirty="0"/>
              <a:t>COMPUTER NETWORKING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5247" y="4498925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LAB 1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anchor="ctr">
            <a:normAutofit/>
          </a:bodyPr>
          <a:lstStyle/>
          <a:p>
            <a:pPr lvl="0"/>
            <a:r>
              <a:rPr lang="en-US" sz="4800" i="1" dirty="0">
                <a:solidFill>
                  <a:srgbClr val="FFFFFF"/>
                </a:solidFill>
              </a:rPr>
              <a:t>Introduction to Wireshark 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429A11-D47C-4726-A096-BDF0AAD33DEC}"/>
              </a:ext>
            </a:extLst>
          </p:cNvPr>
          <p:cNvSpPr/>
          <p:nvPr/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700" b="0" i="0" kern="1200" cap="none" spc="-50" baseline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Packet Sniffing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6B4A7-DE08-4AAA-BEC8-04594824AC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dirty="0"/>
              <a:t>Packet sniffing is a method of tapping each packet as it flows across the network. It is a technique in which a user sniffs data belonging to other users of the network. </a:t>
            </a:r>
          </a:p>
        </p:txBody>
      </p:sp>
      <p:pic>
        <p:nvPicPr>
          <p:cNvPr id="5" name="Picture 4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C8B8741E-998C-BDFD-FA83-487D3D2BF1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944" y="2278295"/>
            <a:ext cx="4639736" cy="3433404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C1A04D1-8414-89ED-674C-19EA3E949118}"/>
              </a:ext>
            </a:extLst>
          </p:cNvPr>
          <p:cNvSpPr txBox="1"/>
          <p:nvPr/>
        </p:nvSpPr>
        <p:spPr>
          <a:xfrm>
            <a:off x="6939278" y="5869093"/>
            <a:ext cx="60960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Figure 1: Illustration of packet sniffing</a:t>
            </a:r>
          </a:p>
        </p:txBody>
      </p:sp>
    </p:spTree>
    <p:extLst>
      <p:ext uri="{BB962C8B-B14F-4D97-AF65-F5344CB8AC3E}">
        <p14:creationId xmlns:p14="http://schemas.microsoft.com/office/powerpoint/2010/main" val="2868199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429A11-D47C-4726-A096-BDF0AAD33DEC}"/>
              </a:ext>
            </a:extLst>
          </p:cNvPr>
          <p:cNvSpPr/>
          <p:nvPr/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700" b="0" i="0" kern="1200" cap="none" spc="-50" baseline="0" dirty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Network Traffic Trace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6B4A7-DE08-4AAA-BEC8-04594824AC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dirty="0"/>
              <a:t>A recording of the network packets both received by and transmitted from a network interface.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1A04D1-8414-89ED-674C-19EA3E949118}"/>
              </a:ext>
            </a:extLst>
          </p:cNvPr>
          <p:cNvSpPr txBox="1"/>
          <p:nvPr/>
        </p:nvSpPr>
        <p:spPr>
          <a:xfrm>
            <a:off x="6939278" y="5869093"/>
            <a:ext cx="60960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Figure 1: Illustration of network traffic patterns </a:t>
            </a:r>
          </a:p>
        </p:txBody>
      </p:sp>
      <p:pic>
        <p:nvPicPr>
          <p:cNvPr id="6" name="Picture 5" descr="A diagram of a computer application&#10;&#10;Description automatically generated">
            <a:extLst>
              <a:ext uri="{FF2B5EF4-FFF2-40B4-BE49-F238E27FC236}">
                <a16:creationId xmlns:a16="http://schemas.microsoft.com/office/drawing/2014/main" id="{BCD1358A-7AA3-C910-980E-D3A5E3A99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9278" y="2120900"/>
            <a:ext cx="4404717" cy="3599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55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429A11-D47C-4726-A096-BDF0AAD33DEC}"/>
              </a:ext>
            </a:extLst>
          </p:cNvPr>
          <p:cNvSpPr/>
          <p:nvPr/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700" b="0" i="0" kern="1200" cap="none" spc="-50" baseline="0" dirty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Wireshark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6B4A7-DE08-4AAA-BEC8-04594824AC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vert="horz" lIns="0" tIns="45720" rIns="0" bIns="45720" rtlCol="0"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What is Wireshark?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A graphical network packet </a:t>
            </a:r>
            <a:r>
              <a:rPr lang="en-US" dirty="0" err="1"/>
              <a:t>analyser</a:t>
            </a:r>
            <a:r>
              <a:rPr lang="en-US" dirty="0"/>
              <a:t>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18B294F-24CD-74F9-3CEB-BA0F276431A9}"/>
              </a:ext>
            </a:extLst>
          </p:cNvPr>
          <p:cNvSpPr txBox="1">
            <a:spLocks/>
          </p:cNvSpPr>
          <p:nvPr/>
        </p:nvSpPr>
        <p:spPr>
          <a:xfrm>
            <a:off x="5737016" y="2120900"/>
            <a:ext cx="5032584" cy="374819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en-US" b="1" dirty="0"/>
              <a:t>What some are it's uses?</a:t>
            </a:r>
          </a:p>
          <a:p>
            <a:pPr marL="0" indent="0" algn="ctr">
              <a:buFont typeface="Calibri" panose="020F0502020204030204" pitchFamily="34" charset="0"/>
              <a:buNone/>
            </a:pPr>
            <a:endParaRPr lang="en-US" b="1" dirty="0"/>
          </a:p>
          <a:p>
            <a:pPr>
              <a:buFont typeface="Wingdings" pitchFamily="2" charset="2"/>
              <a:buChar char="ü"/>
            </a:pPr>
            <a:r>
              <a:rPr lang="en-MY" dirty="0"/>
              <a:t>Is used to analyse network packets. </a:t>
            </a:r>
          </a:p>
          <a:p>
            <a:pPr>
              <a:buFont typeface="Wingdings" pitchFamily="2" charset="2"/>
              <a:buChar char="ü"/>
            </a:pPr>
            <a:r>
              <a:rPr lang="en-MY" dirty="0"/>
              <a:t>Troubleshoot network issues</a:t>
            </a:r>
          </a:p>
          <a:p>
            <a:pPr>
              <a:buFont typeface="Wingdings" pitchFamily="2" charset="2"/>
              <a:buChar char="ü"/>
            </a:pPr>
            <a:r>
              <a:rPr lang="en-MY" dirty="0"/>
              <a:t>Check for malicious and hacking possibilities. </a:t>
            </a:r>
          </a:p>
          <a:p>
            <a:pPr>
              <a:buFont typeface="Wingdings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009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429A11-D47C-4726-A096-BDF0AAD33DEC}"/>
              </a:ext>
            </a:extLst>
          </p:cNvPr>
          <p:cNvSpPr/>
          <p:nvPr/>
        </p:nvSpPr>
        <p:spPr>
          <a:xfrm>
            <a:off x="980135" y="-548775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700" b="0" i="0" kern="1200" cap="none" spc="-50" baseline="0" dirty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 Basic UI</a:t>
            </a: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ACA06DB5-47D2-D2E5-72C7-8A1295C578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901982"/>
            <a:ext cx="10058400" cy="5490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971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429A11-D47C-4726-A096-BDF0AAD33DEC}"/>
              </a:ext>
            </a:extLst>
          </p:cNvPr>
          <p:cNvSpPr/>
          <p:nvPr/>
        </p:nvSpPr>
        <p:spPr>
          <a:xfrm>
            <a:off x="452090" y="142855"/>
            <a:ext cx="246894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89A9C6-F43C-2F81-171E-5592705157F1}"/>
              </a:ext>
            </a:extLst>
          </p:cNvPr>
          <p:cNvSpPr txBox="1"/>
          <p:nvPr/>
        </p:nvSpPr>
        <p:spPr>
          <a:xfrm>
            <a:off x="199616" y="1220812"/>
            <a:ext cx="107923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Patel, Nimisha &amp; Patel, </a:t>
            </a:r>
            <a:r>
              <a:rPr lang="en-US" dirty="0" err="1"/>
              <a:t>Rajan</a:t>
            </a:r>
            <a:r>
              <a:rPr lang="en-US" dirty="0"/>
              <a:t> &amp; Patel, Dhiren. (2009). Packet Sniffing: Network Wiretapping. IEEE International Advance Computing Conference (IACC 2009) Patiala, India, 6–7 March 2009. 2691-2696.</a:t>
            </a:r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www.wireshark.org</a:t>
            </a:r>
            <a:r>
              <a:rPr lang="en-US" dirty="0"/>
              <a:t>/ </a:t>
            </a:r>
          </a:p>
        </p:txBody>
      </p:sp>
    </p:spTree>
    <p:extLst>
      <p:ext uri="{BB962C8B-B14F-4D97-AF65-F5344CB8AC3E}">
        <p14:creationId xmlns:p14="http://schemas.microsoft.com/office/powerpoint/2010/main" val="4048575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C5107-E60A-463F-AECD-08D23E8C4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177" y="5182134"/>
            <a:ext cx="10113645" cy="743682"/>
          </a:xfrm>
        </p:spPr>
        <p:txBody>
          <a:bodyPr/>
          <a:lstStyle/>
          <a:p>
            <a:r>
              <a:rPr lang="en-US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208094632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769520F8-BFE5-4C8C-A7AA-375C025A91CE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E9DE761D8C4448868F302D369B5C3D" ma:contentTypeVersion="13" ma:contentTypeDescription="Create a new document." ma:contentTypeScope="" ma:versionID="dfe36e3e778102bef2bd18c318dfc9a9">
  <xsd:schema xmlns:xsd="http://www.w3.org/2001/XMLSchema" xmlns:xs="http://www.w3.org/2001/XMLSchema" xmlns:p="http://schemas.microsoft.com/office/2006/metadata/properties" xmlns:ns3="9e1e26e7-5f7e-4989-b4fb-d31397fc098b" xmlns:ns4="596a0d73-a34e-4cf5-85d7-50d4e390f3c9" targetNamespace="http://schemas.microsoft.com/office/2006/metadata/properties" ma:root="true" ma:fieldsID="67e077d59bc089f988751e544093422b" ns3:_="" ns4:_="">
    <xsd:import namespace="9e1e26e7-5f7e-4989-b4fb-d31397fc098b"/>
    <xsd:import namespace="596a0d73-a34e-4cf5-85d7-50d4e390f3c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e26e7-5f7e-4989-b4fb-d31397fc09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6a0d73-a34e-4cf5-85d7-50d4e390f3c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3A306C0-5857-41A0-A45A-37184B633C1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8060EC3-C5C7-44FE-8A63-F1EF641E7A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0036E87-846B-443D-85C4-0D17134E25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1e26e7-5f7e-4989-b4fb-d31397fc098b"/>
    <ds:schemaRef ds:uri="596a0d73-a34e-4cf5-85d7-50d4e390f3c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1673</TotalTime>
  <Words>165</Words>
  <Application>Microsoft Macintosh PowerPoint</Application>
  <PresentationFormat>Widescreen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Bookman Old Style</vt:lpstr>
      <vt:lpstr>Calibri</vt:lpstr>
      <vt:lpstr>Franklin Gothic Book</vt:lpstr>
      <vt:lpstr>Times New Roman</vt:lpstr>
      <vt:lpstr>Wingdings</vt:lpstr>
      <vt:lpstr>1_RetrospectVTI</vt:lpstr>
      <vt:lpstr>COMPUTER NETWORKING</vt:lpstr>
      <vt:lpstr>Introduction to Wireshark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NETWORKING</dc:title>
  <dc:creator>Ranya Al-wajih</dc:creator>
  <cp:lastModifiedBy>Abdullahi Mujaheed Saleh</cp:lastModifiedBy>
  <cp:revision>13</cp:revision>
  <dcterms:created xsi:type="dcterms:W3CDTF">2020-12-22T02:57:04Z</dcterms:created>
  <dcterms:modified xsi:type="dcterms:W3CDTF">2024-05-22T08:07:17Z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0x010100ABE9DE761D8C4448868F302D369B5C3D</vt:lpwstr>
  </property>
</Properties>
</file>