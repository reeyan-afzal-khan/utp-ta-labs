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6" r:id="rId4"/>
  </p:sldMasterIdLst>
  <p:notesMasterIdLst>
    <p:notesMasterId r:id="rId22"/>
  </p:notesMasterIdLst>
  <p:sldIdLst>
    <p:sldId id="257" r:id="rId5"/>
    <p:sldId id="258" r:id="rId6"/>
    <p:sldId id="282" r:id="rId7"/>
    <p:sldId id="283" r:id="rId8"/>
    <p:sldId id="259" r:id="rId9"/>
    <p:sldId id="263" r:id="rId10"/>
    <p:sldId id="273" r:id="rId11"/>
    <p:sldId id="272" r:id="rId12"/>
    <p:sldId id="275" r:id="rId13"/>
    <p:sldId id="277" r:id="rId14"/>
    <p:sldId id="274" r:id="rId15"/>
    <p:sldId id="278" r:id="rId16"/>
    <p:sldId id="279" r:id="rId17"/>
    <p:sldId id="280" r:id="rId18"/>
    <p:sldId id="276" r:id="rId19"/>
    <p:sldId id="281" r:id="rId20"/>
    <p:sldId id="28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A8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1589CD1-033D-408A-9E3A-F7D2AA3D365C}" v="21" dt="2021-02-22T06:12:33.828"/>
    <p1510:client id="{D6D49A86-7280-425E-8900-B997BB1AC1D0}" v="1" dt="2021-02-22T08:06:26.00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28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9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D4A978-80D3-4E8E-AD1F-975D098D4FBA}" type="datetimeFigureOut">
              <a:rPr lang="en-US" smtClean="0"/>
              <a:t>2/29/24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8E240F-B9B5-49C3-9B08-53B2754F55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79706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2/29/24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8331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2/29/24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2670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2/29/24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162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2/29/24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663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2/29/24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194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2/29/24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860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2/29/24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422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2/29/24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3282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2/29/24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267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A279-0833-481D-8C56-F67FD0AC6C50}" type="datetime1">
              <a:rPr lang="en-US" smtClean="0"/>
              <a:t>2/29/24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269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7DA83-5663-4C9C-B9AA-0B40A3DAFF81}" type="datetime1">
              <a:rPr lang="en-US" smtClean="0"/>
              <a:t>2/29/24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1827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2/29/24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4982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47" r:id="rId3"/>
    <p:sldLayoutId id="2147483743" r:id="rId4"/>
    <p:sldLayoutId id="2147483738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A9286AD2-18A9-4868-A4E3-7A2097A2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FD68DA-43BA-4508-8DE2-BA9BB7B2FA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17058" y="639097"/>
            <a:ext cx="7453222" cy="4033642"/>
          </a:xfrm>
        </p:spPr>
        <p:txBody>
          <a:bodyPr>
            <a:normAutofit/>
          </a:bodyPr>
          <a:lstStyle/>
          <a:p>
            <a:r>
              <a:rPr lang="en-US" sz="7200" dirty="0"/>
              <a:t>COMPUTER NETWORKING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E9CFF2-3777-4FF4-A759-8491175B0B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55247" y="4498925"/>
            <a:ext cx="6269347" cy="1021498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LAB 5</a:t>
            </a:r>
          </a:p>
        </p:txBody>
      </p:sp>
      <p:pic>
        <p:nvPicPr>
          <p:cNvPr id="5" name="Picture 4" descr="A picture containing building, sitting, bench, side&#10;&#10;Description automatically generated">
            <a:extLst>
              <a:ext uri="{FF2B5EF4-FFF2-40B4-BE49-F238E27FC236}">
                <a16:creationId xmlns:a16="http://schemas.microsoft.com/office/drawing/2014/main" id="{282CF6DD-7FE8-4063-9551-1B7BBCE92AB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1"/>
            <a:ext cx="4635315" cy="6857999"/>
          </a:xfrm>
          <a:prstGeom prst="rect">
            <a:avLst/>
          </a:prstGeom>
        </p:spPr>
      </p:pic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7A7CD63-7EC3-44F3-95D0-595C4019F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27754" y="4498925"/>
            <a:ext cx="563610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3737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FBDCECDC-EEE3-4128-AA5E-82A8C08796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B2EA78-AEB3-469B-9025-3B17201A45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892168"/>
          </a:xfrm>
        </p:spPr>
        <p:txBody>
          <a:bodyPr anchor="ctr">
            <a:normAutofit/>
          </a:bodyPr>
          <a:lstStyle/>
          <a:p>
            <a:pPr lvl="0"/>
            <a:r>
              <a:rPr lang="en-US" sz="4800" i="1" dirty="0">
                <a:solidFill>
                  <a:srgbClr val="FFFFFF"/>
                </a:solidFill>
              </a:rPr>
              <a:t>FTP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260EDE0-989C-4E16-AF94-F652294D82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917146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>
            <a:extLst>
              <a:ext uri="{FF2B5EF4-FFF2-40B4-BE49-F238E27FC236}">
                <a16:creationId xmlns:a16="http://schemas.microsoft.com/office/drawing/2014/main" id="{66C16FB7-9AD5-4168-AE50-FF2C141A1D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</a:p>
        </p:txBody>
      </p:sp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2064F62A-95D2-4E7D-AF2B-30E71EE60A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69840" y="812799"/>
            <a:ext cx="6918960" cy="5294757"/>
          </a:xfrm>
        </p:spPr>
        <p:txBody>
          <a:bodyPr/>
          <a:lstStyle/>
          <a:p>
            <a:pPr lvl="0" fontAlgn="base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  <a:latin typeface="+mj-lt"/>
              </a:rPr>
              <a:t>Establishment of the FTP service. </a:t>
            </a:r>
          </a:p>
          <a:p>
            <a:pPr lvl="0" fontAlgn="base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  <a:latin typeface="+mj-lt"/>
              </a:rPr>
              <a:t>Configuration of FTP server parameters. </a:t>
            </a:r>
          </a:p>
          <a:p>
            <a:pPr lvl="0" fontAlgn="base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  <a:latin typeface="+mj-lt"/>
              </a:rPr>
              <a:t>Successful file transfer from an FTP server.</a:t>
            </a:r>
          </a:p>
        </p:txBody>
      </p:sp>
    </p:spTree>
    <p:extLst>
      <p:ext uri="{BB962C8B-B14F-4D97-AF65-F5344CB8AC3E}">
        <p14:creationId xmlns:p14="http://schemas.microsoft.com/office/powerpoint/2010/main" val="37474721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9BF20-35AB-4C2B-BBC1-DE7C3C175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FTP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485624-D85C-437B-BCA5-49358E25EC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b="1" dirty="0">
                <a:latin typeface="+mj-lt"/>
              </a:rPr>
              <a:t>FTP server </a:t>
            </a:r>
            <a:endParaRPr lang="en-US" b="1" dirty="0">
              <a:latin typeface="+mj-lt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+mj-lt"/>
              </a:rPr>
              <a:t>At its core, the file transfer protocol is a way to connect two computers to one another in the safest possible way to help transfer files between two or more points.</a:t>
            </a:r>
          </a:p>
          <a:p>
            <a:pPr marL="457200" indent="-173038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>
                <a:latin typeface="+mj-lt"/>
              </a:rPr>
              <a:t>FTP servers can be considered the midpoint between the sender and the recipient of a file.</a:t>
            </a:r>
          </a:p>
          <a:p>
            <a:pPr>
              <a:lnSpc>
                <a:spcPct val="150000"/>
              </a:lnSpc>
            </a:pPr>
            <a:endParaRPr lang="en-US" dirty="0">
              <a:latin typeface="+mj-lt"/>
            </a:endParaRPr>
          </a:p>
          <a:p>
            <a:pPr>
              <a:lnSpc>
                <a:spcPct val="150000"/>
              </a:lnSpc>
            </a:pPr>
            <a:endParaRPr 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879667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2429A11-D47C-4726-A096-BDF0AAD33DEC}"/>
              </a:ext>
            </a:extLst>
          </p:cNvPr>
          <p:cNvSpPr/>
          <p:nvPr/>
        </p:nvSpPr>
        <p:spPr>
          <a:xfrm>
            <a:off x="516659" y="142855"/>
            <a:ext cx="2339808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Topology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277C0E5-45D8-46BC-87C5-361A86E2273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3249" t="46815" r="40917" b="41482"/>
          <a:stretch/>
        </p:blipFill>
        <p:spPr>
          <a:xfrm>
            <a:off x="3383280" y="2418079"/>
            <a:ext cx="5425440" cy="2255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81995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6D3B5378-71E3-4A4C-B094-381AB0128277}"/>
              </a:ext>
            </a:extLst>
          </p:cNvPr>
          <p:cNvSpPr txBox="1"/>
          <p:nvPr/>
        </p:nvSpPr>
        <p:spPr>
          <a:xfrm>
            <a:off x="330373" y="1019208"/>
            <a:ext cx="5531947" cy="1175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900" dirty="0">
                <a:latin typeface="+mj-lt"/>
              </a:rPr>
              <a:t>Establish the basic system configuration and addressing for the lab 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B8944DA-4F4C-441B-875F-98A7A11EA176}"/>
              </a:ext>
            </a:extLst>
          </p:cNvPr>
          <p:cNvSpPr/>
          <p:nvPr/>
        </p:nvSpPr>
        <p:spPr>
          <a:xfrm>
            <a:off x="128139" y="249767"/>
            <a:ext cx="6231065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Prepare the environment 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24DDB24C-16DD-4D75-A180-7A95FBFC191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2000" t="24000" r="44250" b="50966"/>
          <a:stretch/>
        </p:blipFill>
        <p:spPr>
          <a:xfrm>
            <a:off x="373470" y="2357120"/>
            <a:ext cx="6321969" cy="3748424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7E0FBA55-A7AF-4CF6-B84C-3F1BB40A628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1250" t="48741" r="42500" b="18667"/>
          <a:stretch/>
        </p:blipFill>
        <p:spPr>
          <a:xfrm>
            <a:off x="5862320" y="2194979"/>
            <a:ext cx="5527040" cy="3860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46841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6D3B5378-71E3-4A4C-B094-381AB0128277}"/>
              </a:ext>
            </a:extLst>
          </p:cNvPr>
          <p:cNvSpPr txBox="1"/>
          <p:nvPr/>
        </p:nvSpPr>
        <p:spPr>
          <a:xfrm>
            <a:off x="169325" y="985314"/>
            <a:ext cx="5235795" cy="53057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900" dirty="0">
                <a:latin typeface="+mj-lt"/>
              </a:rPr>
              <a:t>The FTP service is disabled by default on the router.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900" dirty="0">
                <a:latin typeface="+mj-lt"/>
              </a:rPr>
              <a:t>It must be enabled before FTP can be used.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900" dirty="0">
                <a:latin typeface="+mj-lt"/>
              </a:rPr>
              <a:t>Configure an FTP server using R1 with R2 as the client.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900" dirty="0">
                <a:latin typeface="+mj-lt"/>
              </a:rPr>
              <a:t>Configure user authorization for FTP users to access the server. Unauthorized users will not be able to access the FTP server, reducing security risks.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sz="1900" dirty="0">
              <a:latin typeface="+mj-lt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B8944DA-4F4C-441B-875F-98A7A11EA176}"/>
              </a:ext>
            </a:extLst>
          </p:cNvPr>
          <p:cNvSpPr/>
          <p:nvPr/>
        </p:nvSpPr>
        <p:spPr>
          <a:xfrm>
            <a:off x="169324" y="67690"/>
            <a:ext cx="8802026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Enable the FTP service on the router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8BBF336-3752-4959-AB54-06C1F2EF8FA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0046" t="56615" r="53125" b="35028"/>
          <a:stretch/>
        </p:blipFill>
        <p:spPr>
          <a:xfrm>
            <a:off x="5405120" y="985314"/>
            <a:ext cx="4287520" cy="119763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9614B7C-53FD-4DE5-96ED-610010C2E91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0250" t="71704" r="36833" b="9334"/>
          <a:stretch/>
        </p:blipFill>
        <p:spPr>
          <a:xfrm>
            <a:off x="5426957" y="2461540"/>
            <a:ext cx="5971043" cy="19349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70AE812-DC43-47ED-9613-295CAA667C7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0083" t="29630" r="27805" b="46384"/>
          <a:stretch/>
        </p:blipFill>
        <p:spPr>
          <a:xfrm>
            <a:off x="5405120" y="4298855"/>
            <a:ext cx="6359523" cy="2037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00717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6D3B5378-71E3-4A4C-B094-381AB0128277}"/>
              </a:ext>
            </a:extLst>
          </p:cNvPr>
          <p:cNvSpPr txBox="1"/>
          <p:nvPr/>
        </p:nvSpPr>
        <p:spPr>
          <a:xfrm>
            <a:off x="198295" y="1274905"/>
            <a:ext cx="5897705" cy="1175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sz="1900" dirty="0">
                <a:latin typeface="+mj-lt"/>
              </a:rPr>
              <a:t>The FTP server is running on R1 and listens on TCP port 21 by default.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B8944DA-4F4C-441B-875F-98A7A11EA176}"/>
              </a:ext>
            </a:extLst>
          </p:cNvPr>
          <p:cNvSpPr/>
          <p:nvPr/>
        </p:nvSpPr>
        <p:spPr>
          <a:xfrm>
            <a:off x="307398" y="224879"/>
            <a:ext cx="5958491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FTP server configuration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65497D8-B2C8-4115-9BDE-62603787FDA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9333" t="56148" r="51393" b="15004"/>
          <a:stretch/>
        </p:blipFill>
        <p:spPr>
          <a:xfrm>
            <a:off x="7152640" y="1274905"/>
            <a:ext cx="4368411" cy="3677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89231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9B8944DA-4F4C-441B-875F-98A7A11EA176}"/>
              </a:ext>
            </a:extLst>
          </p:cNvPr>
          <p:cNvSpPr/>
          <p:nvPr/>
        </p:nvSpPr>
        <p:spPr>
          <a:xfrm>
            <a:off x="144370" y="102215"/>
            <a:ext cx="8323111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Establish an FTP client connection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3BF2CE-77EF-4457-A862-C47B3D9EE8FB}"/>
              </a:ext>
            </a:extLst>
          </p:cNvPr>
          <p:cNvSpPr txBox="1"/>
          <p:nvPr/>
        </p:nvSpPr>
        <p:spPr>
          <a:xfrm>
            <a:off x="369804" y="1044324"/>
            <a:ext cx="5268996" cy="3079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sz="2000" dirty="0">
                <a:latin typeface="+mj-lt"/>
              </a:rPr>
              <a:t>Establish a connection to the FTP server from R2 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sz="2000" dirty="0">
                <a:latin typeface="+mj-lt"/>
              </a:rPr>
              <a:t>Following entry of the correct username and password, the FTP server can be successfully logged into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9278112-F5EA-4E3E-BC15-00D10FCD94A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3250" t="21672" r="54260" b="57614"/>
          <a:stretch/>
        </p:blipFill>
        <p:spPr>
          <a:xfrm>
            <a:off x="6878323" y="1605280"/>
            <a:ext cx="4214790" cy="3931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92265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9B8944DA-4F4C-441B-875F-98A7A11EA176}"/>
              </a:ext>
            </a:extLst>
          </p:cNvPr>
          <p:cNvSpPr/>
          <p:nvPr/>
        </p:nvSpPr>
        <p:spPr>
          <a:xfrm>
            <a:off x="144370" y="102215"/>
            <a:ext cx="8323111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Establish an FTP client connection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3BF2CE-77EF-4457-A862-C47B3D9EE8FB}"/>
              </a:ext>
            </a:extLst>
          </p:cNvPr>
          <p:cNvSpPr txBox="1"/>
          <p:nvPr/>
        </p:nvSpPr>
        <p:spPr>
          <a:xfrm>
            <a:off x="144370" y="1054834"/>
            <a:ext cx="5268996" cy="24633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sz="2000" dirty="0">
                <a:latin typeface="+mj-lt"/>
              </a:rPr>
              <a:t>Run the </a:t>
            </a:r>
            <a:r>
              <a:rPr lang="en-US" sz="2000" b="1" dirty="0" err="1">
                <a:latin typeface="+mj-lt"/>
              </a:rPr>
              <a:t>dir</a:t>
            </a:r>
            <a:r>
              <a:rPr lang="en-US" sz="2000" b="1" dirty="0">
                <a:latin typeface="+mj-lt"/>
              </a:rPr>
              <a:t> </a:t>
            </a:r>
            <a:r>
              <a:rPr lang="en-US" sz="2000" dirty="0">
                <a:latin typeface="+mj-lt"/>
              </a:rPr>
              <a:t>command before downloading a file or </a:t>
            </a:r>
            <a:r>
              <a:rPr lang="en-US" sz="2000" dirty="0" err="1">
                <a:latin typeface="+mj-lt"/>
              </a:rPr>
              <a:t>or</a:t>
            </a:r>
            <a:r>
              <a:rPr lang="en-US" sz="2000" dirty="0">
                <a:latin typeface="+mj-lt"/>
              </a:rPr>
              <a:t> after uploading a file to view the detailed information of the file. </a:t>
            </a:r>
            <a:endParaRPr lang="en-US" sz="2000" b="1" dirty="0">
              <a:latin typeface="+mj-lt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5D6267B-6066-4F89-9C3C-D708BAF225B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4333" t="19020" r="33083" b="43111"/>
          <a:stretch/>
        </p:blipFill>
        <p:spPr>
          <a:xfrm>
            <a:off x="5192111" y="1200766"/>
            <a:ext cx="6816659" cy="4456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82126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6D3B5378-71E3-4A4C-B094-381AB0128277}"/>
              </a:ext>
            </a:extLst>
          </p:cNvPr>
          <p:cNvSpPr txBox="1"/>
          <p:nvPr/>
        </p:nvSpPr>
        <p:spPr>
          <a:xfrm>
            <a:off x="310055" y="1071879"/>
            <a:ext cx="5999305" cy="46839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sz="1900" dirty="0">
                <a:latin typeface="+mj-lt"/>
              </a:rPr>
              <a:t>Set the transfer mode for the files to be transferred.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sz="1900" dirty="0">
                <a:latin typeface="+mj-lt"/>
              </a:rPr>
              <a:t>Retrieve a file from the FTP server. 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sz="1900" b="1" dirty="0">
                <a:solidFill>
                  <a:srgbClr val="FF0000"/>
                </a:solidFill>
                <a:latin typeface="+mj-lt"/>
              </a:rPr>
              <a:t>NOTE: </a:t>
            </a:r>
            <a:r>
              <a:rPr lang="en-US" sz="1900" dirty="0">
                <a:latin typeface="+mj-lt"/>
              </a:rPr>
              <a:t>if the </a:t>
            </a:r>
            <a:r>
              <a:rPr lang="en-US" sz="1900" dirty="0" err="1">
                <a:latin typeface="+mj-lt"/>
              </a:rPr>
              <a:t>vrpcfg.zip.file</a:t>
            </a:r>
            <a:r>
              <a:rPr lang="en-US" sz="1900" dirty="0">
                <a:latin typeface="+mj-lt"/>
              </a:rPr>
              <a:t> is not present in the sd1: directory of R1, use the save command on R1 to create it. 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sz="1900" dirty="0">
                <a:latin typeface="+mj-lt"/>
              </a:rPr>
              <a:t>After downloading the file from FTP server use the</a:t>
            </a:r>
            <a:r>
              <a:rPr lang="en-US" sz="1900" b="1" dirty="0">
                <a:latin typeface="+mj-lt"/>
              </a:rPr>
              <a:t> bye </a:t>
            </a:r>
            <a:r>
              <a:rPr lang="en-US" sz="1900" dirty="0">
                <a:latin typeface="+mj-lt"/>
              </a:rPr>
              <a:t>command to close the connection 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B8944DA-4F4C-441B-875F-98A7A11EA176}"/>
              </a:ext>
            </a:extLst>
          </p:cNvPr>
          <p:cNvSpPr/>
          <p:nvPr/>
        </p:nvSpPr>
        <p:spPr>
          <a:xfrm>
            <a:off x="124898" y="127790"/>
            <a:ext cx="8323111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Establish an FTP client connection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B5F8195-5044-41A2-8BB9-6ECBFEBA0F0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4333" t="17128" r="59070" b="77097"/>
          <a:stretch/>
        </p:blipFill>
        <p:spPr>
          <a:xfrm>
            <a:off x="6705762" y="1071879"/>
            <a:ext cx="2521970" cy="124182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F066B29-A5FD-4CA9-B570-FF2580B1BA6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4000" t="30666" r="47117" b="57038"/>
          <a:stretch/>
        </p:blipFill>
        <p:spPr>
          <a:xfrm>
            <a:off x="6573520" y="2313700"/>
            <a:ext cx="5308425" cy="19444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FBAE742-7EF5-428C-A5D7-74A4493E3BB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4250" t="51845" r="58426" b="42829"/>
          <a:stretch/>
        </p:blipFill>
        <p:spPr>
          <a:xfrm>
            <a:off x="6797040" y="4618989"/>
            <a:ext cx="2580640" cy="1055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94910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9B8944DA-4F4C-441B-875F-98A7A11EA176}"/>
              </a:ext>
            </a:extLst>
          </p:cNvPr>
          <p:cNvSpPr/>
          <p:nvPr/>
        </p:nvSpPr>
        <p:spPr>
          <a:xfrm>
            <a:off x="124898" y="127790"/>
            <a:ext cx="8323111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Establish an FTP client connection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F34C640-FBA4-47D9-9E8C-067A64FB2B3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3750" t="57185" r="39333" b="11111"/>
          <a:stretch/>
        </p:blipFill>
        <p:spPr>
          <a:xfrm>
            <a:off x="2915920" y="897230"/>
            <a:ext cx="6217920" cy="411961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853611F-3C20-42F2-BAD9-E001671E249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5334" t="11324" r="38250" b="85185"/>
          <a:stretch/>
        </p:blipFill>
        <p:spPr>
          <a:xfrm>
            <a:off x="3294445" y="4996523"/>
            <a:ext cx="6152224" cy="457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58651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6D3B5378-71E3-4A4C-B094-381AB0128277}"/>
              </a:ext>
            </a:extLst>
          </p:cNvPr>
          <p:cNvSpPr txBox="1"/>
          <p:nvPr/>
        </p:nvSpPr>
        <p:spPr>
          <a:xfrm>
            <a:off x="310055" y="1071879"/>
            <a:ext cx="4993465" cy="3514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sz="1900" dirty="0">
                <a:latin typeface="+mj-lt"/>
              </a:rPr>
              <a:t>A file can be uploaded to the FTP server by using the command </a:t>
            </a:r>
            <a:r>
              <a:rPr lang="en-US" sz="1900" b="1" dirty="0">
                <a:latin typeface="+mj-lt"/>
              </a:rPr>
              <a:t>put</a:t>
            </a:r>
            <a:r>
              <a:rPr lang="en-US" sz="1900" dirty="0">
                <a:latin typeface="+mj-lt"/>
              </a:rPr>
              <a:t>, for which a new file name can also be assigned.  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sz="1900" dirty="0">
                <a:latin typeface="+mj-lt"/>
              </a:rPr>
              <a:t>After uploading the file, check for the presence of the file on FTP server. 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B8944DA-4F4C-441B-875F-98A7A11EA176}"/>
              </a:ext>
            </a:extLst>
          </p:cNvPr>
          <p:cNvSpPr/>
          <p:nvPr/>
        </p:nvSpPr>
        <p:spPr>
          <a:xfrm>
            <a:off x="124898" y="127790"/>
            <a:ext cx="8323111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Establish an FTP client connection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54A4225-4EB1-46DF-AB56-7610AC4774F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4678" t="18927" r="46964" b="71363"/>
          <a:stretch/>
        </p:blipFill>
        <p:spPr>
          <a:xfrm>
            <a:off x="6282876" y="1071879"/>
            <a:ext cx="4814580" cy="143255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FF2BAC3-46B9-46BF-A48E-63AA7E81D37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4166" t="32593" r="39750" b="41926"/>
          <a:stretch/>
        </p:blipFill>
        <p:spPr>
          <a:xfrm>
            <a:off x="6096000" y="3118064"/>
            <a:ext cx="5345340" cy="2937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37522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6D3B5378-71E3-4A4C-B094-381AB0128277}"/>
              </a:ext>
            </a:extLst>
          </p:cNvPr>
          <p:cNvSpPr txBox="1"/>
          <p:nvPr/>
        </p:nvSpPr>
        <p:spPr>
          <a:xfrm>
            <a:off x="299895" y="1346199"/>
            <a:ext cx="5013785" cy="3514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sz="1900" dirty="0">
                <a:latin typeface="+mj-lt"/>
              </a:rPr>
              <a:t>Remove the created vrpnew2.zip files on R1 and R2. 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sz="1900" dirty="0">
                <a:latin typeface="+mj-lt"/>
              </a:rPr>
              <a:t>NOTE: take extreme care when deleting the configuration files so to ensure that the entire flash:/ directory of R1 and R2 is not erased 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B8944DA-4F4C-441B-875F-98A7A11EA176}"/>
              </a:ext>
            </a:extLst>
          </p:cNvPr>
          <p:cNvSpPr/>
          <p:nvPr/>
        </p:nvSpPr>
        <p:spPr>
          <a:xfrm>
            <a:off x="124898" y="127790"/>
            <a:ext cx="8323111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Establish an FTP client connection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E0E76E6-3296-48BC-A41E-BCCFE93E528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4836" t="61184" r="51373" b="23901"/>
          <a:stretch/>
        </p:blipFill>
        <p:spPr>
          <a:xfrm>
            <a:off x="6715760" y="1554480"/>
            <a:ext cx="4609578" cy="2804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52718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9B8944DA-4F4C-441B-875F-98A7A11EA176}"/>
              </a:ext>
            </a:extLst>
          </p:cNvPr>
          <p:cNvSpPr/>
          <p:nvPr/>
        </p:nvSpPr>
        <p:spPr>
          <a:xfrm>
            <a:off x="119705" y="190635"/>
            <a:ext cx="4544770" cy="73866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Final configuration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B83C52B-B73D-4E4D-9465-C9A8F321E86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5082" t="18815" r="40834" b="39111"/>
          <a:stretch/>
        </p:blipFill>
        <p:spPr>
          <a:xfrm>
            <a:off x="119705" y="929299"/>
            <a:ext cx="5292316" cy="520075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160BD6F-79D3-45C3-95AC-61E6415196C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5083" t="60296" r="34167" b="9482"/>
          <a:stretch/>
        </p:blipFill>
        <p:spPr>
          <a:xfrm>
            <a:off x="5503459" y="1127760"/>
            <a:ext cx="6688541" cy="3697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57921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9B8944DA-4F4C-441B-875F-98A7A11EA176}"/>
              </a:ext>
            </a:extLst>
          </p:cNvPr>
          <p:cNvSpPr/>
          <p:nvPr/>
        </p:nvSpPr>
        <p:spPr>
          <a:xfrm>
            <a:off x="119705" y="190635"/>
            <a:ext cx="4544770" cy="73866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Final configuration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78F9CBA-D5A5-4D7B-AB4B-989ADE4A61D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4417" t="33424" r="33167" b="29481"/>
          <a:stretch/>
        </p:blipFill>
        <p:spPr>
          <a:xfrm>
            <a:off x="365760" y="929299"/>
            <a:ext cx="8148320" cy="5244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41407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D5E05F1-96EB-4D23-9A0A-A0CD1B3AD780}"/>
              </a:ext>
            </a:extLst>
          </p:cNvPr>
          <p:cNvSpPr txBox="1"/>
          <p:nvPr/>
        </p:nvSpPr>
        <p:spPr>
          <a:xfrm>
            <a:off x="1318846" y="1639278"/>
            <a:ext cx="6098344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i="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FileZilla Client,</a:t>
            </a:r>
          </a:p>
          <a:p>
            <a:r>
              <a:rPr lang="en-IN" sz="2800" b="1" i="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FTP Voyager,</a:t>
            </a:r>
          </a:p>
          <a:p>
            <a:r>
              <a:rPr lang="en-IN" sz="2800" b="1" i="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WinSCP, </a:t>
            </a:r>
          </a:p>
          <a:p>
            <a:r>
              <a:rPr lang="en-IN" sz="2800" b="1" i="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Coffee Cup Free FTP,</a:t>
            </a:r>
          </a:p>
          <a:p>
            <a:r>
              <a:rPr lang="en-IN" sz="2800" b="1" i="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Core FTP.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2789916"/>
      </p:ext>
    </p:extLst>
  </p:cSld>
  <p:clrMapOvr>
    <a:masterClrMapping/>
  </p:clrMapOvr>
</p:sld>
</file>

<file path=ppt/theme/theme1.xml><?xml version="1.0" encoding="utf-8"?>
<a:theme xmlns:a="http://schemas.openxmlformats.org/drawingml/2006/main" name="1_RetrospectVTI">
  <a:themeElements>
    <a:clrScheme name="Custom 37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9BA8B7"/>
      </a:accent1>
      <a:accent2>
        <a:srgbClr val="E6A02E"/>
      </a:accent2>
      <a:accent3>
        <a:srgbClr val="BF6A3B"/>
      </a:accent3>
      <a:accent4>
        <a:srgbClr val="92987A"/>
      </a:accent4>
      <a:accent5>
        <a:srgbClr val="857659"/>
      </a:accent5>
      <a:accent6>
        <a:srgbClr val="A0988C"/>
      </a:accent6>
      <a:hlink>
        <a:srgbClr val="00B0F0"/>
      </a:hlink>
      <a:folHlink>
        <a:srgbClr val="738F97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WO.pptx" id="{769520F8-BFE5-4C8C-A7AA-375C025A91CE}" vid="{AEAFD717-D3C8-4034-8F7E-D5220B0CCEB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BE9DE761D8C4448868F302D369B5C3D" ma:contentTypeVersion="13" ma:contentTypeDescription="Create a new document." ma:contentTypeScope="" ma:versionID="dfe36e3e778102bef2bd18c318dfc9a9">
  <xsd:schema xmlns:xsd="http://www.w3.org/2001/XMLSchema" xmlns:xs="http://www.w3.org/2001/XMLSchema" xmlns:p="http://schemas.microsoft.com/office/2006/metadata/properties" xmlns:ns3="9e1e26e7-5f7e-4989-b4fb-d31397fc098b" xmlns:ns4="596a0d73-a34e-4cf5-85d7-50d4e390f3c9" targetNamespace="http://schemas.microsoft.com/office/2006/metadata/properties" ma:root="true" ma:fieldsID="67e077d59bc089f988751e544093422b" ns3:_="" ns4:_="">
    <xsd:import namespace="9e1e26e7-5f7e-4989-b4fb-d31397fc098b"/>
    <xsd:import namespace="596a0d73-a34e-4cf5-85d7-50d4e390f3c9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DateTaken" minOccurs="0"/>
                <xsd:element ref="ns3:MediaServiceLocation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e1e26e7-5f7e-4989-b4fb-d31397fc098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Location" ma:internalName="MediaServiceLocatio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96a0d73-a34e-4cf5-85d7-50d4e390f3c9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0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F8060EC3-C5C7-44FE-8A63-F1EF641E7A9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0036E87-846B-443D-85C4-0D17134E258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e1e26e7-5f7e-4989-b4fb-d31397fc098b"/>
    <ds:schemaRef ds:uri="596a0d73-a34e-4cf5-85d7-50d4e390f3c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3A306C0-5857-41A0-A45A-37184B633C10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9044</TotalTime>
  <Words>423</Words>
  <Application>Microsoft Macintosh PowerPoint</Application>
  <PresentationFormat>Widescreen</PresentationFormat>
  <Paragraphs>45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Bookman Old Style</vt:lpstr>
      <vt:lpstr>Calibri</vt:lpstr>
      <vt:lpstr>Courier New</vt:lpstr>
      <vt:lpstr>Franklin Gothic Book</vt:lpstr>
      <vt:lpstr>Times New Roman</vt:lpstr>
      <vt:lpstr>Wingdings</vt:lpstr>
      <vt:lpstr>1_RetrospectVTI</vt:lpstr>
      <vt:lpstr>COMPUTER NETWORKING</vt:lpstr>
      <vt:lpstr>FTP</vt:lpstr>
      <vt:lpstr>OBJECTIVES</vt:lpstr>
      <vt:lpstr>FTP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NETWORKING</dc:title>
  <dc:creator>Ranya Al-wajih</dc:creator>
  <cp:lastModifiedBy>Abdullahi Mujaheed Saleh</cp:lastModifiedBy>
  <cp:revision>9</cp:revision>
  <dcterms:created xsi:type="dcterms:W3CDTF">2020-12-22T02:57:04Z</dcterms:created>
  <dcterms:modified xsi:type="dcterms:W3CDTF">2024-02-29T05:05:47Z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0x010100ABE9DE761D8C4448868F302D369B5C3D</vt:lpwstr>
  </property>
</Properties>
</file>