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6" r:id="rId4"/>
  </p:sldMasterIdLst>
  <p:notesMasterIdLst>
    <p:notesMasterId r:id="rId40"/>
  </p:notesMasterIdLst>
  <p:sldIdLst>
    <p:sldId id="257" r:id="rId5"/>
    <p:sldId id="258" r:id="rId6"/>
    <p:sldId id="259" r:id="rId7"/>
    <p:sldId id="263" r:id="rId8"/>
    <p:sldId id="313" r:id="rId9"/>
    <p:sldId id="323" r:id="rId10"/>
    <p:sldId id="328" r:id="rId11"/>
    <p:sldId id="327" r:id="rId12"/>
    <p:sldId id="293" r:id="rId13"/>
    <p:sldId id="307" r:id="rId14"/>
    <p:sldId id="325" r:id="rId15"/>
    <p:sldId id="297" r:id="rId16"/>
    <p:sldId id="314" r:id="rId17"/>
    <p:sldId id="315" r:id="rId18"/>
    <p:sldId id="308" r:id="rId19"/>
    <p:sldId id="316" r:id="rId20"/>
    <p:sldId id="298" r:id="rId21"/>
    <p:sldId id="317" r:id="rId22"/>
    <p:sldId id="326" r:id="rId23"/>
    <p:sldId id="300" r:id="rId24"/>
    <p:sldId id="318" r:id="rId25"/>
    <p:sldId id="299" r:id="rId26"/>
    <p:sldId id="302" r:id="rId27"/>
    <p:sldId id="309" r:id="rId28"/>
    <p:sldId id="319" r:id="rId29"/>
    <p:sldId id="320" r:id="rId30"/>
    <p:sldId id="321" r:id="rId31"/>
    <p:sldId id="322" r:id="rId32"/>
    <p:sldId id="310" r:id="rId33"/>
    <p:sldId id="306" r:id="rId34"/>
    <p:sldId id="329" r:id="rId35"/>
    <p:sldId id="330" r:id="rId36"/>
    <p:sldId id="331" r:id="rId37"/>
    <p:sldId id="324" r:id="rId38"/>
    <p:sldId id="264" r:id="rId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A8B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05ECC75-EC8E-49E0-AB4F-1802B05FA9DB}" v="33" dt="2021-03-22T03:35:40.76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743" autoAdjust="0"/>
    <p:restoredTop sz="94660"/>
  </p:normalViewPr>
  <p:slideViewPr>
    <p:cSldViewPr snapToGrid="0">
      <p:cViewPr>
        <p:scale>
          <a:sx n="70" d="100"/>
          <a:sy n="70" d="100"/>
        </p:scale>
        <p:origin x="-102" y="-3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notesMaster" Target="notesMasters/notesMaster1.xml"/><Relationship Id="rId45"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20" Type="http://schemas.openxmlformats.org/officeDocument/2006/relationships/slide" Target="slides/slide16.xml"/><Relationship Id="rId41"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7D4A978-80D3-4E8E-AD1F-975D098D4FBA}" type="datetimeFigureOut">
              <a:rPr lang="en-US" smtClean="0"/>
              <a:t>2/14/2023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88E240F-B9B5-49C3-9B08-53B2754F55C6}" type="slidenum">
              <a:rPr lang="en-US" smtClean="0"/>
              <a:t>‹#›</a:t>
            </a:fld>
            <a:endParaRPr lang="en-US"/>
          </a:p>
        </p:txBody>
      </p:sp>
    </p:spTree>
    <p:extLst>
      <p:ext uri="{BB962C8B-B14F-4D97-AF65-F5344CB8AC3E}">
        <p14:creationId xmlns:p14="http://schemas.microsoft.com/office/powerpoint/2010/main" val="32579706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9E3965E-AC41-4711-9D10-E25ABB132D86}"/>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90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645152"/>
            <a:ext cx="10058400" cy="1143000"/>
          </a:xfrm>
        </p:spPr>
        <p:txBody>
          <a:bodyPr lIns="91440" rIns="91440">
            <a:normAutofit/>
          </a:bodyPr>
          <a:lstStyle>
            <a:lvl1pPr marL="0" indent="0" algn="l">
              <a:buNone/>
              <a:defRPr sz="2400" cap="all" spc="2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cxnSp>
        <p:nvCxnSpPr>
          <p:cNvPr id="9" name="Straight Connector 8">
            <a:extLst>
              <a:ext uri="{FF2B5EF4-FFF2-40B4-BE49-F238E27FC236}">
                <a16:creationId xmlns:a16="http://schemas.microsoft.com/office/drawing/2014/main" id="{1F5DC8C3-BA5F-4EED-BB9A-A14272BD82A1}"/>
              </a:ext>
            </a:extLst>
          </p:cNvPr>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9925CCF1-92C0-4AF3-BFAF-4921631915AB}"/>
              </a:ext>
            </a:extLst>
          </p:cNvPr>
          <p:cNvSpPr>
            <a:spLocks noGrp="1"/>
          </p:cNvSpPr>
          <p:nvPr>
            <p:ph type="dt" sz="half" idx="10"/>
          </p:nvPr>
        </p:nvSpPr>
        <p:spPr/>
        <p:txBody>
          <a:bodyPr/>
          <a:lstStyle/>
          <a:p>
            <a:fld id="{9184DA70-C731-4C70-880D-CCD4705E623C}" type="datetime1">
              <a:rPr lang="en-US" smtClean="0"/>
              <a:t>2/14/2023</a:t>
            </a:fld>
            <a:endParaRPr lang="en-US" dirty="0"/>
          </a:p>
        </p:txBody>
      </p:sp>
      <p:sp>
        <p:nvSpPr>
          <p:cNvPr id="5" name="Footer Placeholder 4">
            <a:extLst>
              <a:ext uri="{FF2B5EF4-FFF2-40B4-BE49-F238E27FC236}">
                <a16:creationId xmlns:a16="http://schemas.microsoft.com/office/drawing/2014/main" id="{051A78A9-3DFF-4937-A9F2-5D8CF495F36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FAEB271-5CC0-4759-BC6E-8BE53AB227C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583314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54D8B55-9EA8-4B81-8E84-9B93B0A27559}"/>
              </a:ext>
            </a:extLst>
          </p:cNvPr>
          <p:cNvSpPr>
            <a:spLocks noGrp="1"/>
          </p:cNvSpPr>
          <p:nvPr>
            <p:ph type="dt" sz="half" idx="10"/>
          </p:nvPr>
        </p:nvSpPr>
        <p:spPr/>
        <p:txBody>
          <a:bodyPr/>
          <a:lstStyle/>
          <a:p>
            <a:fld id="{4BE1D723-8F53-4F53-90B0-1982A396982E}" type="datetime1">
              <a:rPr lang="en-US" smtClean="0"/>
              <a:t>2/14/2023</a:t>
            </a:fld>
            <a:endParaRPr lang="en-US" dirty="0"/>
          </a:p>
        </p:txBody>
      </p:sp>
      <p:sp>
        <p:nvSpPr>
          <p:cNvPr id="8" name="Footer Placeholder 7">
            <a:extLst>
              <a:ext uri="{FF2B5EF4-FFF2-40B4-BE49-F238E27FC236}">
                <a16:creationId xmlns:a16="http://schemas.microsoft.com/office/drawing/2014/main" id="{062CA021-2578-47CB-822C-BDDFF7223B28}"/>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4AAB51D-4141-4682-9375-DAFD5FB9DD1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926706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585C21A-8B93-4657-B5DF-7EAEAD3BE127}"/>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90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663440"/>
            <a:ext cx="10058400" cy="1143000"/>
          </a:xfrm>
        </p:spPr>
        <p:txBody>
          <a:bodyPr lIns="91440" rIns="91440" anchor="t" anchorCtr="0">
            <a:normAutofit/>
          </a:bodyPr>
          <a:lstStyle>
            <a:lvl1pPr marL="0" indent="0">
              <a:buNone/>
              <a:defRPr sz="2400" cap="all" spc="200" baseline="0">
                <a:solidFill>
                  <a:schemeClr val="tx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cxnSp>
        <p:nvCxnSpPr>
          <p:cNvPr id="9" name="Straight Connector 8">
            <a:extLst>
              <a:ext uri="{FF2B5EF4-FFF2-40B4-BE49-F238E27FC236}">
                <a16:creationId xmlns:a16="http://schemas.microsoft.com/office/drawing/2014/main" id="{459DE2C1-4C52-40A3-8959-27B2C1BEBFF6}"/>
              </a:ext>
            </a:extLst>
          </p:cNvPr>
          <p:cNvCxnSpPr/>
          <p:nvPr/>
        </p:nvCxnSpPr>
        <p:spPr>
          <a:xfrm>
            <a:off x="1207658" y="4485132"/>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Date Placeholder 6">
            <a:extLst>
              <a:ext uri="{FF2B5EF4-FFF2-40B4-BE49-F238E27FC236}">
                <a16:creationId xmlns:a16="http://schemas.microsoft.com/office/drawing/2014/main" id="{AAF2E137-EC28-48F8-9198-1F02539029B6}"/>
              </a:ext>
            </a:extLst>
          </p:cNvPr>
          <p:cNvSpPr>
            <a:spLocks noGrp="1"/>
          </p:cNvSpPr>
          <p:nvPr>
            <p:ph type="dt" sz="half" idx="10"/>
          </p:nvPr>
        </p:nvSpPr>
        <p:spPr/>
        <p:txBody>
          <a:bodyPr/>
          <a:lstStyle/>
          <a:p>
            <a:fld id="{97669AF7-7BEB-44E4-9852-375E34362B5B}" type="datetime1">
              <a:rPr lang="en-US" smtClean="0"/>
              <a:t>2/14/2023</a:t>
            </a:fld>
            <a:endParaRPr lang="en-US" dirty="0"/>
          </a:p>
        </p:txBody>
      </p:sp>
      <p:sp>
        <p:nvSpPr>
          <p:cNvPr id="8" name="Footer Placeholder 7">
            <a:extLst>
              <a:ext uri="{FF2B5EF4-FFF2-40B4-BE49-F238E27FC236}">
                <a16:creationId xmlns:a16="http://schemas.microsoft.com/office/drawing/2014/main" id="{189422CD-6F62-4DD6-89EF-07A60B42D219}"/>
              </a:ext>
            </a:extLst>
          </p:cNvPr>
          <p:cNvSpPr>
            <a:spLocks noGrp="1"/>
          </p:cNvSpPr>
          <p:nvPr>
            <p:ph type="ftr" sz="quarter" idx="11"/>
          </p:nvPr>
        </p:nvSpPr>
        <p:spPr/>
        <p:txBody>
          <a:bodyPr/>
          <a:lstStyle/>
          <a:p>
            <a:endParaRPr lang="en-US" dirty="0"/>
          </a:p>
        </p:txBody>
      </p:sp>
      <p:sp>
        <p:nvSpPr>
          <p:cNvPr id="11" name="Slide Number Placeholder 10">
            <a:extLst>
              <a:ext uri="{FF2B5EF4-FFF2-40B4-BE49-F238E27FC236}">
                <a16:creationId xmlns:a16="http://schemas.microsoft.com/office/drawing/2014/main" id="{69C6AFF8-42B4-4D05-969B-9F5FB335555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3041625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2120900"/>
            <a:ext cx="4639736" cy="37481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15944" y="2120900"/>
            <a:ext cx="4639736" cy="3748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5782D47D-B0DC-4C40-BCC6-BBBA32584A38}"/>
              </a:ext>
            </a:extLst>
          </p:cNvPr>
          <p:cNvSpPr>
            <a:spLocks noGrp="1"/>
          </p:cNvSpPr>
          <p:nvPr>
            <p:ph type="dt" sz="half" idx="10"/>
          </p:nvPr>
        </p:nvSpPr>
        <p:spPr/>
        <p:txBody>
          <a:bodyPr/>
          <a:lstStyle/>
          <a:p>
            <a:fld id="{BAAAC38D-0552-4C82-B593-E6124DFADBE2}" type="datetime1">
              <a:rPr lang="en-US" smtClean="0"/>
              <a:t>2/14/2023</a:t>
            </a:fld>
            <a:endParaRPr lang="en-US" dirty="0"/>
          </a:p>
        </p:txBody>
      </p:sp>
      <p:sp>
        <p:nvSpPr>
          <p:cNvPr id="9" name="Footer Placeholder 8">
            <a:extLst>
              <a:ext uri="{FF2B5EF4-FFF2-40B4-BE49-F238E27FC236}">
                <a16:creationId xmlns:a16="http://schemas.microsoft.com/office/drawing/2014/main" id="{4690D34E-7EBD-44B2-83CA-4C126A18D7EF}"/>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2AC511A1-9BBD-42DE-92FB-2AF44F8E97A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566630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958274"/>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15944"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15944" y="2958273"/>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8AF8A515-AA94-45D1-9223-5C2272618D85}"/>
              </a:ext>
            </a:extLst>
          </p:cNvPr>
          <p:cNvSpPr>
            <a:spLocks noGrp="1"/>
          </p:cNvSpPr>
          <p:nvPr>
            <p:ph type="dt" sz="half" idx="10"/>
          </p:nvPr>
        </p:nvSpPr>
        <p:spPr/>
        <p:txBody>
          <a:bodyPr/>
          <a:lstStyle/>
          <a:p>
            <a:fld id="{D9DF0F1C-5577-4ACB-BB62-DF8F3C494C7E}" type="datetime1">
              <a:rPr lang="en-US" smtClean="0"/>
              <a:t>2/14/2023</a:t>
            </a:fld>
            <a:endParaRPr lang="en-US" dirty="0"/>
          </a:p>
        </p:txBody>
      </p:sp>
      <p:sp>
        <p:nvSpPr>
          <p:cNvPr id="11" name="Footer Placeholder 10">
            <a:extLst>
              <a:ext uri="{FF2B5EF4-FFF2-40B4-BE49-F238E27FC236}">
                <a16:creationId xmlns:a16="http://schemas.microsoft.com/office/drawing/2014/main" id="{D052F5BC-98E0-4D60-AD67-9547738B7DD4}"/>
              </a:ext>
            </a:extLst>
          </p:cNvPr>
          <p:cNvSpPr>
            <a:spLocks noGrp="1"/>
          </p:cNvSpPr>
          <p:nvPr>
            <p:ph type="ftr" sz="quarter" idx="11"/>
          </p:nvPr>
        </p:nvSpPr>
        <p:spPr/>
        <p:txBody>
          <a:bodyPr/>
          <a:lstStyle/>
          <a:p>
            <a:endParaRPr lang="en-US" dirty="0"/>
          </a:p>
        </p:txBody>
      </p:sp>
      <p:sp>
        <p:nvSpPr>
          <p:cNvPr id="12" name="Slide Number Placeholder 11">
            <a:extLst>
              <a:ext uri="{FF2B5EF4-FFF2-40B4-BE49-F238E27FC236}">
                <a16:creationId xmlns:a16="http://schemas.microsoft.com/office/drawing/2014/main" id="{A38552DC-952E-41EA-AAAF-C2187523C0B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0681946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Date Placeholder 5">
            <a:extLst>
              <a:ext uri="{FF2B5EF4-FFF2-40B4-BE49-F238E27FC236}">
                <a16:creationId xmlns:a16="http://schemas.microsoft.com/office/drawing/2014/main" id="{7392073F-158F-44A3-8913-917AFFC1BC20}"/>
              </a:ext>
            </a:extLst>
          </p:cNvPr>
          <p:cNvSpPr>
            <a:spLocks noGrp="1"/>
          </p:cNvSpPr>
          <p:nvPr>
            <p:ph type="dt" sz="half" idx="10"/>
          </p:nvPr>
        </p:nvSpPr>
        <p:spPr/>
        <p:txBody>
          <a:bodyPr/>
          <a:lstStyle/>
          <a:p>
            <a:fld id="{1775B394-D9F9-4F0C-B15D-605F45CB9E9F}" type="datetime1">
              <a:rPr lang="en-US" smtClean="0"/>
              <a:t>2/14/2023</a:t>
            </a:fld>
            <a:endParaRPr lang="en-US" dirty="0"/>
          </a:p>
        </p:txBody>
      </p:sp>
      <p:sp>
        <p:nvSpPr>
          <p:cNvPr id="7" name="Footer Placeholder 6">
            <a:extLst>
              <a:ext uri="{FF2B5EF4-FFF2-40B4-BE49-F238E27FC236}">
                <a16:creationId xmlns:a16="http://schemas.microsoft.com/office/drawing/2014/main" id="{EED72207-24CA-42B7-A975-2F8E41CBA904}"/>
              </a:ext>
            </a:extLst>
          </p:cNvPr>
          <p:cNvSpPr>
            <a:spLocks noGrp="1"/>
          </p:cNvSpPr>
          <p:nvPr>
            <p:ph type="ftr" sz="quarter" idx="11"/>
          </p:nvPr>
        </p:nvSpPr>
        <p:spPr/>
        <p:txBody>
          <a:bodyPr/>
          <a:lstStyle/>
          <a:p>
            <a:endParaRPr lang="en-US" dirty="0"/>
          </a:p>
        </p:txBody>
      </p:sp>
      <p:sp>
        <p:nvSpPr>
          <p:cNvPr id="8" name="Slide Number Placeholder 7">
            <a:extLst>
              <a:ext uri="{FF2B5EF4-FFF2-40B4-BE49-F238E27FC236}">
                <a16:creationId xmlns:a16="http://schemas.microsoft.com/office/drawing/2014/main" id="{D01080F2-251A-4B88-9A62-16F46D724F83}"/>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118605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8E9C91B-7EAD-4562-AB0E-DFB9663AECE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a:extLst>
              <a:ext uri="{FF2B5EF4-FFF2-40B4-BE49-F238E27FC236}">
                <a16:creationId xmlns:a16="http://schemas.microsoft.com/office/drawing/2014/main" id="{94E9223F-721F-47BF-9FD5-0F8D12FF0DE1}"/>
              </a:ext>
            </a:extLst>
          </p:cNvPr>
          <p:cNvSpPr>
            <a:spLocks noGrp="1"/>
          </p:cNvSpPr>
          <p:nvPr>
            <p:ph type="dt" sz="half" idx="10"/>
          </p:nvPr>
        </p:nvSpPr>
        <p:spPr/>
        <p:txBody>
          <a:bodyPr/>
          <a:lstStyle/>
          <a:p>
            <a:fld id="{39667345-2558-425A-8533-9BFDBCE15005}" type="datetime1">
              <a:rPr lang="en-US" smtClean="0"/>
              <a:t>2/14/2023</a:t>
            </a:fld>
            <a:endParaRPr lang="en-US" dirty="0"/>
          </a:p>
        </p:txBody>
      </p:sp>
      <p:sp>
        <p:nvSpPr>
          <p:cNvPr id="3" name="Footer Placeholder 2">
            <a:extLst>
              <a:ext uri="{FF2B5EF4-FFF2-40B4-BE49-F238E27FC236}">
                <a16:creationId xmlns:a16="http://schemas.microsoft.com/office/drawing/2014/main" id="{05915714-6BBA-4593-8591-4E26F7D58D9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0014226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6D90D66-BCB9-4229-A829-628874352AC0}"/>
              </a:ext>
            </a:extLst>
          </p:cNvPr>
          <p:cNvSpPr/>
          <p:nvPr/>
        </p:nvSpPr>
        <p:spPr>
          <a:xfrm>
            <a:off x="16" y="0"/>
            <a:ext cx="4654296"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3466" y="786383"/>
            <a:ext cx="3517567" cy="2093975"/>
          </a:xfrm>
        </p:spPr>
        <p:txBody>
          <a:bodyPr anchor="b">
            <a:normAutofit/>
          </a:bodyPr>
          <a:lstStyle>
            <a:lvl1pPr>
              <a:lnSpc>
                <a:spcPct val="90000"/>
              </a:lnSpc>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5458984" y="812799"/>
            <a:ext cx="5928344" cy="52947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43465" y="3043050"/>
            <a:ext cx="3517567" cy="3064505"/>
          </a:xfrm>
        </p:spPr>
        <p:txBody>
          <a:bodyPr lIns="91440" rIns="91440">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43464" y="6446520"/>
            <a:ext cx="3517568" cy="365125"/>
          </a:xfrm>
        </p:spPr>
        <p:txBody>
          <a:bodyPr/>
          <a:lstStyle>
            <a:lvl1pPr algn="l">
              <a:defRPr/>
            </a:lvl1pPr>
          </a:lstStyle>
          <a:p>
            <a:fld id="{92BEA474-078D-4E9B-9B14-09A87B19DC46}" type="datetime1">
              <a:rPr lang="en-US" smtClean="0"/>
              <a:t>2/14/2023</a:t>
            </a:fld>
            <a:endParaRPr lang="en-US" dirty="0"/>
          </a:p>
        </p:txBody>
      </p:sp>
      <p:sp>
        <p:nvSpPr>
          <p:cNvPr id="6" name="Footer Placeholder 5"/>
          <p:cNvSpPr>
            <a:spLocks noGrp="1"/>
          </p:cNvSpPr>
          <p:nvPr>
            <p:ph type="ftr" sz="quarter" idx="11"/>
          </p:nvPr>
        </p:nvSpPr>
        <p:spPr>
          <a:xfrm>
            <a:off x="5458983" y="6446520"/>
            <a:ext cx="5334019"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9332822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A134939-39C0-4522-A125-A13DFDA66490}"/>
              </a:ext>
            </a:extLst>
          </p:cNvPr>
          <p:cNvSpPr/>
          <p:nvPr/>
        </p:nvSpPr>
        <p:spPr>
          <a:xfrm>
            <a:off x="0" y="4578350"/>
            <a:ext cx="12188825" cy="227965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15" y="0"/>
            <a:ext cx="12191985" cy="4578350"/>
          </a:xfrm>
          <a:solidFill>
            <a:schemeClr val="bg1">
              <a:lumMod val="85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1097279" y="4799362"/>
            <a:ext cx="10113645" cy="743682"/>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1097279" y="5715000"/>
            <a:ext cx="10113264" cy="609600"/>
          </a:xfrm>
        </p:spPr>
        <p:txBody>
          <a:bodyPr lIns="91440" tIns="0" rIns="91440" bIns="0">
            <a:normAutofit/>
          </a:bodyPr>
          <a:lstStyle>
            <a:lvl1pPr marL="0" indent="0">
              <a:spcBef>
                <a:spcPts val="0"/>
              </a:spcBef>
              <a:spcAft>
                <a:spcPts val="600"/>
              </a:spcAft>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4907D986-8816-4272-A432-0437A28A9828}" type="datetime1">
              <a:rPr lang="en-US" smtClean="0"/>
              <a:t>2/14/2023</a:t>
            </a:fld>
            <a:endParaRPr lang="en-US" dirty="0"/>
          </a:p>
        </p:txBody>
      </p:sp>
      <p:sp>
        <p:nvSpPr>
          <p:cNvPr id="6" name="Footer Placeholder 5"/>
          <p:cNvSpPr>
            <a:spLocks noGrp="1"/>
          </p:cNvSpPr>
          <p:nvPr>
            <p:ph type="ftr" sz="quarter" idx="11"/>
          </p:nvPr>
        </p:nvSpPr>
        <p:spPr>
          <a:xfrm>
            <a:off x="1097279" y="6446838"/>
            <a:ext cx="6818262" cy="365125"/>
          </a:xfrm>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5232677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7D5506EE-1026-4F35-9ACC-BD05BE0F9B36}"/>
              </a:ext>
            </a:extLst>
          </p:cNvPr>
          <p:cNvSpPr>
            <a:spLocks noGrp="1"/>
          </p:cNvSpPr>
          <p:nvPr>
            <p:ph type="dt" sz="half" idx="10"/>
          </p:nvPr>
        </p:nvSpPr>
        <p:spPr/>
        <p:txBody>
          <a:bodyPr/>
          <a:lstStyle/>
          <a:p>
            <a:fld id="{B612A279-0833-481D-8C56-F67FD0AC6C50}" type="datetime1">
              <a:rPr lang="en-US" smtClean="0"/>
              <a:t>2/14/2023</a:t>
            </a:fld>
            <a:endParaRPr lang="en-US" dirty="0"/>
          </a:p>
        </p:txBody>
      </p:sp>
      <p:sp>
        <p:nvSpPr>
          <p:cNvPr id="8" name="Footer Placeholder 7">
            <a:extLst>
              <a:ext uri="{FF2B5EF4-FFF2-40B4-BE49-F238E27FC236}">
                <a16:creationId xmlns:a16="http://schemas.microsoft.com/office/drawing/2014/main" id="{B7696E5F-8D95-4450-AE52-5438E6EDE2BF}"/>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999B2253-74CC-409E-BEB0-F8EFCFCB562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6722698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1B68A5B-D9FA-424B-A4EB-30E7223836B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AF33D6B0-F070-45C4-A472-19F432BE3932}"/>
              </a:ext>
            </a:extLst>
          </p:cNvPr>
          <p:cNvSpPr>
            <a:spLocks noGrp="1"/>
          </p:cNvSpPr>
          <p:nvPr>
            <p:ph type="dt" sz="half" idx="10"/>
          </p:nvPr>
        </p:nvSpPr>
        <p:spPr/>
        <p:txBody>
          <a:bodyPr/>
          <a:lstStyle/>
          <a:p>
            <a:fld id="{6587DA83-5663-4C9C-B9AA-0B40A3DAFF81}" type="datetime1">
              <a:rPr lang="en-US" smtClean="0"/>
              <a:t>2/14/2023</a:t>
            </a:fld>
            <a:endParaRPr lang="en-US" dirty="0"/>
          </a:p>
        </p:txBody>
      </p:sp>
      <p:sp>
        <p:nvSpPr>
          <p:cNvPr id="8" name="Footer Placeholder 7">
            <a:extLst>
              <a:ext uri="{FF2B5EF4-FFF2-40B4-BE49-F238E27FC236}">
                <a16:creationId xmlns:a16="http://schemas.microsoft.com/office/drawing/2014/main" id="{9975399F-DAB2-410D-967F-ED17E6F796E7}"/>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F762A46F-6BE5-4D12-9412-5CA7672EA8EC}"/>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7618272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16A0E3C-60E6-4F39-BC55-5F7C224E1F7C}"/>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800">
                <a:solidFill>
                  <a:srgbClr val="FFFFFF"/>
                </a:solidFill>
              </a:defRPr>
            </a:lvl1pPr>
          </a:lstStyle>
          <a:p>
            <a:fld id="{62D6E202-B606-4609-B914-27C9371A1F6D}" type="datetime1">
              <a:rPr lang="en-US" smtClean="0"/>
              <a:t>2/14/2023</a:t>
            </a:fld>
            <a:endParaRPr lang="en-US" dirty="0"/>
          </a:p>
        </p:txBody>
      </p:sp>
      <p:sp>
        <p:nvSpPr>
          <p:cNvPr id="5" name="Footer Placeholder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8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800">
                <a:solidFill>
                  <a:srgbClr val="FFFFFF"/>
                </a:solidFill>
              </a:defRPr>
            </a:lvl1pPr>
          </a:lstStyle>
          <a:p>
            <a:fld id="{3A98EE3D-8CD1-4C3F-BD1C-C98C9596463C}" type="slidenum">
              <a:rPr lang="en-US" smtClean="0"/>
              <a:t>‹#›</a:t>
            </a:fld>
            <a:endParaRPr lang="en-US" dirty="0"/>
          </a:p>
        </p:txBody>
      </p:sp>
      <p:cxnSp>
        <p:nvCxnSpPr>
          <p:cNvPr id="10" name="Straight Connector 9">
            <a:extLst>
              <a:ext uri="{FF2B5EF4-FFF2-40B4-BE49-F238E27FC236}">
                <a16:creationId xmlns:a16="http://schemas.microsoft.com/office/drawing/2014/main" id="{C5025DAC-8B93-4160-B017-3A274A5828C0}"/>
              </a:ext>
            </a:extLst>
          </p:cNvPr>
          <p:cNvCxnSpPr/>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34982234"/>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47" r:id="rId3"/>
    <p:sldLayoutId id="2147483743" r:id="rId4"/>
    <p:sldLayoutId id="2147483738" r:id="rId5"/>
    <p:sldLayoutId id="2147483732" r:id="rId6"/>
    <p:sldLayoutId id="2147483733" r:id="rId7"/>
    <p:sldLayoutId id="2147483734" r:id="rId8"/>
    <p:sldLayoutId id="2147483735" r:id="rId9"/>
    <p:sldLayoutId id="2147483736" r:id="rId10"/>
    <p:sldLayoutId id="2147483737" r:id="rId11"/>
  </p:sldLayoutIdLst>
  <p:hf sldNum="0" hdr="0" ftr="0" dt="0"/>
  <p:txStyles>
    <p:titleStyle>
      <a:lvl1pPr algn="l" defTabSz="914400" rtl="0" eaLnBrk="1" latinLnBrk="0" hangingPunct="1">
        <a:lnSpc>
          <a:spcPct val="90000"/>
        </a:lnSpc>
        <a:spcBef>
          <a:spcPct val="0"/>
        </a:spcBef>
        <a:buNone/>
        <a:defRPr sz="4700" i="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A9286AD2-18A9-4868-A4E3-7A2097A208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1" cy="6857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8FD68DA-43BA-4508-8DE2-BA9BB7B2FA5B}"/>
              </a:ext>
            </a:extLst>
          </p:cNvPr>
          <p:cNvSpPr>
            <a:spLocks noGrp="1"/>
          </p:cNvSpPr>
          <p:nvPr>
            <p:ph type="ctrTitle"/>
          </p:nvPr>
        </p:nvSpPr>
        <p:spPr>
          <a:xfrm>
            <a:off x="4917058" y="639097"/>
            <a:ext cx="7453222" cy="4033642"/>
          </a:xfrm>
        </p:spPr>
        <p:txBody>
          <a:bodyPr>
            <a:normAutofit/>
          </a:bodyPr>
          <a:lstStyle/>
          <a:p>
            <a:r>
              <a:rPr lang="en-US" sz="7200" dirty="0"/>
              <a:t>COMPUTER NETWORKING</a:t>
            </a:r>
          </a:p>
        </p:txBody>
      </p:sp>
      <p:sp>
        <p:nvSpPr>
          <p:cNvPr id="3" name="Subtitle 2">
            <a:extLst>
              <a:ext uri="{FF2B5EF4-FFF2-40B4-BE49-F238E27FC236}">
                <a16:creationId xmlns:a16="http://schemas.microsoft.com/office/drawing/2014/main" id="{A8E9CFF2-3777-4FF4-A759-8491175B0B7C}"/>
              </a:ext>
            </a:extLst>
          </p:cNvPr>
          <p:cNvSpPr>
            <a:spLocks noGrp="1"/>
          </p:cNvSpPr>
          <p:nvPr>
            <p:ph type="subTitle" idx="1"/>
          </p:nvPr>
        </p:nvSpPr>
        <p:spPr>
          <a:xfrm>
            <a:off x="5255247" y="4498925"/>
            <a:ext cx="6269347" cy="1021498"/>
          </a:xfrm>
        </p:spPr>
        <p:txBody>
          <a:bodyPr>
            <a:normAutofit/>
          </a:bodyPr>
          <a:lstStyle/>
          <a:p>
            <a:r>
              <a:rPr lang="en-US" sz="2400" dirty="0">
                <a:solidFill>
                  <a:schemeClr val="tx1">
                    <a:lumMod val="85000"/>
                    <a:lumOff val="15000"/>
                  </a:schemeClr>
                </a:solidFill>
              </a:rPr>
              <a:t>LAB 9</a:t>
            </a:r>
          </a:p>
        </p:txBody>
      </p:sp>
      <p:pic>
        <p:nvPicPr>
          <p:cNvPr id="5" name="Picture 4" descr="A picture containing building, sitting, bench, side&#10;&#10;Description automatically generated">
            <a:extLst>
              <a:ext uri="{FF2B5EF4-FFF2-40B4-BE49-F238E27FC236}">
                <a16:creationId xmlns:a16="http://schemas.microsoft.com/office/drawing/2014/main" id="{282CF6DD-7FE8-4063-9551-1B7BBCE92ABE}"/>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1" y="1"/>
            <a:ext cx="4635315" cy="6857999"/>
          </a:xfrm>
          <a:prstGeom prst="rect">
            <a:avLst/>
          </a:prstGeom>
        </p:spPr>
      </p:pic>
      <p:cxnSp>
        <p:nvCxnSpPr>
          <p:cNvPr id="24" name="Straight Connector 23">
            <a:extLst>
              <a:ext uri="{FF2B5EF4-FFF2-40B4-BE49-F238E27FC236}">
                <a16:creationId xmlns:a16="http://schemas.microsoft.com/office/drawing/2014/main" id="{E7A7CD63-7EC3-44F3-95D0-595C4019FF2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427754" y="4498925"/>
            <a:ext cx="5636107"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437378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7" name="Rectangle 46">
            <a:extLst>
              <a:ext uri="{FF2B5EF4-FFF2-40B4-BE49-F238E27FC236}">
                <a16:creationId xmlns:a16="http://schemas.microsoft.com/office/drawing/2014/main" id="{FBDCECDC-EEE3-4128-AA5E-82A8C08796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AB2EA78-AEB3-469B-9025-3B17201A457B}"/>
              </a:ext>
            </a:extLst>
          </p:cNvPr>
          <p:cNvSpPr>
            <a:spLocks noGrp="1"/>
          </p:cNvSpPr>
          <p:nvPr>
            <p:ph type="ctrTitle"/>
          </p:nvPr>
        </p:nvSpPr>
        <p:spPr>
          <a:xfrm>
            <a:off x="1097280" y="758952"/>
            <a:ext cx="10058400" cy="3892168"/>
          </a:xfrm>
        </p:spPr>
        <p:txBody>
          <a:bodyPr anchor="ctr">
            <a:normAutofit/>
          </a:bodyPr>
          <a:lstStyle/>
          <a:p>
            <a:pPr lvl="0"/>
            <a:r>
              <a:rPr lang="en-US" sz="4800" i="1" dirty="0">
                <a:solidFill>
                  <a:srgbClr val="FFFFFF"/>
                </a:solidFill>
              </a:rPr>
              <a:t>WAN </a:t>
            </a:r>
          </a:p>
        </p:txBody>
      </p:sp>
      <p:sp>
        <p:nvSpPr>
          <p:cNvPr id="49" name="Rectangle 48">
            <a:extLst>
              <a:ext uri="{FF2B5EF4-FFF2-40B4-BE49-F238E27FC236}">
                <a16:creationId xmlns:a16="http://schemas.microsoft.com/office/drawing/2014/main" id="{4260EDE0-989C-4E16-AF94-F652294D82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07" y="4953000"/>
            <a:ext cx="12188952" cy="1905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917146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itle 17">
            <a:extLst>
              <a:ext uri="{FF2B5EF4-FFF2-40B4-BE49-F238E27FC236}">
                <a16:creationId xmlns:a16="http://schemas.microsoft.com/office/drawing/2014/main" id="{66C16FB7-9AD5-4168-AE50-FF2C141A1D0B}"/>
              </a:ext>
            </a:extLst>
          </p:cNvPr>
          <p:cNvSpPr>
            <a:spLocks noGrp="1"/>
          </p:cNvSpPr>
          <p:nvPr>
            <p:ph type="title"/>
          </p:nvPr>
        </p:nvSpPr>
        <p:spPr/>
        <p:txBody>
          <a:bodyPr/>
          <a:lstStyle/>
          <a:p>
            <a:r>
              <a:rPr lang="en-US" dirty="0"/>
              <a:t>OBJECTIVES</a:t>
            </a:r>
          </a:p>
        </p:txBody>
      </p:sp>
      <p:sp>
        <p:nvSpPr>
          <p:cNvPr id="19" name="Content Placeholder 18">
            <a:extLst>
              <a:ext uri="{FF2B5EF4-FFF2-40B4-BE49-F238E27FC236}">
                <a16:creationId xmlns:a16="http://schemas.microsoft.com/office/drawing/2014/main" id="{2064F62A-95D2-4E7D-AF2B-30E71EE60A5D}"/>
              </a:ext>
            </a:extLst>
          </p:cNvPr>
          <p:cNvSpPr>
            <a:spLocks noGrp="1"/>
          </p:cNvSpPr>
          <p:nvPr>
            <p:ph idx="1"/>
          </p:nvPr>
        </p:nvSpPr>
        <p:spPr>
          <a:xfrm>
            <a:off x="5069840" y="812799"/>
            <a:ext cx="6918960" cy="5294757"/>
          </a:xfrm>
        </p:spPr>
        <p:txBody>
          <a:bodyPr/>
          <a:lstStyle/>
          <a:p>
            <a:pPr lvl="0" fontAlgn="base">
              <a:lnSpc>
                <a:spcPct val="150000"/>
              </a:lnSpc>
              <a:buFont typeface="Wingdings" panose="05000000000000000000" pitchFamily="2" charset="2"/>
              <a:buChar char="Ø"/>
            </a:pPr>
            <a:r>
              <a:rPr lang="en-US" dirty="0">
                <a:solidFill>
                  <a:schemeClr val="tx1"/>
                </a:solidFill>
                <a:latin typeface="+mj-lt"/>
              </a:rPr>
              <a:t>Establish HDLC encapsulation as the serial link layer protocol.</a:t>
            </a:r>
          </a:p>
          <a:p>
            <a:pPr lvl="0" fontAlgn="base">
              <a:lnSpc>
                <a:spcPct val="150000"/>
              </a:lnSpc>
              <a:buFont typeface="Wingdings" panose="05000000000000000000" pitchFamily="2" charset="2"/>
              <a:buChar char="Ø"/>
            </a:pPr>
            <a:r>
              <a:rPr lang="en-US" dirty="0">
                <a:solidFill>
                  <a:schemeClr val="tx1"/>
                </a:solidFill>
                <a:latin typeface="+mj-lt"/>
              </a:rPr>
              <a:t>Change the DCE clock baud rate on a serial link.</a:t>
            </a:r>
          </a:p>
          <a:p>
            <a:pPr lvl="0" fontAlgn="base">
              <a:lnSpc>
                <a:spcPct val="150000"/>
              </a:lnSpc>
              <a:buFont typeface="Wingdings" panose="05000000000000000000" pitchFamily="2" charset="2"/>
              <a:buChar char="Ø"/>
            </a:pPr>
            <a:r>
              <a:rPr lang="en-US" dirty="0">
                <a:solidFill>
                  <a:schemeClr val="tx1"/>
                </a:solidFill>
                <a:latin typeface="+mj-lt"/>
              </a:rPr>
              <a:t>Establish PPP encapsulation as the serial link layer protocol.</a:t>
            </a:r>
          </a:p>
          <a:p>
            <a:pPr lvl="0" fontAlgn="base">
              <a:lnSpc>
                <a:spcPct val="150000"/>
              </a:lnSpc>
              <a:buFont typeface="Wingdings" panose="05000000000000000000" pitchFamily="2" charset="2"/>
              <a:buChar char="Ø"/>
            </a:pPr>
            <a:r>
              <a:rPr lang="en-US" dirty="0">
                <a:solidFill>
                  <a:schemeClr val="tx1"/>
                </a:solidFill>
                <a:latin typeface="+mj-lt"/>
              </a:rPr>
              <a:t>Implementation of PAP authentication on the PPP link.</a:t>
            </a:r>
          </a:p>
          <a:p>
            <a:pPr lvl="0" fontAlgn="base">
              <a:lnSpc>
                <a:spcPct val="150000"/>
              </a:lnSpc>
              <a:buFont typeface="Wingdings" panose="05000000000000000000" pitchFamily="2" charset="2"/>
              <a:buChar char="Ø"/>
            </a:pPr>
            <a:r>
              <a:rPr lang="en-US" dirty="0">
                <a:solidFill>
                  <a:schemeClr val="tx1"/>
                </a:solidFill>
                <a:latin typeface="+mj-lt"/>
              </a:rPr>
              <a:t>Implementation of CHAP authentication on the PPP link.</a:t>
            </a:r>
          </a:p>
          <a:p>
            <a:pPr>
              <a:lnSpc>
                <a:spcPct val="150000"/>
              </a:lnSpc>
              <a:buFont typeface="Wingdings" panose="05000000000000000000" pitchFamily="2" charset="2"/>
              <a:buChar char="Ø"/>
            </a:pPr>
            <a:endParaRPr lang="en-US" dirty="0">
              <a:solidFill>
                <a:schemeClr val="tx1"/>
              </a:solidFill>
              <a:latin typeface="+mj-lt"/>
            </a:endParaRPr>
          </a:p>
        </p:txBody>
      </p:sp>
    </p:spTree>
    <p:extLst>
      <p:ext uri="{BB962C8B-B14F-4D97-AF65-F5344CB8AC3E}">
        <p14:creationId xmlns:p14="http://schemas.microsoft.com/office/powerpoint/2010/main" val="28681995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6D3B5378-71E3-4A4C-B094-381AB0128277}"/>
              </a:ext>
            </a:extLst>
          </p:cNvPr>
          <p:cNvSpPr txBox="1"/>
          <p:nvPr/>
        </p:nvSpPr>
        <p:spPr>
          <a:xfrm>
            <a:off x="269413" y="831309"/>
            <a:ext cx="11099627" cy="5269199"/>
          </a:xfrm>
          <a:prstGeom prst="rect">
            <a:avLst/>
          </a:prstGeom>
          <a:noFill/>
        </p:spPr>
        <p:txBody>
          <a:bodyPr wrap="square" rtlCol="0">
            <a:spAutoFit/>
          </a:bodyPr>
          <a:lstStyle/>
          <a:p>
            <a:pPr marL="342900" indent="-342900">
              <a:lnSpc>
                <a:spcPct val="200000"/>
              </a:lnSpc>
              <a:buFont typeface="Wingdings" panose="05000000000000000000" pitchFamily="2" charset="2"/>
              <a:buChar char="ü"/>
            </a:pPr>
            <a:r>
              <a:rPr lang="en-US" sz="1900" dirty="0">
                <a:latin typeface="+mj-lt"/>
              </a:rPr>
              <a:t>As an expanding enterprise business, multiple branch offices have been established and are to be part of the company s administrative domain. WAN solutions are required and as the network administrator the company you have been tasked with establishing HDLC and PPP solutions at the edge router to be carried over some service provider network, possibly MPLS, however the details of this have not been revealed to you since the service provider network remains outside of the scope of your task. R2 is an edge router located in the HQ and R1 and R3 are located in  branch offices. The HQ and branches need to be established as a single administrative domain. Use HDLC and PPP on the WAN links, and establish authentication as a simple security measure. </a:t>
            </a:r>
          </a:p>
        </p:txBody>
      </p:sp>
      <p:sp>
        <p:nvSpPr>
          <p:cNvPr id="26" name="Rectangle 25">
            <a:extLst>
              <a:ext uri="{FF2B5EF4-FFF2-40B4-BE49-F238E27FC236}">
                <a16:creationId xmlns:a16="http://schemas.microsoft.com/office/drawing/2014/main" id="{9B8944DA-4F4C-441B-875F-98A7A11EA176}"/>
              </a:ext>
            </a:extLst>
          </p:cNvPr>
          <p:cNvSpPr/>
          <p:nvPr/>
        </p:nvSpPr>
        <p:spPr>
          <a:xfrm>
            <a:off x="169747" y="123423"/>
            <a:ext cx="6378198" cy="707886"/>
          </a:xfrm>
          <a:prstGeom prst="rect">
            <a:avLst/>
          </a:prstGeom>
          <a:noFill/>
        </p:spPr>
        <p:txBody>
          <a:bodyPr wrap="square" lIns="91440" tIns="45720" rIns="91440" bIns="45720">
            <a:spAutoFit/>
          </a:bodyPr>
          <a:lstStyle/>
          <a:p>
            <a:r>
              <a:rPr lang="en-US" sz="4000" b="0" cap="none" spc="0" dirty="0">
                <a:ln w="0"/>
                <a:solidFill>
                  <a:schemeClr val="tx1"/>
                </a:solidFill>
                <a:effectLst>
                  <a:outerShdw blurRad="38100" dist="19050" dir="2700000" algn="tl" rotWithShape="0">
                    <a:schemeClr val="dk1">
                      <a:alpha val="40000"/>
                    </a:schemeClr>
                  </a:outerShdw>
                </a:effectLst>
              </a:rPr>
              <a:t>Scenario</a:t>
            </a:r>
          </a:p>
        </p:txBody>
      </p:sp>
    </p:spTree>
    <p:extLst>
      <p:ext uri="{BB962C8B-B14F-4D97-AF65-F5344CB8AC3E}">
        <p14:creationId xmlns:p14="http://schemas.microsoft.com/office/powerpoint/2010/main" val="32146841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2429A11-D47C-4726-A096-BDF0AAD33DEC}"/>
              </a:ext>
            </a:extLst>
          </p:cNvPr>
          <p:cNvSpPr/>
          <p:nvPr/>
        </p:nvSpPr>
        <p:spPr>
          <a:xfrm>
            <a:off x="516659" y="142855"/>
            <a:ext cx="2339808" cy="769441"/>
          </a:xfrm>
          <a:prstGeom prst="rect">
            <a:avLst/>
          </a:prstGeom>
          <a:noFill/>
        </p:spPr>
        <p:txBody>
          <a:bodyPr wrap="none" lIns="91440" tIns="45720" rIns="91440" bIns="45720">
            <a:spAutoFit/>
          </a:bodyPr>
          <a:lstStyle/>
          <a:p>
            <a:pPr algn="ctr"/>
            <a:r>
              <a:rPr lang="en-US" sz="4400" b="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Topology</a:t>
            </a:r>
          </a:p>
        </p:txBody>
      </p:sp>
      <p:pic>
        <p:nvPicPr>
          <p:cNvPr id="16" name="Picture 15">
            <a:extLst>
              <a:ext uri="{FF2B5EF4-FFF2-40B4-BE49-F238E27FC236}">
                <a16:creationId xmlns:a16="http://schemas.microsoft.com/office/drawing/2014/main" id="{A7ECB091-19BD-44FB-A8CD-5BDC04B66E37}"/>
              </a:ext>
            </a:extLst>
          </p:cNvPr>
          <p:cNvPicPr>
            <a:picLocks noChangeAspect="1"/>
          </p:cNvPicPr>
          <p:nvPr/>
        </p:nvPicPr>
        <p:blipFill rotWithShape="1">
          <a:blip r:embed="rId2"/>
          <a:srcRect l="30875" t="63333" r="26750" b="16889"/>
          <a:stretch/>
        </p:blipFill>
        <p:spPr>
          <a:xfrm>
            <a:off x="2355893" y="2249213"/>
            <a:ext cx="8218937" cy="2157774"/>
          </a:xfrm>
          <a:prstGeom prst="rect">
            <a:avLst/>
          </a:prstGeom>
        </p:spPr>
      </p:pic>
    </p:spTree>
    <p:extLst>
      <p:ext uri="{BB962C8B-B14F-4D97-AF65-F5344CB8AC3E}">
        <p14:creationId xmlns:p14="http://schemas.microsoft.com/office/powerpoint/2010/main" val="26121590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6D3B5378-71E3-4A4C-B094-381AB0128277}"/>
              </a:ext>
            </a:extLst>
          </p:cNvPr>
          <p:cNvSpPr txBox="1"/>
          <p:nvPr/>
        </p:nvSpPr>
        <p:spPr>
          <a:xfrm>
            <a:off x="504496" y="1025666"/>
            <a:ext cx="11025351" cy="5167761"/>
          </a:xfrm>
          <a:prstGeom prst="rect">
            <a:avLst/>
          </a:prstGeom>
          <a:noFill/>
        </p:spPr>
        <p:txBody>
          <a:bodyPr wrap="square" rtlCol="0">
            <a:spAutoFit/>
          </a:bodyPr>
          <a:lstStyle/>
          <a:p>
            <a:pPr marL="342900" indent="-342900">
              <a:lnSpc>
                <a:spcPct val="200000"/>
              </a:lnSpc>
              <a:buFont typeface="Wingdings" panose="05000000000000000000" pitchFamily="2" charset="2"/>
              <a:buChar char="ü"/>
            </a:pPr>
            <a:r>
              <a:rPr lang="en-US" sz="2100" dirty="0">
                <a:latin typeface="+mj-lt"/>
              </a:rPr>
              <a:t> HDLC operate at layer-2 i.e. data link layer. It is also used for synchronous PPP connections.</a:t>
            </a:r>
          </a:p>
          <a:p>
            <a:pPr marL="342900" indent="-342900">
              <a:lnSpc>
                <a:spcPct val="200000"/>
              </a:lnSpc>
              <a:buFont typeface="Wingdings" panose="05000000000000000000" pitchFamily="2" charset="2"/>
              <a:buChar char="ü"/>
            </a:pPr>
            <a:r>
              <a:rPr lang="en-US" sz="2100" dirty="0">
                <a:latin typeface="+mj-lt"/>
              </a:rPr>
              <a:t>It is bit oriented protocol.</a:t>
            </a:r>
          </a:p>
          <a:p>
            <a:pPr marL="342900" indent="-342900">
              <a:lnSpc>
                <a:spcPct val="200000"/>
              </a:lnSpc>
              <a:buFont typeface="Wingdings" panose="05000000000000000000" pitchFamily="2" charset="2"/>
              <a:buChar char="ü"/>
            </a:pPr>
            <a:r>
              <a:rPr lang="en-US" sz="2100" dirty="0">
                <a:latin typeface="+mj-lt"/>
              </a:rPr>
              <a:t>On transmit side, HDLC receives data from application and delivers it to the receiver on the other side of link.</a:t>
            </a:r>
          </a:p>
          <a:p>
            <a:pPr marL="342900" indent="-342900">
              <a:lnSpc>
                <a:spcPct val="200000"/>
              </a:lnSpc>
              <a:buFont typeface="Wingdings" panose="05000000000000000000" pitchFamily="2" charset="2"/>
              <a:buChar char="ü"/>
            </a:pPr>
            <a:r>
              <a:rPr lang="en-US" sz="2100" dirty="0">
                <a:latin typeface="+mj-lt"/>
              </a:rPr>
              <a:t> On receive side, HDLC accepts data and delivers to high level application layer.</a:t>
            </a:r>
          </a:p>
          <a:p>
            <a:pPr marL="342900" indent="-342900">
              <a:lnSpc>
                <a:spcPct val="200000"/>
              </a:lnSpc>
              <a:buFont typeface="Wingdings" panose="05000000000000000000" pitchFamily="2" charset="2"/>
              <a:buChar char="ü"/>
            </a:pPr>
            <a:r>
              <a:rPr lang="en-US" sz="2100" dirty="0">
                <a:latin typeface="+mj-lt"/>
              </a:rPr>
              <a:t> Both side of HDLC modules exchange control information, encoded into a frame.</a:t>
            </a:r>
          </a:p>
        </p:txBody>
      </p:sp>
      <p:sp>
        <p:nvSpPr>
          <p:cNvPr id="26" name="Rectangle 25">
            <a:extLst>
              <a:ext uri="{FF2B5EF4-FFF2-40B4-BE49-F238E27FC236}">
                <a16:creationId xmlns:a16="http://schemas.microsoft.com/office/drawing/2014/main" id="{9B8944DA-4F4C-441B-875F-98A7A11EA176}"/>
              </a:ext>
            </a:extLst>
          </p:cNvPr>
          <p:cNvSpPr/>
          <p:nvPr/>
        </p:nvSpPr>
        <p:spPr>
          <a:xfrm>
            <a:off x="169746" y="123423"/>
            <a:ext cx="10267025" cy="707886"/>
          </a:xfrm>
          <a:prstGeom prst="rect">
            <a:avLst/>
          </a:prstGeom>
          <a:noFill/>
        </p:spPr>
        <p:txBody>
          <a:bodyPr wrap="square" lIns="91440" tIns="45720" rIns="91440" bIns="45720">
            <a:spAutoFit/>
          </a:bodyPr>
          <a:lstStyle/>
          <a:p>
            <a:pPr algn="ctr"/>
            <a:r>
              <a:rPr lang="en-US" sz="4000" dirty="0">
                <a:ln w="0"/>
                <a:effectLst>
                  <a:outerShdw blurRad="38100" dist="19050" dir="2700000" algn="tl" rotWithShape="0">
                    <a:schemeClr val="dk1">
                      <a:alpha val="40000"/>
                    </a:schemeClr>
                  </a:outerShdw>
                </a:effectLst>
              </a:rPr>
              <a:t>HDLC- High Level Data Link Control  </a:t>
            </a:r>
            <a:r>
              <a:rPr lang="en-US" sz="4000" b="0" cap="none" spc="0" dirty="0">
                <a:ln w="0"/>
                <a:solidFill>
                  <a:schemeClr val="tx1"/>
                </a:solidFill>
                <a:effectLst>
                  <a:outerShdw blurRad="38100" dist="19050" dir="2700000" algn="tl" rotWithShape="0">
                    <a:schemeClr val="dk1">
                      <a:alpha val="40000"/>
                    </a:schemeClr>
                  </a:outerShdw>
                </a:effectLst>
              </a:rPr>
              <a:t>protocol </a:t>
            </a:r>
          </a:p>
        </p:txBody>
      </p:sp>
    </p:spTree>
    <p:extLst>
      <p:ext uri="{BB962C8B-B14F-4D97-AF65-F5344CB8AC3E}">
        <p14:creationId xmlns:p14="http://schemas.microsoft.com/office/powerpoint/2010/main" val="17034033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6D3B5378-71E3-4A4C-B094-381AB0128277}"/>
              </a:ext>
            </a:extLst>
          </p:cNvPr>
          <p:cNvSpPr txBox="1"/>
          <p:nvPr/>
        </p:nvSpPr>
        <p:spPr>
          <a:xfrm>
            <a:off x="504496" y="1025666"/>
            <a:ext cx="11025351" cy="4521431"/>
          </a:xfrm>
          <a:prstGeom prst="rect">
            <a:avLst/>
          </a:prstGeom>
          <a:noFill/>
        </p:spPr>
        <p:txBody>
          <a:bodyPr wrap="square" rtlCol="0">
            <a:spAutoFit/>
          </a:bodyPr>
          <a:lstStyle/>
          <a:p>
            <a:pPr marL="342900" indent="-342900">
              <a:lnSpc>
                <a:spcPct val="200000"/>
              </a:lnSpc>
              <a:buFont typeface="Wingdings" panose="05000000000000000000" pitchFamily="2" charset="2"/>
              <a:buChar char="ü"/>
            </a:pPr>
            <a:r>
              <a:rPr lang="en-US" sz="2100" dirty="0">
                <a:latin typeface="+mj-lt"/>
              </a:rPr>
              <a:t>It is a byte-oriented protocol.</a:t>
            </a:r>
          </a:p>
          <a:p>
            <a:pPr marL="342900" indent="-342900">
              <a:lnSpc>
                <a:spcPct val="200000"/>
              </a:lnSpc>
              <a:buFont typeface="Wingdings" panose="05000000000000000000" pitchFamily="2" charset="2"/>
              <a:buChar char="ü"/>
            </a:pPr>
            <a:r>
              <a:rPr lang="en-US" sz="2100" dirty="0">
                <a:latin typeface="+mj-lt"/>
              </a:rPr>
              <a:t>PPP operate at layer-2 and layer-3. It uses HDLC frame format at layer-2 and uses IPv4 and IPv6 formats at layer-3. Other than IP, it supports other network layer protocols also.</a:t>
            </a:r>
          </a:p>
          <a:p>
            <a:pPr marL="342900" indent="-342900">
              <a:lnSpc>
                <a:spcPct val="200000"/>
              </a:lnSpc>
              <a:buFont typeface="Wingdings" panose="05000000000000000000" pitchFamily="2" charset="2"/>
              <a:buChar char="ü"/>
            </a:pPr>
            <a:r>
              <a:rPr lang="en-US" sz="2100" dirty="0">
                <a:latin typeface="+mj-lt"/>
              </a:rPr>
              <a:t> In addition, it also has built in security mechanism such as PAP and CHAP.</a:t>
            </a:r>
          </a:p>
          <a:p>
            <a:pPr marL="342900" indent="-342900">
              <a:lnSpc>
                <a:spcPct val="200000"/>
              </a:lnSpc>
              <a:buFont typeface="Wingdings" panose="05000000000000000000" pitchFamily="2" charset="2"/>
              <a:buChar char="ü"/>
            </a:pPr>
            <a:r>
              <a:rPr lang="en-US" sz="2100" dirty="0">
                <a:latin typeface="+mj-lt"/>
              </a:rPr>
              <a:t>It also suffers from transparency problem as it uses same start and end flags as used in HDLC frame.</a:t>
            </a:r>
          </a:p>
        </p:txBody>
      </p:sp>
      <p:sp>
        <p:nvSpPr>
          <p:cNvPr id="26" name="Rectangle 25">
            <a:extLst>
              <a:ext uri="{FF2B5EF4-FFF2-40B4-BE49-F238E27FC236}">
                <a16:creationId xmlns:a16="http://schemas.microsoft.com/office/drawing/2014/main" id="{9B8944DA-4F4C-441B-875F-98A7A11EA176}"/>
              </a:ext>
            </a:extLst>
          </p:cNvPr>
          <p:cNvSpPr/>
          <p:nvPr/>
        </p:nvSpPr>
        <p:spPr>
          <a:xfrm>
            <a:off x="169747" y="123423"/>
            <a:ext cx="6346668" cy="707886"/>
          </a:xfrm>
          <a:prstGeom prst="rect">
            <a:avLst/>
          </a:prstGeom>
          <a:noFill/>
        </p:spPr>
        <p:txBody>
          <a:bodyPr wrap="square" lIns="91440" tIns="45720" rIns="91440" bIns="45720">
            <a:spAutoFit/>
          </a:bodyPr>
          <a:lstStyle/>
          <a:p>
            <a:pPr algn="ctr"/>
            <a:r>
              <a:rPr lang="en-US" sz="4000" dirty="0">
                <a:ln w="0"/>
                <a:effectLst>
                  <a:outerShdw blurRad="38100" dist="19050" dir="2700000" algn="tl" rotWithShape="0">
                    <a:schemeClr val="dk1">
                      <a:alpha val="40000"/>
                    </a:schemeClr>
                  </a:outerShdw>
                </a:effectLst>
              </a:rPr>
              <a:t>PPP-Point to Point Protocol</a:t>
            </a:r>
            <a:endParaRPr lang="en-US" sz="4000" b="0" cap="none" spc="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33379069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6D3B5378-71E3-4A4C-B094-381AB0128277}"/>
              </a:ext>
            </a:extLst>
          </p:cNvPr>
          <p:cNvSpPr txBox="1"/>
          <p:nvPr/>
        </p:nvSpPr>
        <p:spPr>
          <a:xfrm>
            <a:off x="330373" y="1467101"/>
            <a:ext cx="5531947" cy="590996"/>
          </a:xfrm>
          <a:prstGeom prst="rect">
            <a:avLst/>
          </a:prstGeom>
          <a:noFill/>
        </p:spPr>
        <p:txBody>
          <a:bodyPr wrap="square" rtlCol="0">
            <a:spAutoFit/>
          </a:bodyPr>
          <a:lstStyle/>
          <a:p>
            <a:pPr marL="342900" indent="-342900">
              <a:lnSpc>
                <a:spcPct val="200000"/>
              </a:lnSpc>
              <a:buFont typeface="Wingdings" panose="05000000000000000000" pitchFamily="2" charset="2"/>
              <a:buChar char="ü"/>
            </a:pPr>
            <a:r>
              <a:rPr lang="en-US" sz="1900" dirty="0">
                <a:latin typeface="+mj-lt"/>
              </a:rPr>
              <a:t>Change routers name</a:t>
            </a:r>
          </a:p>
        </p:txBody>
      </p:sp>
      <p:sp>
        <p:nvSpPr>
          <p:cNvPr id="26" name="Rectangle 25">
            <a:extLst>
              <a:ext uri="{FF2B5EF4-FFF2-40B4-BE49-F238E27FC236}">
                <a16:creationId xmlns:a16="http://schemas.microsoft.com/office/drawing/2014/main" id="{9B8944DA-4F4C-441B-875F-98A7A11EA176}"/>
              </a:ext>
            </a:extLst>
          </p:cNvPr>
          <p:cNvSpPr/>
          <p:nvPr/>
        </p:nvSpPr>
        <p:spPr>
          <a:xfrm>
            <a:off x="169747" y="123423"/>
            <a:ext cx="6378198" cy="707886"/>
          </a:xfrm>
          <a:prstGeom prst="rect">
            <a:avLst/>
          </a:prstGeom>
          <a:noFill/>
        </p:spPr>
        <p:txBody>
          <a:bodyPr wrap="square" lIns="91440" tIns="45720" rIns="91440" bIns="45720">
            <a:spAutoFit/>
          </a:bodyPr>
          <a:lstStyle/>
          <a:p>
            <a:pPr algn="ctr"/>
            <a:r>
              <a:rPr lang="en-US" sz="4000" b="0" cap="none" spc="0" dirty="0">
                <a:ln w="0"/>
                <a:solidFill>
                  <a:schemeClr val="tx1"/>
                </a:solidFill>
                <a:effectLst>
                  <a:outerShdw blurRad="38100" dist="19050" dir="2700000" algn="tl" rotWithShape="0">
                    <a:schemeClr val="dk1">
                      <a:alpha val="40000"/>
                    </a:schemeClr>
                  </a:outerShdw>
                </a:effectLst>
              </a:rPr>
              <a:t>Preparing the environment </a:t>
            </a:r>
          </a:p>
        </p:txBody>
      </p:sp>
      <p:pic>
        <p:nvPicPr>
          <p:cNvPr id="40" name="Picture 39">
            <a:extLst>
              <a:ext uri="{FF2B5EF4-FFF2-40B4-BE49-F238E27FC236}">
                <a16:creationId xmlns:a16="http://schemas.microsoft.com/office/drawing/2014/main" id="{4F91C2C4-D6A9-451B-B4A5-E84D4B85187A}"/>
              </a:ext>
            </a:extLst>
          </p:cNvPr>
          <p:cNvPicPr>
            <a:picLocks noChangeAspect="1"/>
          </p:cNvPicPr>
          <p:nvPr/>
        </p:nvPicPr>
        <p:blipFill rotWithShape="1">
          <a:blip r:embed="rId2"/>
          <a:srcRect l="26167" t="36592" r="51083" b="31556"/>
          <a:stretch/>
        </p:blipFill>
        <p:spPr>
          <a:xfrm>
            <a:off x="6116320" y="1554479"/>
            <a:ext cx="5181600" cy="4080747"/>
          </a:xfrm>
          <a:prstGeom prst="rect">
            <a:avLst/>
          </a:prstGeom>
        </p:spPr>
      </p:pic>
    </p:spTree>
    <p:extLst>
      <p:ext uri="{BB962C8B-B14F-4D97-AF65-F5344CB8AC3E}">
        <p14:creationId xmlns:p14="http://schemas.microsoft.com/office/powerpoint/2010/main" val="33672716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9B8944DA-4F4C-441B-875F-98A7A11EA176}"/>
              </a:ext>
            </a:extLst>
          </p:cNvPr>
          <p:cNvSpPr/>
          <p:nvPr/>
        </p:nvSpPr>
        <p:spPr>
          <a:xfrm>
            <a:off x="169747" y="123423"/>
            <a:ext cx="7927773" cy="707886"/>
          </a:xfrm>
          <a:prstGeom prst="rect">
            <a:avLst/>
          </a:prstGeom>
          <a:noFill/>
        </p:spPr>
        <p:txBody>
          <a:bodyPr wrap="square" lIns="91440" tIns="45720" rIns="91440" bIns="45720">
            <a:spAutoFit/>
          </a:bodyPr>
          <a:lstStyle/>
          <a:p>
            <a:pPr algn="ctr"/>
            <a:r>
              <a:rPr lang="en-US" sz="4000" dirty="0">
                <a:ln w="0"/>
                <a:effectLst>
                  <a:outerShdw blurRad="38100" dist="19050" dir="2700000" algn="tl" rotWithShape="0">
                    <a:schemeClr val="dk1">
                      <a:alpha val="40000"/>
                    </a:schemeClr>
                  </a:outerShdw>
                </a:effectLst>
                <a:highlight>
                  <a:srgbClr val="FFFF00"/>
                </a:highlight>
              </a:rPr>
              <a:t>Clean up the previous configuration</a:t>
            </a:r>
            <a:endParaRPr lang="en-US" sz="4000" b="0" cap="none" spc="0" dirty="0">
              <a:ln w="0"/>
              <a:solidFill>
                <a:schemeClr val="tx1"/>
              </a:solidFill>
              <a:effectLst>
                <a:outerShdw blurRad="38100" dist="19050" dir="2700000" algn="tl" rotWithShape="0">
                  <a:schemeClr val="dk1">
                    <a:alpha val="40000"/>
                  </a:schemeClr>
                </a:outerShdw>
              </a:effectLst>
              <a:highlight>
                <a:srgbClr val="FFFF00"/>
              </a:highlight>
            </a:endParaRPr>
          </a:p>
        </p:txBody>
      </p:sp>
      <p:sp>
        <p:nvSpPr>
          <p:cNvPr id="4" name="TextBox 3">
            <a:extLst>
              <a:ext uri="{FF2B5EF4-FFF2-40B4-BE49-F238E27FC236}">
                <a16:creationId xmlns:a16="http://schemas.microsoft.com/office/drawing/2014/main" id="{A955F7C3-B4E7-406F-BC8B-27FC05A2C20B}"/>
              </a:ext>
            </a:extLst>
          </p:cNvPr>
          <p:cNvSpPr txBox="1"/>
          <p:nvPr/>
        </p:nvSpPr>
        <p:spPr>
          <a:xfrm>
            <a:off x="304798" y="831309"/>
            <a:ext cx="6106161" cy="1886799"/>
          </a:xfrm>
          <a:prstGeom prst="rect">
            <a:avLst/>
          </a:prstGeom>
          <a:noFill/>
        </p:spPr>
        <p:txBody>
          <a:bodyPr wrap="square" rtlCol="0">
            <a:spAutoFit/>
          </a:bodyPr>
          <a:lstStyle/>
          <a:p>
            <a:pPr marL="342900" indent="-342900">
              <a:lnSpc>
                <a:spcPct val="150000"/>
              </a:lnSpc>
              <a:buFont typeface="Wingdings" panose="05000000000000000000" pitchFamily="2" charset="2"/>
              <a:buChar char="ü"/>
            </a:pPr>
            <a:r>
              <a:rPr lang="en-US" sz="2000" dirty="0">
                <a:latin typeface="+mj-lt"/>
              </a:rPr>
              <a:t>Remove the static routes to R2 and disable the Ethernet interfaces to avoid creating alternative routes. </a:t>
            </a:r>
          </a:p>
          <a:p>
            <a:pPr marL="342900" indent="-342900">
              <a:lnSpc>
                <a:spcPct val="150000"/>
              </a:lnSpc>
              <a:buFont typeface="Wingdings" panose="05000000000000000000" pitchFamily="2" charset="2"/>
              <a:buChar char="ü"/>
            </a:pPr>
            <a:r>
              <a:rPr lang="en-US" sz="2000" dirty="0">
                <a:latin typeface="+mj-lt"/>
              </a:rPr>
              <a:t>Remove unnecessary VLAN configuration. </a:t>
            </a:r>
          </a:p>
        </p:txBody>
      </p:sp>
      <p:pic>
        <p:nvPicPr>
          <p:cNvPr id="7" name="Picture 6">
            <a:extLst>
              <a:ext uri="{FF2B5EF4-FFF2-40B4-BE49-F238E27FC236}">
                <a16:creationId xmlns:a16="http://schemas.microsoft.com/office/drawing/2014/main" id="{1070A733-4156-4241-AE24-2FD76EFFEDA9}"/>
              </a:ext>
            </a:extLst>
          </p:cNvPr>
          <p:cNvPicPr>
            <a:picLocks noChangeAspect="1"/>
          </p:cNvPicPr>
          <p:nvPr/>
        </p:nvPicPr>
        <p:blipFill rotWithShape="1">
          <a:blip r:embed="rId2"/>
          <a:srcRect l="27584" t="34318" r="56583" b="43891"/>
          <a:stretch/>
        </p:blipFill>
        <p:spPr>
          <a:xfrm>
            <a:off x="731520" y="3425995"/>
            <a:ext cx="3078480" cy="2819146"/>
          </a:xfrm>
          <a:prstGeom prst="rect">
            <a:avLst/>
          </a:prstGeom>
        </p:spPr>
      </p:pic>
    </p:spTree>
    <p:extLst>
      <p:ext uri="{BB962C8B-B14F-4D97-AF65-F5344CB8AC3E}">
        <p14:creationId xmlns:p14="http://schemas.microsoft.com/office/powerpoint/2010/main" val="15161362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9B8944DA-4F4C-441B-875F-98A7A11EA176}"/>
              </a:ext>
            </a:extLst>
          </p:cNvPr>
          <p:cNvSpPr/>
          <p:nvPr/>
        </p:nvSpPr>
        <p:spPr>
          <a:xfrm>
            <a:off x="169747" y="123423"/>
            <a:ext cx="11948681" cy="646331"/>
          </a:xfrm>
          <a:prstGeom prst="rect">
            <a:avLst/>
          </a:prstGeom>
          <a:noFill/>
        </p:spPr>
        <p:txBody>
          <a:bodyPr wrap="square" lIns="91440" tIns="45720" rIns="91440" bIns="45720">
            <a:spAutoFit/>
          </a:bodyPr>
          <a:lstStyle/>
          <a:p>
            <a:pPr algn="ctr"/>
            <a:r>
              <a:rPr lang="en-US" sz="3600" b="0" cap="none" spc="0" dirty="0">
                <a:ln w="0"/>
                <a:solidFill>
                  <a:schemeClr val="tx1"/>
                </a:solidFill>
                <a:effectLst>
                  <a:outerShdw blurRad="38100" dist="19050" dir="2700000" algn="tl" rotWithShape="0">
                    <a:schemeClr val="dk1">
                      <a:alpha val="40000"/>
                    </a:schemeClr>
                  </a:outerShdw>
                </a:effectLst>
              </a:rPr>
              <a:t>Configure serial interface IP addressing for R1, R2 and R3</a:t>
            </a:r>
          </a:p>
        </p:txBody>
      </p:sp>
      <p:pic>
        <p:nvPicPr>
          <p:cNvPr id="5" name="Picture 4">
            <a:extLst>
              <a:ext uri="{FF2B5EF4-FFF2-40B4-BE49-F238E27FC236}">
                <a16:creationId xmlns:a16="http://schemas.microsoft.com/office/drawing/2014/main" id="{BFAF2076-4498-41E1-AD86-1F16B70D3CBA}"/>
              </a:ext>
            </a:extLst>
          </p:cNvPr>
          <p:cNvPicPr>
            <a:picLocks noChangeAspect="1"/>
          </p:cNvPicPr>
          <p:nvPr/>
        </p:nvPicPr>
        <p:blipFill rotWithShape="1">
          <a:blip r:embed="rId2"/>
          <a:srcRect l="26416" t="19704" r="54917" b="48296"/>
          <a:stretch/>
        </p:blipFill>
        <p:spPr>
          <a:xfrm>
            <a:off x="6225177" y="1322613"/>
            <a:ext cx="4368800" cy="4212773"/>
          </a:xfrm>
          <a:prstGeom prst="rect">
            <a:avLst/>
          </a:prstGeom>
        </p:spPr>
      </p:pic>
    </p:spTree>
    <p:extLst>
      <p:ext uri="{BB962C8B-B14F-4D97-AF65-F5344CB8AC3E}">
        <p14:creationId xmlns:p14="http://schemas.microsoft.com/office/powerpoint/2010/main" val="38040139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22F286-CB31-490F-ACC6-6B9A035F1C51}"/>
              </a:ext>
            </a:extLst>
          </p:cNvPr>
          <p:cNvSpPr>
            <a:spLocks noGrp="1"/>
          </p:cNvSpPr>
          <p:nvPr>
            <p:ph type="title"/>
          </p:nvPr>
        </p:nvSpPr>
        <p:spPr>
          <a:xfrm>
            <a:off x="812799" y="2029094"/>
            <a:ext cx="10113645" cy="743682"/>
          </a:xfrm>
        </p:spPr>
        <p:txBody>
          <a:bodyPr/>
          <a:lstStyle/>
          <a:p>
            <a:pPr algn="ctr"/>
            <a:r>
              <a:rPr lang="en-US" sz="5400" b="1" dirty="0">
                <a:solidFill>
                  <a:schemeClr val="tx1"/>
                </a:solidFill>
              </a:rPr>
              <a:t>HDLC PROTOCOL </a:t>
            </a:r>
          </a:p>
        </p:txBody>
      </p:sp>
    </p:spTree>
    <p:extLst>
      <p:ext uri="{BB962C8B-B14F-4D97-AF65-F5344CB8AC3E}">
        <p14:creationId xmlns:p14="http://schemas.microsoft.com/office/powerpoint/2010/main" val="6854706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9B8944DA-4F4C-441B-875F-98A7A11EA176}"/>
              </a:ext>
            </a:extLst>
          </p:cNvPr>
          <p:cNvSpPr/>
          <p:nvPr/>
        </p:nvSpPr>
        <p:spPr>
          <a:xfrm>
            <a:off x="169747" y="123423"/>
            <a:ext cx="11077373" cy="707886"/>
          </a:xfrm>
          <a:prstGeom prst="rect">
            <a:avLst/>
          </a:prstGeom>
          <a:noFill/>
        </p:spPr>
        <p:txBody>
          <a:bodyPr wrap="square" lIns="91440" tIns="45720" rIns="91440" bIns="45720">
            <a:spAutoFit/>
          </a:bodyPr>
          <a:lstStyle/>
          <a:p>
            <a:pPr algn="ctr"/>
            <a:r>
              <a:rPr lang="en-US" sz="4000" b="0" cap="none" spc="0" dirty="0">
                <a:ln w="0"/>
                <a:solidFill>
                  <a:schemeClr val="tx1"/>
                </a:solidFill>
                <a:effectLst>
                  <a:outerShdw blurRad="38100" dist="19050" dir="2700000" algn="tl" rotWithShape="0">
                    <a:schemeClr val="dk1">
                      <a:alpha val="40000"/>
                    </a:schemeClr>
                  </a:outerShdw>
                </a:effectLst>
              </a:rPr>
              <a:t>Enable the HDLC protocol on the serial interfaces</a:t>
            </a:r>
          </a:p>
        </p:txBody>
      </p:sp>
      <p:pic>
        <p:nvPicPr>
          <p:cNvPr id="3" name="Picture 2">
            <a:extLst>
              <a:ext uri="{FF2B5EF4-FFF2-40B4-BE49-F238E27FC236}">
                <a16:creationId xmlns:a16="http://schemas.microsoft.com/office/drawing/2014/main" id="{AD40E4D3-6CA8-403F-BDB2-A5F6313431D1}"/>
              </a:ext>
            </a:extLst>
          </p:cNvPr>
          <p:cNvPicPr>
            <a:picLocks noChangeAspect="1"/>
          </p:cNvPicPr>
          <p:nvPr/>
        </p:nvPicPr>
        <p:blipFill rotWithShape="1">
          <a:blip r:embed="rId2"/>
          <a:srcRect l="27142" t="18964" r="35609" b="41184"/>
          <a:stretch/>
        </p:blipFill>
        <p:spPr>
          <a:xfrm>
            <a:off x="690880" y="1209040"/>
            <a:ext cx="6651890" cy="4003039"/>
          </a:xfrm>
          <a:prstGeom prst="rect">
            <a:avLst/>
          </a:prstGeom>
        </p:spPr>
      </p:pic>
    </p:spTree>
    <p:extLst>
      <p:ext uri="{BB962C8B-B14F-4D97-AF65-F5344CB8AC3E}">
        <p14:creationId xmlns:p14="http://schemas.microsoft.com/office/powerpoint/2010/main" val="34686428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9B8944DA-4F4C-441B-875F-98A7A11EA176}"/>
              </a:ext>
            </a:extLst>
          </p:cNvPr>
          <p:cNvSpPr/>
          <p:nvPr/>
        </p:nvSpPr>
        <p:spPr>
          <a:xfrm>
            <a:off x="169747" y="123423"/>
            <a:ext cx="11077373" cy="707886"/>
          </a:xfrm>
          <a:prstGeom prst="rect">
            <a:avLst/>
          </a:prstGeom>
          <a:noFill/>
        </p:spPr>
        <p:txBody>
          <a:bodyPr wrap="square" lIns="91440" tIns="45720" rIns="91440" bIns="45720">
            <a:spAutoFit/>
          </a:bodyPr>
          <a:lstStyle/>
          <a:p>
            <a:pPr algn="ctr"/>
            <a:r>
              <a:rPr lang="en-US" sz="4000" b="0" cap="none" spc="0" dirty="0">
                <a:ln w="0"/>
                <a:solidFill>
                  <a:schemeClr val="tx1"/>
                </a:solidFill>
                <a:effectLst>
                  <a:outerShdw blurRad="38100" dist="19050" dir="2700000" algn="tl" rotWithShape="0">
                    <a:schemeClr val="dk1">
                      <a:alpha val="40000"/>
                    </a:schemeClr>
                  </a:outerShdw>
                </a:effectLst>
              </a:rPr>
              <a:t>Enable the HDLC protocol on the serial interfaces</a:t>
            </a:r>
          </a:p>
        </p:txBody>
      </p:sp>
      <p:sp>
        <p:nvSpPr>
          <p:cNvPr id="4" name="TextBox 3">
            <a:extLst>
              <a:ext uri="{FF2B5EF4-FFF2-40B4-BE49-F238E27FC236}">
                <a16:creationId xmlns:a16="http://schemas.microsoft.com/office/drawing/2014/main" id="{AB10999F-C686-46E6-8842-8A3B1B7A706F}"/>
              </a:ext>
            </a:extLst>
          </p:cNvPr>
          <p:cNvSpPr txBox="1"/>
          <p:nvPr/>
        </p:nvSpPr>
        <p:spPr>
          <a:xfrm>
            <a:off x="492934" y="831309"/>
            <a:ext cx="11353625" cy="963469"/>
          </a:xfrm>
          <a:prstGeom prst="rect">
            <a:avLst/>
          </a:prstGeom>
          <a:noFill/>
        </p:spPr>
        <p:txBody>
          <a:bodyPr wrap="square" rtlCol="0">
            <a:spAutoFit/>
          </a:bodyPr>
          <a:lstStyle/>
          <a:p>
            <a:pPr marL="342900" indent="-342900">
              <a:lnSpc>
                <a:spcPct val="150000"/>
              </a:lnSpc>
              <a:buFont typeface="Wingdings" panose="05000000000000000000" pitchFamily="2" charset="2"/>
              <a:buChar char="ü"/>
            </a:pPr>
            <a:r>
              <a:rPr lang="en-US" sz="2000" dirty="0">
                <a:latin typeface="+mj-lt"/>
              </a:rPr>
              <a:t>After enabling on the serial interfaces, view the serial interfaces status. The displayed information for R1 should be used as an example. </a:t>
            </a:r>
          </a:p>
        </p:txBody>
      </p:sp>
      <p:pic>
        <p:nvPicPr>
          <p:cNvPr id="2" name="Picture 1">
            <a:extLst>
              <a:ext uri="{FF2B5EF4-FFF2-40B4-BE49-F238E27FC236}">
                <a16:creationId xmlns:a16="http://schemas.microsoft.com/office/drawing/2014/main" id="{32E81693-0947-4C94-B057-92F5D458F21D}"/>
              </a:ext>
            </a:extLst>
          </p:cNvPr>
          <p:cNvPicPr>
            <a:picLocks noChangeAspect="1"/>
          </p:cNvPicPr>
          <p:nvPr/>
        </p:nvPicPr>
        <p:blipFill rotWithShape="1">
          <a:blip r:embed="rId2"/>
          <a:srcRect l="26334" t="20300" r="43000" b="38903"/>
          <a:stretch/>
        </p:blipFill>
        <p:spPr>
          <a:xfrm>
            <a:off x="440753" y="1906538"/>
            <a:ext cx="5655247" cy="4231913"/>
          </a:xfrm>
          <a:prstGeom prst="rect">
            <a:avLst/>
          </a:prstGeom>
        </p:spPr>
      </p:pic>
      <p:pic>
        <p:nvPicPr>
          <p:cNvPr id="5" name="Picture 4">
            <a:extLst>
              <a:ext uri="{FF2B5EF4-FFF2-40B4-BE49-F238E27FC236}">
                <a16:creationId xmlns:a16="http://schemas.microsoft.com/office/drawing/2014/main" id="{499512E1-C0A5-4D6B-BE73-BCB46C9EFAED}"/>
              </a:ext>
            </a:extLst>
          </p:cNvPr>
          <p:cNvPicPr>
            <a:picLocks noChangeAspect="1"/>
          </p:cNvPicPr>
          <p:nvPr/>
        </p:nvPicPr>
        <p:blipFill rotWithShape="1">
          <a:blip r:embed="rId3"/>
          <a:srcRect t="67974" r="7773"/>
          <a:stretch/>
        </p:blipFill>
        <p:spPr>
          <a:xfrm>
            <a:off x="6818161" y="1906538"/>
            <a:ext cx="4571199" cy="1765031"/>
          </a:xfrm>
          <a:prstGeom prst="rect">
            <a:avLst/>
          </a:prstGeom>
        </p:spPr>
      </p:pic>
      <p:pic>
        <p:nvPicPr>
          <p:cNvPr id="6" name="Picture 5">
            <a:extLst>
              <a:ext uri="{FF2B5EF4-FFF2-40B4-BE49-F238E27FC236}">
                <a16:creationId xmlns:a16="http://schemas.microsoft.com/office/drawing/2014/main" id="{AB9F3E68-AC19-4C66-84A8-D1A057F79158}"/>
              </a:ext>
            </a:extLst>
          </p:cNvPr>
          <p:cNvPicPr>
            <a:picLocks noChangeAspect="1"/>
          </p:cNvPicPr>
          <p:nvPr/>
        </p:nvPicPr>
        <p:blipFill rotWithShape="1">
          <a:blip r:embed="rId4"/>
          <a:srcRect l="28083" t="14222" r="41833" b="58151"/>
          <a:stretch/>
        </p:blipFill>
        <p:spPr>
          <a:xfrm>
            <a:off x="6960401" y="3529694"/>
            <a:ext cx="5221439" cy="2697227"/>
          </a:xfrm>
          <a:prstGeom prst="rect">
            <a:avLst/>
          </a:prstGeom>
        </p:spPr>
      </p:pic>
    </p:spTree>
    <p:extLst>
      <p:ext uri="{BB962C8B-B14F-4D97-AF65-F5344CB8AC3E}">
        <p14:creationId xmlns:p14="http://schemas.microsoft.com/office/powerpoint/2010/main" val="26624182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9B8944DA-4F4C-441B-875F-98A7A11EA176}"/>
              </a:ext>
            </a:extLst>
          </p:cNvPr>
          <p:cNvSpPr/>
          <p:nvPr/>
        </p:nvSpPr>
        <p:spPr>
          <a:xfrm>
            <a:off x="169747" y="123423"/>
            <a:ext cx="11077373" cy="707886"/>
          </a:xfrm>
          <a:prstGeom prst="rect">
            <a:avLst/>
          </a:prstGeom>
          <a:noFill/>
        </p:spPr>
        <p:txBody>
          <a:bodyPr wrap="square" lIns="91440" tIns="45720" rIns="91440" bIns="45720">
            <a:spAutoFit/>
          </a:bodyPr>
          <a:lstStyle/>
          <a:p>
            <a:pPr algn="ctr"/>
            <a:r>
              <a:rPr lang="en-US" sz="4000" b="0" cap="none" spc="0" dirty="0">
                <a:ln w="0"/>
                <a:solidFill>
                  <a:schemeClr val="tx1"/>
                </a:solidFill>
                <a:effectLst>
                  <a:outerShdw blurRad="38100" dist="19050" dir="2700000" algn="tl" rotWithShape="0">
                    <a:schemeClr val="dk1">
                      <a:alpha val="40000"/>
                    </a:schemeClr>
                  </a:outerShdw>
                </a:effectLst>
              </a:rPr>
              <a:t>Enable the HDLC protocol on the serial interfaces</a:t>
            </a:r>
          </a:p>
        </p:txBody>
      </p:sp>
      <p:pic>
        <p:nvPicPr>
          <p:cNvPr id="4" name="Picture 3">
            <a:extLst>
              <a:ext uri="{FF2B5EF4-FFF2-40B4-BE49-F238E27FC236}">
                <a16:creationId xmlns:a16="http://schemas.microsoft.com/office/drawing/2014/main" id="{1BAACF3F-B480-45B4-9FAD-7F583B871B7E}"/>
              </a:ext>
            </a:extLst>
          </p:cNvPr>
          <p:cNvPicPr>
            <a:picLocks noChangeAspect="1"/>
          </p:cNvPicPr>
          <p:nvPr/>
        </p:nvPicPr>
        <p:blipFill rotWithShape="1">
          <a:blip r:embed="rId2"/>
          <a:srcRect l="28707" t="54714" r="42414" b="9185"/>
          <a:stretch/>
        </p:blipFill>
        <p:spPr>
          <a:xfrm>
            <a:off x="492934" y="2109837"/>
            <a:ext cx="5707119" cy="4013155"/>
          </a:xfrm>
          <a:prstGeom prst="rect">
            <a:avLst/>
          </a:prstGeom>
        </p:spPr>
      </p:pic>
      <p:sp>
        <p:nvSpPr>
          <p:cNvPr id="5" name="TextBox 4">
            <a:extLst>
              <a:ext uri="{FF2B5EF4-FFF2-40B4-BE49-F238E27FC236}">
                <a16:creationId xmlns:a16="http://schemas.microsoft.com/office/drawing/2014/main" id="{39C1663A-A820-4345-9ABA-AE6831417C6A}"/>
              </a:ext>
            </a:extLst>
          </p:cNvPr>
          <p:cNvSpPr txBox="1"/>
          <p:nvPr/>
        </p:nvSpPr>
        <p:spPr>
          <a:xfrm>
            <a:off x="492934" y="831309"/>
            <a:ext cx="11353625" cy="963469"/>
          </a:xfrm>
          <a:prstGeom prst="rect">
            <a:avLst/>
          </a:prstGeom>
          <a:noFill/>
        </p:spPr>
        <p:txBody>
          <a:bodyPr wrap="square" rtlCol="0">
            <a:spAutoFit/>
          </a:bodyPr>
          <a:lstStyle/>
          <a:p>
            <a:pPr marL="342900" indent="-342900">
              <a:lnSpc>
                <a:spcPct val="150000"/>
              </a:lnSpc>
              <a:buFont typeface="Wingdings" panose="05000000000000000000" pitchFamily="2" charset="2"/>
              <a:buChar char="ü"/>
            </a:pPr>
            <a:r>
              <a:rPr lang="en-US" sz="2000" dirty="0">
                <a:latin typeface="+mj-lt"/>
              </a:rPr>
              <a:t>Test the connectivity of directly connected link after verifying that the physical status and protocol status of the interface are Up.</a:t>
            </a:r>
          </a:p>
        </p:txBody>
      </p:sp>
      <p:pic>
        <p:nvPicPr>
          <p:cNvPr id="2" name="Picture 1">
            <a:extLst>
              <a:ext uri="{FF2B5EF4-FFF2-40B4-BE49-F238E27FC236}">
                <a16:creationId xmlns:a16="http://schemas.microsoft.com/office/drawing/2014/main" id="{8FC7D814-A4ED-4E77-B8F5-0C7539D097C5}"/>
              </a:ext>
            </a:extLst>
          </p:cNvPr>
          <p:cNvPicPr>
            <a:picLocks noChangeAspect="1"/>
          </p:cNvPicPr>
          <p:nvPr/>
        </p:nvPicPr>
        <p:blipFill rotWithShape="1">
          <a:blip r:embed="rId3"/>
          <a:srcRect l="26896" t="16858" r="42845" b="46667"/>
          <a:stretch/>
        </p:blipFill>
        <p:spPr>
          <a:xfrm>
            <a:off x="6279796" y="2206140"/>
            <a:ext cx="5776533" cy="3916852"/>
          </a:xfrm>
          <a:prstGeom prst="rect">
            <a:avLst/>
          </a:prstGeom>
        </p:spPr>
      </p:pic>
    </p:spTree>
    <p:extLst>
      <p:ext uri="{BB962C8B-B14F-4D97-AF65-F5344CB8AC3E}">
        <p14:creationId xmlns:p14="http://schemas.microsoft.com/office/powerpoint/2010/main" val="27421768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9B8944DA-4F4C-441B-875F-98A7A11EA176}"/>
              </a:ext>
            </a:extLst>
          </p:cNvPr>
          <p:cNvSpPr/>
          <p:nvPr/>
        </p:nvSpPr>
        <p:spPr>
          <a:xfrm>
            <a:off x="169747" y="123423"/>
            <a:ext cx="4331133" cy="707886"/>
          </a:xfrm>
          <a:prstGeom prst="rect">
            <a:avLst/>
          </a:prstGeom>
          <a:noFill/>
        </p:spPr>
        <p:txBody>
          <a:bodyPr wrap="square" lIns="91440" tIns="45720" rIns="91440" bIns="45720">
            <a:spAutoFit/>
          </a:bodyPr>
          <a:lstStyle/>
          <a:p>
            <a:pPr algn="ctr"/>
            <a:r>
              <a:rPr lang="en-US" sz="4000" b="0" cap="none" spc="0" dirty="0">
                <a:ln w="0"/>
                <a:solidFill>
                  <a:schemeClr val="tx1"/>
                </a:solidFill>
                <a:effectLst>
                  <a:outerShdw blurRad="38100" dist="19050" dir="2700000" algn="tl" rotWithShape="0">
                    <a:schemeClr val="dk1">
                      <a:alpha val="40000"/>
                    </a:schemeClr>
                  </a:outerShdw>
                </a:effectLst>
              </a:rPr>
              <a:t>Configure OSPF</a:t>
            </a:r>
          </a:p>
        </p:txBody>
      </p:sp>
      <p:pic>
        <p:nvPicPr>
          <p:cNvPr id="4" name="Picture 3">
            <a:extLst>
              <a:ext uri="{FF2B5EF4-FFF2-40B4-BE49-F238E27FC236}">
                <a16:creationId xmlns:a16="http://schemas.microsoft.com/office/drawing/2014/main" id="{AAB264A7-AE03-4927-9191-62756A0115D4}"/>
              </a:ext>
            </a:extLst>
          </p:cNvPr>
          <p:cNvPicPr>
            <a:picLocks noChangeAspect="1"/>
          </p:cNvPicPr>
          <p:nvPr/>
        </p:nvPicPr>
        <p:blipFill rotWithShape="1">
          <a:blip r:embed="rId2"/>
          <a:srcRect l="28017" t="21608" r="47673" b="46514"/>
          <a:stretch/>
        </p:blipFill>
        <p:spPr>
          <a:xfrm>
            <a:off x="492934" y="2291255"/>
            <a:ext cx="5328744" cy="3930420"/>
          </a:xfrm>
          <a:prstGeom prst="rect">
            <a:avLst/>
          </a:prstGeom>
        </p:spPr>
      </p:pic>
      <p:sp>
        <p:nvSpPr>
          <p:cNvPr id="7" name="TextBox 6">
            <a:extLst>
              <a:ext uri="{FF2B5EF4-FFF2-40B4-BE49-F238E27FC236}">
                <a16:creationId xmlns:a16="http://schemas.microsoft.com/office/drawing/2014/main" id="{2627EE52-0FE8-4DF2-BB99-6DF8992A31C0}"/>
              </a:ext>
            </a:extLst>
          </p:cNvPr>
          <p:cNvSpPr txBox="1"/>
          <p:nvPr/>
        </p:nvSpPr>
        <p:spPr>
          <a:xfrm>
            <a:off x="492934" y="831309"/>
            <a:ext cx="5193163" cy="1425134"/>
          </a:xfrm>
          <a:prstGeom prst="rect">
            <a:avLst/>
          </a:prstGeom>
          <a:noFill/>
        </p:spPr>
        <p:txBody>
          <a:bodyPr wrap="square" rtlCol="0">
            <a:spAutoFit/>
          </a:bodyPr>
          <a:lstStyle/>
          <a:p>
            <a:pPr marL="342900" indent="-342900">
              <a:lnSpc>
                <a:spcPct val="150000"/>
              </a:lnSpc>
              <a:buFont typeface="Wingdings" panose="05000000000000000000" pitchFamily="2" charset="2"/>
              <a:buChar char="ü"/>
            </a:pPr>
            <a:r>
              <a:rPr lang="en-US" sz="2000" dirty="0">
                <a:latin typeface="+mj-lt"/>
              </a:rPr>
              <a:t>Enable the OSPF routing protocol to advertise the remote networks of R1 &amp; R3</a:t>
            </a:r>
          </a:p>
        </p:txBody>
      </p:sp>
      <p:sp>
        <p:nvSpPr>
          <p:cNvPr id="8" name="TextBox 7">
            <a:extLst>
              <a:ext uri="{FF2B5EF4-FFF2-40B4-BE49-F238E27FC236}">
                <a16:creationId xmlns:a16="http://schemas.microsoft.com/office/drawing/2014/main" id="{C63DE862-DFC7-412A-B215-811F5E2498A2}"/>
              </a:ext>
            </a:extLst>
          </p:cNvPr>
          <p:cNvSpPr txBox="1"/>
          <p:nvPr/>
        </p:nvSpPr>
        <p:spPr>
          <a:xfrm>
            <a:off x="6109154" y="831309"/>
            <a:ext cx="5589912" cy="963469"/>
          </a:xfrm>
          <a:prstGeom prst="rect">
            <a:avLst/>
          </a:prstGeom>
          <a:noFill/>
        </p:spPr>
        <p:txBody>
          <a:bodyPr wrap="square" rtlCol="0">
            <a:spAutoFit/>
          </a:bodyPr>
          <a:lstStyle/>
          <a:p>
            <a:pPr marL="342900" indent="-342900">
              <a:lnSpc>
                <a:spcPct val="150000"/>
              </a:lnSpc>
              <a:buFont typeface="Wingdings" panose="05000000000000000000" pitchFamily="2" charset="2"/>
              <a:buChar char="ü"/>
            </a:pPr>
            <a:r>
              <a:rPr lang="en-US" sz="2000" dirty="0">
                <a:latin typeface="+mj-lt"/>
              </a:rPr>
              <a:t>After configuration is complete, check that all the routes are learned by OSPF</a:t>
            </a:r>
          </a:p>
        </p:txBody>
      </p:sp>
      <p:pic>
        <p:nvPicPr>
          <p:cNvPr id="5" name="Picture 4">
            <a:extLst>
              <a:ext uri="{FF2B5EF4-FFF2-40B4-BE49-F238E27FC236}">
                <a16:creationId xmlns:a16="http://schemas.microsoft.com/office/drawing/2014/main" id="{35912416-683A-400B-BBF0-6D5E2B1C9523}"/>
              </a:ext>
            </a:extLst>
          </p:cNvPr>
          <p:cNvPicPr>
            <a:picLocks noChangeAspect="1"/>
          </p:cNvPicPr>
          <p:nvPr/>
        </p:nvPicPr>
        <p:blipFill rotWithShape="1">
          <a:blip r:embed="rId3"/>
          <a:srcRect l="28448" t="28352" r="33621" b="28736"/>
          <a:stretch/>
        </p:blipFill>
        <p:spPr>
          <a:xfrm>
            <a:off x="5821678" y="2239912"/>
            <a:ext cx="6337737" cy="4033106"/>
          </a:xfrm>
          <a:prstGeom prst="rect">
            <a:avLst/>
          </a:prstGeom>
        </p:spPr>
      </p:pic>
    </p:spTree>
    <p:extLst>
      <p:ext uri="{BB962C8B-B14F-4D97-AF65-F5344CB8AC3E}">
        <p14:creationId xmlns:p14="http://schemas.microsoft.com/office/powerpoint/2010/main" val="30303948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9B8944DA-4F4C-441B-875F-98A7A11EA176}"/>
              </a:ext>
            </a:extLst>
          </p:cNvPr>
          <p:cNvSpPr/>
          <p:nvPr/>
        </p:nvSpPr>
        <p:spPr>
          <a:xfrm>
            <a:off x="169747" y="123423"/>
            <a:ext cx="4331133" cy="707886"/>
          </a:xfrm>
          <a:prstGeom prst="rect">
            <a:avLst/>
          </a:prstGeom>
          <a:noFill/>
        </p:spPr>
        <p:txBody>
          <a:bodyPr wrap="square" lIns="91440" tIns="45720" rIns="91440" bIns="45720">
            <a:spAutoFit/>
          </a:bodyPr>
          <a:lstStyle/>
          <a:p>
            <a:pPr algn="ctr"/>
            <a:r>
              <a:rPr lang="en-US" sz="4000" b="0" cap="none" spc="0" dirty="0">
                <a:ln w="0"/>
                <a:solidFill>
                  <a:schemeClr val="tx1"/>
                </a:solidFill>
                <a:effectLst>
                  <a:outerShdw blurRad="38100" dist="19050" dir="2700000" algn="tl" rotWithShape="0">
                    <a:schemeClr val="dk1">
                      <a:alpha val="40000"/>
                    </a:schemeClr>
                  </a:outerShdw>
                </a:effectLst>
              </a:rPr>
              <a:t>Configure OSPF</a:t>
            </a:r>
          </a:p>
        </p:txBody>
      </p:sp>
      <p:sp>
        <p:nvSpPr>
          <p:cNvPr id="7" name="TextBox 6">
            <a:extLst>
              <a:ext uri="{FF2B5EF4-FFF2-40B4-BE49-F238E27FC236}">
                <a16:creationId xmlns:a16="http://schemas.microsoft.com/office/drawing/2014/main" id="{2627EE52-0FE8-4DF2-BB99-6DF8992A31C0}"/>
              </a:ext>
            </a:extLst>
          </p:cNvPr>
          <p:cNvSpPr txBox="1"/>
          <p:nvPr/>
        </p:nvSpPr>
        <p:spPr>
          <a:xfrm>
            <a:off x="492934" y="831309"/>
            <a:ext cx="9954349" cy="501804"/>
          </a:xfrm>
          <a:prstGeom prst="rect">
            <a:avLst/>
          </a:prstGeom>
          <a:noFill/>
        </p:spPr>
        <p:txBody>
          <a:bodyPr wrap="square" rtlCol="0">
            <a:spAutoFit/>
          </a:bodyPr>
          <a:lstStyle/>
          <a:p>
            <a:pPr marL="342900" indent="-342900">
              <a:lnSpc>
                <a:spcPct val="150000"/>
              </a:lnSpc>
              <a:buFont typeface="Wingdings" panose="05000000000000000000" pitchFamily="2" charset="2"/>
              <a:buChar char="ü"/>
            </a:pPr>
            <a:r>
              <a:rPr lang="en-US" sz="2000" dirty="0">
                <a:latin typeface="+mj-lt"/>
              </a:rPr>
              <a:t>On R1, run the ping command to test connectivity between R1 and R3.</a:t>
            </a:r>
          </a:p>
        </p:txBody>
      </p:sp>
      <p:pic>
        <p:nvPicPr>
          <p:cNvPr id="2" name="Picture 1">
            <a:extLst>
              <a:ext uri="{FF2B5EF4-FFF2-40B4-BE49-F238E27FC236}">
                <a16:creationId xmlns:a16="http://schemas.microsoft.com/office/drawing/2014/main" id="{7EA6FB12-2A25-49AE-998B-1BF942C2231F}"/>
              </a:ext>
            </a:extLst>
          </p:cNvPr>
          <p:cNvPicPr>
            <a:picLocks noChangeAspect="1"/>
          </p:cNvPicPr>
          <p:nvPr/>
        </p:nvPicPr>
        <p:blipFill rotWithShape="1">
          <a:blip r:embed="rId2"/>
          <a:srcRect l="29156" t="50506" r="42156" b="16782"/>
          <a:stretch/>
        </p:blipFill>
        <p:spPr>
          <a:xfrm>
            <a:off x="3225520" y="1818289"/>
            <a:ext cx="6212769" cy="3985042"/>
          </a:xfrm>
          <a:prstGeom prst="rect">
            <a:avLst/>
          </a:prstGeom>
        </p:spPr>
      </p:pic>
    </p:spTree>
    <p:extLst>
      <p:ext uri="{BB962C8B-B14F-4D97-AF65-F5344CB8AC3E}">
        <p14:creationId xmlns:p14="http://schemas.microsoft.com/office/powerpoint/2010/main" val="10082999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9B8944DA-4F4C-441B-875F-98A7A11EA176}"/>
              </a:ext>
            </a:extLst>
          </p:cNvPr>
          <p:cNvSpPr/>
          <p:nvPr/>
        </p:nvSpPr>
        <p:spPr>
          <a:xfrm>
            <a:off x="169747" y="123423"/>
            <a:ext cx="7409613" cy="707886"/>
          </a:xfrm>
          <a:prstGeom prst="rect">
            <a:avLst/>
          </a:prstGeom>
          <a:noFill/>
        </p:spPr>
        <p:txBody>
          <a:bodyPr wrap="square" lIns="91440" tIns="45720" rIns="91440" bIns="45720">
            <a:spAutoFit/>
          </a:bodyPr>
          <a:lstStyle/>
          <a:p>
            <a:pPr algn="ctr"/>
            <a:r>
              <a:rPr lang="en-US" sz="4000" b="0" cap="none" spc="0" dirty="0">
                <a:ln w="0"/>
                <a:solidFill>
                  <a:schemeClr val="tx1"/>
                </a:solidFill>
                <a:effectLst>
                  <a:outerShdw blurRad="38100" dist="19050" dir="2700000" algn="tl" rotWithShape="0">
                    <a:schemeClr val="dk1">
                      <a:alpha val="40000"/>
                    </a:schemeClr>
                  </a:outerShdw>
                </a:effectLst>
              </a:rPr>
              <a:t>Manage the serial connections</a:t>
            </a:r>
          </a:p>
        </p:txBody>
      </p:sp>
      <p:sp>
        <p:nvSpPr>
          <p:cNvPr id="4" name="TextBox 3">
            <a:extLst>
              <a:ext uri="{FF2B5EF4-FFF2-40B4-BE49-F238E27FC236}">
                <a16:creationId xmlns:a16="http://schemas.microsoft.com/office/drawing/2014/main" id="{6B95A38B-A4B8-4162-8B44-BAA97B6A67C2}"/>
              </a:ext>
            </a:extLst>
          </p:cNvPr>
          <p:cNvSpPr txBox="1"/>
          <p:nvPr/>
        </p:nvSpPr>
        <p:spPr>
          <a:xfrm flipH="1">
            <a:off x="169746" y="831309"/>
            <a:ext cx="5926254" cy="4867166"/>
          </a:xfrm>
          <a:prstGeom prst="rect">
            <a:avLst/>
          </a:prstGeom>
          <a:noFill/>
        </p:spPr>
        <p:txBody>
          <a:bodyPr wrap="square" rtlCol="0">
            <a:spAutoFit/>
          </a:bodyPr>
          <a:lstStyle/>
          <a:p>
            <a:pPr marL="342900" indent="-342900">
              <a:lnSpc>
                <a:spcPct val="150000"/>
              </a:lnSpc>
              <a:buFont typeface="Wingdings" panose="05000000000000000000" pitchFamily="2" charset="2"/>
              <a:buChar char="ü"/>
            </a:pPr>
            <a:r>
              <a:rPr lang="en-US" sz="1900" dirty="0">
                <a:latin typeface="+mj-lt"/>
              </a:rPr>
              <a:t>View the type of the cable connected to the serial interface, interface status, and clock frequency, and change the clock frequency.</a:t>
            </a:r>
          </a:p>
          <a:p>
            <a:pPr marL="342900" indent="-342900">
              <a:lnSpc>
                <a:spcPct val="150000"/>
              </a:lnSpc>
              <a:buFont typeface="Wingdings" panose="05000000000000000000" pitchFamily="2" charset="2"/>
              <a:buChar char="ü"/>
            </a:pPr>
            <a:r>
              <a:rPr lang="en-US" sz="1900" dirty="0">
                <a:latin typeface="+mj-lt"/>
              </a:rPr>
              <a:t>The preceding information shows that S1/0/0 on R1 connects to a DCE cable and the clock frequency is 64000 bit/s. The DCE controls the clock frequency and bandwidth. </a:t>
            </a:r>
          </a:p>
          <a:p>
            <a:pPr marL="342900" indent="-342900">
              <a:lnSpc>
                <a:spcPct val="150000"/>
              </a:lnSpc>
              <a:buFont typeface="Wingdings" panose="05000000000000000000" pitchFamily="2" charset="2"/>
              <a:buChar char="ü"/>
            </a:pPr>
            <a:r>
              <a:rPr lang="en-US" sz="1900" dirty="0">
                <a:latin typeface="+mj-lt"/>
              </a:rPr>
              <a:t>Change the clock frequency on the link between R1 and R2 to 128000 bit/s. </a:t>
            </a:r>
          </a:p>
          <a:p>
            <a:pPr marL="342900" indent="-342900">
              <a:lnSpc>
                <a:spcPct val="150000"/>
              </a:lnSpc>
              <a:buFont typeface="Wingdings" panose="05000000000000000000" pitchFamily="2" charset="2"/>
              <a:buChar char="ü"/>
            </a:pPr>
            <a:r>
              <a:rPr lang="en-US" sz="1900" dirty="0">
                <a:latin typeface="+mj-lt"/>
              </a:rPr>
              <a:t>This operation must be performed on the DCE, R1. </a:t>
            </a:r>
          </a:p>
        </p:txBody>
      </p:sp>
      <p:pic>
        <p:nvPicPr>
          <p:cNvPr id="6" name="Picture 5">
            <a:extLst>
              <a:ext uri="{FF2B5EF4-FFF2-40B4-BE49-F238E27FC236}">
                <a16:creationId xmlns:a16="http://schemas.microsoft.com/office/drawing/2014/main" id="{95428EBB-FB8E-432B-95F4-30F46058DA95}"/>
              </a:ext>
            </a:extLst>
          </p:cNvPr>
          <p:cNvPicPr>
            <a:picLocks noChangeAspect="1"/>
          </p:cNvPicPr>
          <p:nvPr/>
        </p:nvPicPr>
        <p:blipFill rotWithShape="1">
          <a:blip r:embed="rId2"/>
          <a:srcRect l="27666" t="26667" r="43083" b="31555"/>
          <a:stretch/>
        </p:blipFill>
        <p:spPr>
          <a:xfrm>
            <a:off x="6302173" y="709389"/>
            <a:ext cx="5720080" cy="4595621"/>
          </a:xfrm>
          <a:prstGeom prst="rect">
            <a:avLst/>
          </a:prstGeom>
        </p:spPr>
      </p:pic>
      <p:pic>
        <p:nvPicPr>
          <p:cNvPr id="14" name="Picture 13">
            <a:extLst>
              <a:ext uri="{FF2B5EF4-FFF2-40B4-BE49-F238E27FC236}">
                <a16:creationId xmlns:a16="http://schemas.microsoft.com/office/drawing/2014/main" id="{2BC8448D-7319-41B9-96AD-BBA707521618}"/>
              </a:ext>
            </a:extLst>
          </p:cNvPr>
          <p:cNvPicPr>
            <a:picLocks noChangeAspect="1"/>
          </p:cNvPicPr>
          <p:nvPr/>
        </p:nvPicPr>
        <p:blipFill rotWithShape="1">
          <a:blip r:embed="rId2"/>
          <a:srcRect l="27666" t="83111" r="57501" b="10519"/>
          <a:stretch/>
        </p:blipFill>
        <p:spPr>
          <a:xfrm>
            <a:off x="6309359" y="5557520"/>
            <a:ext cx="3238447" cy="782318"/>
          </a:xfrm>
          <a:prstGeom prst="rect">
            <a:avLst/>
          </a:prstGeom>
        </p:spPr>
      </p:pic>
    </p:spTree>
    <p:extLst>
      <p:ext uri="{BB962C8B-B14F-4D97-AF65-F5344CB8AC3E}">
        <p14:creationId xmlns:p14="http://schemas.microsoft.com/office/powerpoint/2010/main" val="7689852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9B8944DA-4F4C-441B-875F-98A7A11EA176}"/>
              </a:ext>
            </a:extLst>
          </p:cNvPr>
          <p:cNvSpPr/>
          <p:nvPr/>
        </p:nvSpPr>
        <p:spPr>
          <a:xfrm>
            <a:off x="169747" y="123423"/>
            <a:ext cx="7409613" cy="707886"/>
          </a:xfrm>
          <a:prstGeom prst="rect">
            <a:avLst/>
          </a:prstGeom>
          <a:noFill/>
        </p:spPr>
        <p:txBody>
          <a:bodyPr wrap="square" lIns="91440" tIns="45720" rIns="91440" bIns="45720">
            <a:spAutoFit/>
          </a:bodyPr>
          <a:lstStyle/>
          <a:p>
            <a:pPr algn="ctr"/>
            <a:r>
              <a:rPr lang="en-US" sz="4000" b="0" cap="none" spc="0" dirty="0">
                <a:ln w="0"/>
                <a:solidFill>
                  <a:schemeClr val="tx1"/>
                </a:solidFill>
                <a:effectLst>
                  <a:outerShdw blurRad="38100" dist="19050" dir="2700000" algn="tl" rotWithShape="0">
                    <a:schemeClr val="dk1">
                      <a:alpha val="40000"/>
                    </a:schemeClr>
                  </a:outerShdw>
                </a:effectLst>
              </a:rPr>
              <a:t>Manage the serial connections</a:t>
            </a:r>
          </a:p>
        </p:txBody>
      </p:sp>
      <p:sp>
        <p:nvSpPr>
          <p:cNvPr id="4" name="TextBox 3">
            <a:extLst>
              <a:ext uri="{FF2B5EF4-FFF2-40B4-BE49-F238E27FC236}">
                <a16:creationId xmlns:a16="http://schemas.microsoft.com/office/drawing/2014/main" id="{6B95A38B-A4B8-4162-8B44-BAA97B6A67C2}"/>
              </a:ext>
            </a:extLst>
          </p:cNvPr>
          <p:cNvSpPr txBox="1"/>
          <p:nvPr/>
        </p:nvSpPr>
        <p:spPr>
          <a:xfrm flipH="1">
            <a:off x="169746" y="831309"/>
            <a:ext cx="10508764" cy="481350"/>
          </a:xfrm>
          <a:prstGeom prst="rect">
            <a:avLst/>
          </a:prstGeom>
          <a:noFill/>
        </p:spPr>
        <p:txBody>
          <a:bodyPr wrap="square" rtlCol="0">
            <a:spAutoFit/>
          </a:bodyPr>
          <a:lstStyle/>
          <a:p>
            <a:pPr marL="342900" indent="-342900">
              <a:lnSpc>
                <a:spcPct val="150000"/>
              </a:lnSpc>
              <a:buFont typeface="Wingdings" panose="05000000000000000000" pitchFamily="2" charset="2"/>
              <a:buChar char="ü"/>
            </a:pPr>
            <a:r>
              <a:rPr lang="en-US" sz="1900" dirty="0">
                <a:latin typeface="+mj-lt"/>
              </a:rPr>
              <a:t>After the configuration is complete, view the serial interface status. </a:t>
            </a:r>
          </a:p>
        </p:txBody>
      </p:sp>
      <p:pic>
        <p:nvPicPr>
          <p:cNvPr id="2" name="Picture 1">
            <a:extLst>
              <a:ext uri="{FF2B5EF4-FFF2-40B4-BE49-F238E27FC236}">
                <a16:creationId xmlns:a16="http://schemas.microsoft.com/office/drawing/2014/main" id="{03BD7183-E9D7-41E7-8D2B-B47F536A3B76}"/>
              </a:ext>
            </a:extLst>
          </p:cNvPr>
          <p:cNvPicPr>
            <a:picLocks noChangeAspect="1"/>
          </p:cNvPicPr>
          <p:nvPr/>
        </p:nvPicPr>
        <p:blipFill rotWithShape="1">
          <a:blip r:embed="rId2"/>
          <a:srcRect l="34333" t="17042" r="44831" b="53227"/>
          <a:stretch/>
        </p:blipFill>
        <p:spPr>
          <a:xfrm>
            <a:off x="3279228" y="1404400"/>
            <a:ext cx="6148552" cy="4935430"/>
          </a:xfrm>
          <a:prstGeom prst="rect">
            <a:avLst/>
          </a:prstGeom>
        </p:spPr>
      </p:pic>
    </p:spTree>
    <p:extLst>
      <p:ext uri="{BB962C8B-B14F-4D97-AF65-F5344CB8AC3E}">
        <p14:creationId xmlns:p14="http://schemas.microsoft.com/office/powerpoint/2010/main" val="27576811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A932BA-F0B4-4ED5-A51E-47C3BB00F966}"/>
              </a:ext>
            </a:extLst>
          </p:cNvPr>
          <p:cNvSpPr>
            <a:spLocks noGrp="1"/>
          </p:cNvSpPr>
          <p:nvPr>
            <p:ph type="title"/>
          </p:nvPr>
        </p:nvSpPr>
        <p:spPr>
          <a:xfrm>
            <a:off x="1039177" y="2243358"/>
            <a:ext cx="10113645" cy="743682"/>
          </a:xfrm>
        </p:spPr>
        <p:txBody>
          <a:bodyPr/>
          <a:lstStyle/>
          <a:p>
            <a:pPr algn="ctr"/>
            <a:r>
              <a:rPr lang="en-US" sz="4800" b="1" dirty="0">
                <a:solidFill>
                  <a:schemeClr val="tx1"/>
                </a:solidFill>
              </a:rPr>
              <a:t>PPP PROTOCOL </a:t>
            </a:r>
          </a:p>
        </p:txBody>
      </p:sp>
    </p:spTree>
    <p:extLst>
      <p:ext uri="{BB962C8B-B14F-4D97-AF65-F5344CB8AC3E}">
        <p14:creationId xmlns:p14="http://schemas.microsoft.com/office/powerpoint/2010/main" val="16442881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9B8944DA-4F4C-441B-875F-98A7A11EA176}"/>
              </a:ext>
            </a:extLst>
          </p:cNvPr>
          <p:cNvSpPr/>
          <p:nvPr/>
        </p:nvSpPr>
        <p:spPr>
          <a:xfrm>
            <a:off x="169748" y="123423"/>
            <a:ext cx="8364652" cy="707886"/>
          </a:xfrm>
          <a:prstGeom prst="rect">
            <a:avLst/>
          </a:prstGeom>
          <a:noFill/>
        </p:spPr>
        <p:txBody>
          <a:bodyPr wrap="square" lIns="91440" tIns="45720" rIns="91440" bIns="45720">
            <a:spAutoFit/>
          </a:bodyPr>
          <a:lstStyle/>
          <a:p>
            <a:pPr algn="ctr"/>
            <a:r>
              <a:rPr lang="en-US" sz="4000" b="0" cap="none" spc="0" dirty="0">
                <a:ln w="0"/>
                <a:solidFill>
                  <a:schemeClr val="tx1"/>
                </a:solidFill>
                <a:effectLst>
                  <a:outerShdw blurRad="38100" dist="19050" dir="2700000" algn="tl" rotWithShape="0">
                    <a:schemeClr val="dk1">
                      <a:alpha val="40000"/>
                    </a:schemeClr>
                  </a:outerShdw>
                </a:effectLst>
              </a:rPr>
              <a:t>configure PPP on the serial interfaces</a:t>
            </a:r>
          </a:p>
        </p:txBody>
      </p:sp>
      <p:sp>
        <p:nvSpPr>
          <p:cNvPr id="4" name="TextBox 3">
            <a:extLst>
              <a:ext uri="{FF2B5EF4-FFF2-40B4-BE49-F238E27FC236}">
                <a16:creationId xmlns:a16="http://schemas.microsoft.com/office/drawing/2014/main" id="{5D8C2604-F811-45FB-8976-BE3A043625B2}"/>
              </a:ext>
            </a:extLst>
          </p:cNvPr>
          <p:cNvSpPr txBox="1"/>
          <p:nvPr/>
        </p:nvSpPr>
        <p:spPr>
          <a:xfrm>
            <a:off x="462455" y="1156138"/>
            <a:ext cx="5318234" cy="3271793"/>
          </a:xfrm>
          <a:prstGeom prst="rect">
            <a:avLst/>
          </a:prstGeom>
          <a:noFill/>
        </p:spPr>
        <p:txBody>
          <a:bodyPr wrap="square" rtlCol="0">
            <a:spAutoFit/>
          </a:bodyPr>
          <a:lstStyle/>
          <a:p>
            <a:pPr marL="342900" indent="-342900">
              <a:lnSpc>
                <a:spcPct val="150000"/>
              </a:lnSpc>
              <a:buFont typeface="Wingdings" panose="05000000000000000000" pitchFamily="2" charset="2"/>
              <a:buChar char="ü"/>
            </a:pPr>
            <a:r>
              <a:rPr lang="en-US" sz="2000" dirty="0">
                <a:latin typeface="+mj-lt"/>
              </a:rPr>
              <a:t>Configure PPP between R1and R2 as well as R2 and R3. </a:t>
            </a:r>
          </a:p>
          <a:p>
            <a:pPr marL="342900" indent="-342900">
              <a:lnSpc>
                <a:spcPct val="150000"/>
              </a:lnSpc>
              <a:buFont typeface="Wingdings" panose="05000000000000000000" pitchFamily="2" charset="2"/>
              <a:buChar char="ü"/>
            </a:pPr>
            <a:r>
              <a:rPr lang="en-US" sz="2000" dirty="0">
                <a:latin typeface="+mj-lt"/>
              </a:rPr>
              <a:t>Both ends of the link must use the same encapsulation mode.</a:t>
            </a:r>
          </a:p>
          <a:p>
            <a:pPr marL="342900" indent="-342900">
              <a:lnSpc>
                <a:spcPct val="150000"/>
              </a:lnSpc>
              <a:buFont typeface="Wingdings" panose="05000000000000000000" pitchFamily="2" charset="2"/>
              <a:buChar char="ü"/>
            </a:pPr>
            <a:r>
              <a:rPr lang="en-US" sz="2000" dirty="0">
                <a:latin typeface="+mj-lt"/>
              </a:rPr>
              <a:t>If different encapsulation modes are used, Interfaces may display as “down”.</a:t>
            </a:r>
          </a:p>
        </p:txBody>
      </p:sp>
      <p:pic>
        <p:nvPicPr>
          <p:cNvPr id="10" name="Picture 9">
            <a:extLst>
              <a:ext uri="{FF2B5EF4-FFF2-40B4-BE49-F238E27FC236}">
                <a16:creationId xmlns:a16="http://schemas.microsoft.com/office/drawing/2014/main" id="{EE3063C1-2000-42DA-A076-A8DE0896975B}"/>
              </a:ext>
            </a:extLst>
          </p:cNvPr>
          <p:cNvPicPr>
            <a:picLocks noChangeAspect="1"/>
          </p:cNvPicPr>
          <p:nvPr/>
        </p:nvPicPr>
        <p:blipFill rotWithShape="1">
          <a:blip r:embed="rId2"/>
          <a:srcRect l="34333" t="58544" r="40063" b="12121"/>
          <a:stretch/>
        </p:blipFill>
        <p:spPr>
          <a:xfrm>
            <a:off x="5665075" y="1156138"/>
            <a:ext cx="6588704" cy="4246179"/>
          </a:xfrm>
          <a:prstGeom prst="rect">
            <a:avLst/>
          </a:prstGeom>
        </p:spPr>
      </p:pic>
    </p:spTree>
    <p:extLst>
      <p:ext uri="{BB962C8B-B14F-4D97-AF65-F5344CB8AC3E}">
        <p14:creationId xmlns:p14="http://schemas.microsoft.com/office/powerpoint/2010/main" val="13533016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9B8944DA-4F4C-441B-875F-98A7A11EA176}"/>
              </a:ext>
            </a:extLst>
          </p:cNvPr>
          <p:cNvSpPr/>
          <p:nvPr/>
        </p:nvSpPr>
        <p:spPr>
          <a:xfrm>
            <a:off x="169748" y="123423"/>
            <a:ext cx="8364652" cy="707886"/>
          </a:xfrm>
          <a:prstGeom prst="rect">
            <a:avLst/>
          </a:prstGeom>
          <a:noFill/>
        </p:spPr>
        <p:txBody>
          <a:bodyPr wrap="square" lIns="91440" tIns="45720" rIns="91440" bIns="45720">
            <a:spAutoFit/>
          </a:bodyPr>
          <a:lstStyle/>
          <a:p>
            <a:pPr algn="ctr"/>
            <a:r>
              <a:rPr lang="en-US" sz="4000" b="0" cap="none" spc="0" dirty="0">
                <a:ln w="0"/>
                <a:solidFill>
                  <a:schemeClr val="tx1"/>
                </a:solidFill>
                <a:effectLst>
                  <a:outerShdw blurRad="38100" dist="19050" dir="2700000" algn="tl" rotWithShape="0">
                    <a:schemeClr val="dk1">
                      <a:alpha val="40000"/>
                    </a:schemeClr>
                  </a:outerShdw>
                </a:effectLst>
              </a:rPr>
              <a:t>configure PPP on the serial interfaces</a:t>
            </a:r>
          </a:p>
        </p:txBody>
      </p:sp>
      <p:sp>
        <p:nvSpPr>
          <p:cNvPr id="4" name="TextBox 3">
            <a:extLst>
              <a:ext uri="{FF2B5EF4-FFF2-40B4-BE49-F238E27FC236}">
                <a16:creationId xmlns:a16="http://schemas.microsoft.com/office/drawing/2014/main" id="{5D8C2604-F811-45FB-8976-BE3A043625B2}"/>
              </a:ext>
            </a:extLst>
          </p:cNvPr>
          <p:cNvSpPr txBox="1"/>
          <p:nvPr/>
        </p:nvSpPr>
        <p:spPr>
          <a:xfrm>
            <a:off x="462454" y="1156138"/>
            <a:ext cx="7868745" cy="501804"/>
          </a:xfrm>
          <a:prstGeom prst="rect">
            <a:avLst/>
          </a:prstGeom>
          <a:noFill/>
        </p:spPr>
        <p:txBody>
          <a:bodyPr wrap="square" rtlCol="0">
            <a:spAutoFit/>
          </a:bodyPr>
          <a:lstStyle/>
          <a:p>
            <a:pPr marL="342900" indent="-342900">
              <a:lnSpc>
                <a:spcPct val="150000"/>
              </a:lnSpc>
              <a:buFont typeface="Wingdings" panose="05000000000000000000" pitchFamily="2" charset="2"/>
              <a:buChar char="ü"/>
            </a:pPr>
            <a:r>
              <a:rPr lang="en-US" sz="2000" dirty="0">
                <a:latin typeface="+mj-lt"/>
              </a:rPr>
              <a:t>After the configuration is complete,  test link connectivity. </a:t>
            </a:r>
          </a:p>
        </p:txBody>
      </p:sp>
      <p:pic>
        <p:nvPicPr>
          <p:cNvPr id="2" name="Picture 1">
            <a:extLst>
              <a:ext uri="{FF2B5EF4-FFF2-40B4-BE49-F238E27FC236}">
                <a16:creationId xmlns:a16="http://schemas.microsoft.com/office/drawing/2014/main" id="{9A7FD9A6-D18E-4CA9-8ED2-32949B208651}"/>
              </a:ext>
            </a:extLst>
          </p:cNvPr>
          <p:cNvPicPr>
            <a:picLocks noChangeAspect="1"/>
          </p:cNvPicPr>
          <p:nvPr/>
        </p:nvPicPr>
        <p:blipFill rotWithShape="1">
          <a:blip r:embed="rId2"/>
          <a:srcRect l="34569" t="14253" r="44138" b="61686"/>
          <a:stretch/>
        </p:blipFill>
        <p:spPr>
          <a:xfrm>
            <a:off x="346841" y="2280745"/>
            <a:ext cx="5749159" cy="3654324"/>
          </a:xfrm>
          <a:prstGeom prst="rect">
            <a:avLst/>
          </a:prstGeom>
        </p:spPr>
      </p:pic>
      <p:pic>
        <p:nvPicPr>
          <p:cNvPr id="6" name="Picture 5">
            <a:extLst>
              <a:ext uri="{FF2B5EF4-FFF2-40B4-BE49-F238E27FC236}">
                <a16:creationId xmlns:a16="http://schemas.microsoft.com/office/drawing/2014/main" id="{09D00745-8481-403E-A007-FEF5FB38DA76}"/>
              </a:ext>
            </a:extLst>
          </p:cNvPr>
          <p:cNvPicPr>
            <a:picLocks noChangeAspect="1"/>
          </p:cNvPicPr>
          <p:nvPr/>
        </p:nvPicPr>
        <p:blipFill rotWithShape="1">
          <a:blip r:embed="rId2"/>
          <a:srcRect l="34569" t="38314" r="45086" b="38698"/>
          <a:stretch/>
        </p:blipFill>
        <p:spPr>
          <a:xfrm>
            <a:off x="5969876" y="2445217"/>
            <a:ext cx="5623034" cy="3573962"/>
          </a:xfrm>
          <a:prstGeom prst="rect">
            <a:avLst/>
          </a:prstGeom>
        </p:spPr>
      </p:pic>
    </p:spTree>
    <p:extLst>
      <p:ext uri="{BB962C8B-B14F-4D97-AF65-F5344CB8AC3E}">
        <p14:creationId xmlns:p14="http://schemas.microsoft.com/office/powerpoint/2010/main" val="7028760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9B8944DA-4F4C-441B-875F-98A7A11EA176}"/>
              </a:ext>
            </a:extLst>
          </p:cNvPr>
          <p:cNvSpPr/>
          <p:nvPr/>
        </p:nvSpPr>
        <p:spPr>
          <a:xfrm>
            <a:off x="169747" y="123423"/>
            <a:ext cx="11286529" cy="707886"/>
          </a:xfrm>
          <a:prstGeom prst="rect">
            <a:avLst/>
          </a:prstGeom>
          <a:noFill/>
        </p:spPr>
        <p:txBody>
          <a:bodyPr wrap="square" lIns="91440" tIns="45720" rIns="91440" bIns="45720">
            <a:spAutoFit/>
          </a:bodyPr>
          <a:lstStyle/>
          <a:p>
            <a:pPr algn="ctr"/>
            <a:r>
              <a:rPr lang="en-US" sz="4000" b="0" cap="none" spc="0" dirty="0">
                <a:ln w="0"/>
                <a:solidFill>
                  <a:schemeClr val="tx1"/>
                </a:solidFill>
                <a:effectLst>
                  <a:outerShdw blurRad="38100" dist="19050" dir="2700000" algn="tl" rotWithShape="0">
                    <a:schemeClr val="dk1">
                      <a:alpha val="40000"/>
                    </a:schemeClr>
                  </a:outerShdw>
                </a:effectLst>
              </a:rPr>
              <a:t>Verify the configuration by checking the connectivity</a:t>
            </a:r>
          </a:p>
        </p:txBody>
      </p:sp>
      <p:sp>
        <p:nvSpPr>
          <p:cNvPr id="36" name="TextBox 35">
            <a:extLst>
              <a:ext uri="{FF2B5EF4-FFF2-40B4-BE49-F238E27FC236}">
                <a16:creationId xmlns:a16="http://schemas.microsoft.com/office/drawing/2014/main" id="{5CCB090A-EFA5-4749-B317-190000441523}"/>
              </a:ext>
            </a:extLst>
          </p:cNvPr>
          <p:cNvSpPr txBox="1"/>
          <p:nvPr/>
        </p:nvSpPr>
        <p:spPr>
          <a:xfrm>
            <a:off x="477520" y="965954"/>
            <a:ext cx="4619997" cy="1672637"/>
          </a:xfrm>
          <a:prstGeom prst="rect">
            <a:avLst/>
          </a:prstGeom>
          <a:noFill/>
        </p:spPr>
        <p:txBody>
          <a:bodyPr wrap="square" rtlCol="0">
            <a:spAutoFit/>
          </a:bodyPr>
          <a:lstStyle/>
          <a:p>
            <a:pPr marL="342900" indent="-342900">
              <a:lnSpc>
                <a:spcPct val="200000"/>
              </a:lnSpc>
              <a:buFont typeface="Wingdings" panose="05000000000000000000" pitchFamily="2" charset="2"/>
              <a:buChar char="ü"/>
            </a:pPr>
            <a:r>
              <a:rPr lang="en-US" dirty="0">
                <a:latin typeface="+mj-lt"/>
              </a:rPr>
              <a:t>if the </a:t>
            </a:r>
            <a:r>
              <a:rPr lang="en-US" b="1" dirty="0">
                <a:latin typeface="+mj-lt"/>
              </a:rPr>
              <a:t>ping</a:t>
            </a:r>
            <a:r>
              <a:rPr lang="en-US" dirty="0">
                <a:latin typeface="+mj-lt"/>
              </a:rPr>
              <a:t> operation fails, check the interface status and whether the link layer protocol type is correct. </a:t>
            </a:r>
          </a:p>
        </p:txBody>
      </p:sp>
      <p:pic>
        <p:nvPicPr>
          <p:cNvPr id="12" name="Picture 11">
            <a:extLst>
              <a:ext uri="{FF2B5EF4-FFF2-40B4-BE49-F238E27FC236}">
                <a16:creationId xmlns:a16="http://schemas.microsoft.com/office/drawing/2014/main" id="{766AD2AE-8EAC-48C6-86D0-395F9CD9FFC5}"/>
              </a:ext>
            </a:extLst>
          </p:cNvPr>
          <p:cNvPicPr>
            <a:picLocks noChangeAspect="1"/>
          </p:cNvPicPr>
          <p:nvPr/>
        </p:nvPicPr>
        <p:blipFill rotWithShape="1">
          <a:blip r:embed="rId2"/>
          <a:srcRect l="34569" t="66869" r="45126" b="9579"/>
          <a:stretch/>
        </p:blipFill>
        <p:spPr>
          <a:xfrm>
            <a:off x="5339255" y="965954"/>
            <a:ext cx="6171079" cy="4026460"/>
          </a:xfrm>
          <a:prstGeom prst="rect">
            <a:avLst/>
          </a:prstGeom>
        </p:spPr>
      </p:pic>
      <p:pic>
        <p:nvPicPr>
          <p:cNvPr id="13" name="Picture 12">
            <a:extLst>
              <a:ext uri="{FF2B5EF4-FFF2-40B4-BE49-F238E27FC236}">
                <a16:creationId xmlns:a16="http://schemas.microsoft.com/office/drawing/2014/main" id="{F77040E9-1C51-4C19-AB71-C8E9A0D82278}"/>
              </a:ext>
            </a:extLst>
          </p:cNvPr>
          <p:cNvPicPr>
            <a:picLocks noChangeAspect="1"/>
          </p:cNvPicPr>
          <p:nvPr/>
        </p:nvPicPr>
        <p:blipFill rotWithShape="1">
          <a:blip r:embed="rId3"/>
          <a:srcRect l="35259" t="10728" r="44827" b="81762"/>
          <a:stretch/>
        </p:blipFill>
        <p:spPr>
          <a:xfrm>
            <a:off x="5580993" y="4992414"/>
            <a:ext cx="6171079" cy="1309016"/>
          </a:xfrm>
          <a:prstGeom prst="rect">
            <a:avLst/>
          </a:prstGeom>
        </p:spPr>
      </p:pic>
    </p:spTree>
    <p:extLst>
      <p:ext uri="{BB962C8B-B14F-4D97-AF65-F5344CB8AC3E}">
        <p14:creationId xmlns:p14="http://schemas.microsoft.com/office/powerpoint/2010/main" val="20451674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9B8944DA-4F4C-441B-875F-98A7A11EA176}"/>
              </a:ext>
            </a:extLst>
          </p:cNvPr>
          <p:cNvSpPr/>
          <p:nvPr/>
        </p:nvSpPr>
        <p:spPr>
          <a:xfrm>
            <a:off x="169748" y="123423"/>
            <a:ext cx="6451770" cy="707886"/>
          </a:xfrm>
          <a:prstGeom prst="rect">
            <a:avLst/>
          </a:prstGeom>
          <a:noFill/>
        </p:spPr>
        <p:txBody>
          <a:bodyPr wrap="square" lIns="91440" tIns="45720" rIns="91440" bIns="45720">
            <a:spAutoFit/>
          </a:bodyPr>
          <a:lstStyle/>
          <a:p>
            <a:pPr algn="ctr"/>
            <a:r>
              <a:rPr lang="en-US" sz="4000" b="0" cap="none" spc="0" dirty="0">
                <a:ln w="0"/>
                <a:solidFill>
                  <a:schemeClr val="tx1"/>
                </a:solidFill>
                <a:effectLst>
                  <a:outerShdw blurRad="38100" dist="19050" dir="2700000" algn="tl" rotWithShape="0">
                    <a:schemeClr val="dk1">
                      <a:alpha val="40000"/>
                    </a:schemeClr>
                  </a:outerShdw>
                </a:effectLst>
              </a:rPr>
              <a:t>Check routing entry change</a:t>
            </a:r>
          </a:p>
        </p:txBody>
      </p:sp>
      <p:sp>
        <p:nvSpPr>
          <p:cNvPr id="5" name="TextBox 4">
            <a:extLst>
              <a:ext uri="{FF2B5EF4-FFF2-40B4-BE49-F238E27FC236}">
                <a16:creationId xmlns:a16="http://schemas.microsoft.com/office/drawing/2014/main" id="{0A0B6A88-B6A8-46EF-A174-0A45D97521D3}"/>
              </a:ext>
            </a:extLst>
          </p:cNvPr>
          <p:cNvSpPr txBox="1"/>
          <p:nvPr/>
        </p:nvSpPr>
        <p:spPr>
          <a:xfrm>
            <a:off x="169749" y="1178867"/>
            <a:ext cx="5780576" cy="4656788"/>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ü"/>
            </a:pPr>
            <a:r>
              <a:rPr lang="en-US" sz="2000" dirty="0">
                <a:latin typeface="+mj-lt"/>
              </a:rPr>
              <a:t>After PPP configuration is complete, routers establish connections at the data link layer.</a:t>
            </a:r>
          </a:p>
          <a:p>
            <a:pPr marL="342900" indent="-342900" algn="just">
              <a:lnSpc>
                <a:spcPct val="150000"/>
              </a:lnSpc>
              <a:buFont typeface="Wingdings" panose="05000000000000000000" pitchFamily="2" charset="2"/>
              <a:buChar char="ü"/>
            </a:pPr>
            <a:r>
              <a:rPr lang="en-US" sz="2000" dirty="0">
                <a:latin typeface="+mj-lt"/>
              </a:rPr>
              <a:t>The local device send a route to peer device. </a:t>
            </a:r>
          </a:p>
          <a:p>
            <a:pPr marL="342900" indent="-342900" algn="just">
              <a:lnSpc>
                <a:spcPct val="150000"/>
              </a:lnSpc>
              <a:buFont typeface="Wingdings" panose="05000000000000000000" pitchFamily="2" charset="2"/>
              <a:buChar char="ü"/>
            </a:pPr>
            <a:r>
              <a:rPr lang="en-US" sz="2000" dirty="0">
                <a:latin typeface="+mj-lt"/>
              </a:rPr>
              <a:t>The route contain the interface IP address and 32-bit mask.</a:t>
            </a:r>
          </a:p>
          <a:p>
            <a:pPr marL="342900" indent="-342900" algn="just">
              <a:lnSpc>
                <a:spcPct val="150000"/>
              </a:lnSpc>
              <a:buFont typeface="Wingdings" panose="05000000000000000000" pitchFamily="2" charset="2"/>
              <a:buChar char="ü"/>
            </a:pPr>
            <a:r>
              <a:rPr lang="en-US" sz="2000" dirty="0">
                <a:latin typeface="+mj-lt"/>
              </a:rPr>
              <a:t>The following information uses R2 as an example, for which the routes R1 and R3 can be seen.</a:t>
            </a:r>
          </a:p>
        </p:txBody>
      </p:sp>
      <p:pic>
        <p:nvPicPr>
          <p:cNvPr id="8" name="Picture 7">
            <a:extLst>
              <a:ext uri="{FF2B5EF4-FFF2-40B4-BE49-F238E27FC236}">
                <a16:creationId xmlns:a16="http://schemas.microsoft.com/office/drawing/2014/main" id="{08A91D57-F6E3-4F0C-AF5B-E7491C48E43B}"/>
              </a:ext>
            </a:extLst>
          </p:cNvPr>
          <p:cNvPicPr>
            <a:picLocks noChangeAspect="1"/>
          </p:cNvPicPr>
          <p:nvPr/>
        </p:nvPicPr>
        <p:blipFill rotWithShape="1">
          <a:blip r:embed="rId2"/>
          <a:srcRect l="35260" t="38419" r="40550" b="25477"/>
          <a:stretch/>
        </p:blipFill>
        <p:spPr>
          <a:xfrm>
            <a:off x="5999573" y="1178867"/>
            <a:ext cx="6192427" cy="5198499"/>
          </a:xfrm>
          <a:prstGeom prst="rect">
            <a:avLst/>
          </a:prstGeom>
        </p:spPr>
      </p:pic>
    </p:spTree>
    <p:extLst>
      <p:ext uri="{BB962C8B-B14F-4D97-AF65-F5344CB8AC3E}">
        <p14:creationId xmlns:p14="http://schemas.microsoft.com/office/powerpoint/2010/main" val="3392839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9B8944DA-4F4C-441B-875F-98A7A11EA176}"/>
              </a:ext>
            </a:extLst>
          </p:cNvPr>
          <p:cNvSpPr/>
          <p:nvPr/>
        </p:nvSpPr>
        <p:spPr>
          <a:xfrm>
            <a:off x="169748" y="123423"/>
            <a:ext cx="10467772" cy="707886"/>
          </a:xfrm>
          <a:prstGeom prst="rect">
            <a:avLst/>
          </a:prstGeom>
          <a:noFill/>
        </p:spPr>
        <p:txBody>
          <a:bodyPr wrap="square" lIns="91440" tIns="45720" rIns="91440" bIns="45720">
            <a:spAutoFit/>
          </a:bodyPr>
          <a:lstStyle/>
          <a:p>
            <a:pPr algn="ctr"/>
            <a:r>
              <a:rPr lang="en-US" sz="4000" dirty="0">
                <a:ln w="0"/>
                <a:effectLst>
                  <a:outerShdw blurRad="38100" dist="19050" dir="2700000" algn="tl" rotWithShape="0">
                    <a:schemeClr val="dk1">
                      <a:alpha val="40000"/>
                    </a:schemeClr>
                  </a:outerShdw>
                </a:effectLst>
              </a:rPr>
              <a:t>Enable PAP authentication between R1 and R2</a:t>
            </a:r>
            <a:r>
              <a:rPr lang="en-US" sz="4000" b="0" cap="none" spc="0" dirty="0">
                <a:ln w="0"/>
                <a:solidFill>
                  <a:schemeClr val="tx1"/>
                </a:solidFill>
                <a:effectLst>
                  <a:outerShdw blurRad="38100" dist="19050" dir="2700000" algn="tl" rotWithShape="0">
                    <a:schemeClr val="dk1">
                      <a:alpha val="40000"/>
                    </a:schemeClr>
                  </a:outerShdw>
                </a:effectLst>
              </a:rPr>
              <a:t> </a:t>
            </a:r>
          </a:p>
        </p:txBody>
      </p:sp>
      <p:sp>
        <p:nvSpPr>
          <p:cNvPr id="5" name="TextBox 4">
            <a:extLst>
              <a:ext uri="{FF2B5EF4-FFF2-40B4-BE49-F238E27FC236}">
                <a16:creationId xmlns:a16="http://schemas.microsoft.com/office/drawing/2014/main" id="{0A0B6A88-B6A8-46EF-A174-0A45D97521D3}"/>
              </a:ext>
            </a:extLst>
          </p:cNvPr>
          <p:cNvSpPr txBox="1"/>
          <p:nvPr/>
        </p:nvSpPr>
        <p:spPr>
          <a:xfrm>
            <a:off x="169749" y="1178867"/>
            <a:ext cx="5674004" cy="2810128"/>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ü"/>
            </a:pPr>
            <a:r>
              <a:rPr lang="en-US" sz="2000" dirty="0">
                <a:latin typeface="+mj-lt"/>
              </a:rPr>
              <a:t>Configure PAP authentication with R1 as the PPP PAP authenticator.</a:t>
            </a:r>
          </a:p>
          <a:p>
            <a:pPr marL="342900" indent="-342900" algn="just">
              <a:lnSpc>
                <a:spcPct val="150000"/>
              </a:lnSpc>
              <a:buFont typeface="Wingdings" panose="05000000000000000000" pitchFamily="2" charset="2"/>
              <a:buChar char="ü"/>
            </a:pPr>
            <a:endParaRPr lang="en-US" sz="2000" dirty="0">
              <a:latin typeface="+mj-lt"/>
            </a:endParaRPr>
          </a:p>
          <a:p>
            <a:pPr marL="342900" indent="-342900" algn="just">
              <a:lnSpc>
                <a:spcPct val="150000"/>
              </a:lnSpc>
              <a:buFont typeface="Wingdings" panose="05000000000000000000" pitchFamily="2" charset="2"/>
              <a:buChar char="ü"/>
            </a:pPr>
            <a:endParaRPr lang="en-US" sz="2000" dirty="0">
              <a:latin typeface="+mj-lt"/>
            </a:endParaRPr>
          </a:p>
          <a:p>
            <a:pPr marL="342900" indent="-342900" algn="just">
              <a:lnSpc>
                <a:spcPct val="150000"/>
              </a:lnSpc>
              <a:buFont typeface="Wingdings" panose="05000000000000000000" pitchFamily="2" charset="2"/>
              <a:buChar char="ü"/>
            </a:pPr>
            <a:r>
              <a:rPr lang="en-US" sz="2000" dirty="0">
                <a:latin typeface="+mj-lt"/>
              </a:rPr>
              <a:t>Configure PAP authentication with R2 acting as the PAP authenticated device.</a:t>
            </a:r>
          </a:p>
        </p:txBody>
      </p:sp>
      <p:pic>
        <p:nvPicPr>
          <p:cNvPr id="4" name="Picture 3">
            <a:extLst>
              <a:ext uri="{FF2B5EF4-FFF2-40B4-BE49-F238E27FC236}">
                <a16:creationId xmlns:a16="http://schemas.microsoft.com/office/drawing/2014/main" id="{ED47EBAB-0181-4589-A3DA-84B680E5C5DC}"/>
              </a:ext>
            </a:extLst>
          </p:cNvPr>
          <p:cNvPicPr>
            <a:picLocks noChangeAspect="1"/>
          </p:cNvPicPr>
          <p:nvPr/>
        </p:nvPicPr>
        <p:blipFill rotWithShape="1">
          <a:blip r:embed="rId2"/>
          <a:srcRect l="33917" t="20586" r="48861" b="66376"/>
          <a:stretch/>
        </p:blipFill>
        <p:spPr>
          <a:xfrm>
            <a:off x="6348249" y="1178867"/>
            <a:ext cx="4438228" cy="1889760"/>
          </a:xfrm>
          <a:prstGeom prst="rect">
            <a:avLst/>
          </a:prstGeom>
        </p:spPr>
      </p:pic>
      <p:pic>
        <p:nvPicPr>
          <p:cNvPr id="8" name="Picture 7">
            <a:extLst>
              <a:ext uri="{FF2B5EF4-FFF2-40B4-BE49-F238E27FC236}">
                <a16:creationId xmlns:a16="http://schemas.microsoft.com/office/drawing/2014/main" id="{E4DDE3F9-C596-4875-ACDF-334B3123B687}"/>
              </a:ext>
            </a:extLst>
          </p:cNvPr>
          <p:cNvPicPr>
            <a:picLocks noChangeAspect="1"/>
          </p:cNvPicPr>
          <p:nvPr/>
        </p:nvPicPr>
        <p:blipFill rotWithShape="1">
          <a:blip r:embed="rId2"/>
          <a:srcRect l="33917" t="38975" r="44373" b="56647"/>
          <a:stretch/>
        </p:blipFill>
        <p:spPr>
          <a:xfrm>
            <a:off x="6348249" y="4239674"/>
            <a:ext cx="5766660" cy="654132"/>
          </a:xfrm>
          <a:prstGeom prst="rect">
            <a:avLst/>
          </a:prstGeom>
        </p:spPr>
      </p:pic>
    </p:spTree>
    <p:extLst>
      <p:ext uri="{BB962C8B-B14F-4D97-AF65-F5344CB8AC3E}">
        <p14:creationId xmlns:p14="http://schemas.microsoft.com/office/powerpoint/2010/main" val="35092033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9B8944DA-4F4C-441B-875F-98A7A11EA176}"/>
              </a:ext>
            </a:extLst>
          </p:cNvPr>
          <p:cNvSpPr/>
          <p:nvPr/>
        </p:nvSpPr>
        <p:spPr>
          <a:xfrm>
            <a:off x="169748" y="123423"/>
            <a:ext cx="10467772" cy="707886"/>
          </a:xfrm>
          <a:prstGeom prst="rect">
            <a:avLst/>
          </a:prstGeom>
          <a:noFill/>
        </p:spPr>
        <p:txBody>
          <a:bodyPr wrap="square" lIns="91440" tIns="45720" rIns="91440" bIns="45720">
            <a:spAutoFit/>
          </a:bodyPr>
          <a:lstStyle/>
          <a:p>
            <a:pPr algn="ctr"/>
            <a:r>
              <a:rPr lang="en-US" sz="4000" dirty="0">
                <a:ln w="0"/>
                <a:effectLst>
                  <a:outerShdw blurRad="38100" dist="19050" dir="2700000" algn="tl" rotWithShape="0">
                    <a:schemeClr val="dk1">
                      <a:alpha val="40000"/>
                    </a:schemeClr>
                  </a:outerShdw>
                </a:effectLst>
              </a:rPr>
              <a:t>Enable PAP authentication between R1 and R2</a:t>
            </a:r>
            <a:r>
              <a:rPr lang="en-US" sz="4000" b="0" cap="none" spc="0" dirty="0">
                <a:ln w="0"/>
                <a:solidFill>
                  <a:schemeClr val="tx1"/>
                </a:solidFill>
                <a:effectLst>
                  <a:outerShdw blurRad="38100" dist="19050" dir="2700000" algn="tl" rotWithShape="0">
                    <a:schemeClr val="dk1">
                      <a:alpha val="40000"/>
                    </a:schemeClr>
                  </a:outerShdw>
                </a:effectLst>
              </a:rPr>
              <a:t> </a:t>
            </a:r>
          </a:p>
        </p:txBody>
      </p:sp>
      <p:sp>
        <p:nvSpPr>
          <p:cNvPr id="5" name="TextBox 4">
            <a:extLst>
              <a:ext uri="{FF2B5EF4-FFF2-40B4-BE49-F238E27FC236}">
                <a16:creationId xmlns:a16="http://schemas.microsoft.com/office/drawing/2014/main" id="{0A0B6A88-B6A8-46EF-A174-0A45D97521D3}"/>
              </a:ext>
            </a:extLst>
          </p:cNvPr>
          <p:cNvSpPr txBox="1"/>
          <p:nvPr/>
        </p:nvSpPr>
        <p:spPr>
          <a:xfrm>
            <a:off x="73572" y="831309"/>
            <a:ext cx="9688954" cy="501804"/>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ü"/>
            </a:pPr>
            <a:r>
              <a:rPr lang="en-US" sz="2000" dirty="0">
                <a:latin typeface="+mj-lt"/>
              </a:rPr>
              <a:t>After the configuration is complete, test connectivity between R1 and R2.</a:t>
            </a:r>
          </a:p>
        </p:txBody>
      </p:sp>
      <p:pic>
        <p:nvPicPr>
          <p:cNvPr id="6" name="Picture 5">
            <a:extLst>
              <a:ext uri="{FF2B5EF4-FFF2-40B4-BE49-F238E27FC236}">
                <a16:creationId xmlns:a16="http://schemas.microsoft.com/office/drawing/2014/main" id="{625A5FB6-A975-42A2-9583-D2B0CA6C8AD6}"/>
              </a:ext>
            </a:extLst>
          </p:cNvPr>
          <p:cNvPicPr>
            <a:picLocks noChangeAspect="1"/>
          </p:cNvPicPr>
          <p:nvPr/>
        </p:nvPicPr>
        <p:blipFill rotWithShape="1">
          <a:blip r:embed="rId2"/>
          <a:srcRect l="35162" t="55341" r="47853" b="12226"/>
          <a:stretch/>
        </p:blipFill>
        <p:spPr>
          <a:xfrm>
            <a:off x="451208" y="1418991"/>
            <a:ext cx="4952426" cy="4960788"/>
          </a:xfrm>
          <a:prstGeom prst="rect">
            <a:avLst/>
          </a:prstGeom>
        </p:spPr>
      </p:pic>
      <p:pic>
        <p:nvPicPr>
          <p:cNvPr id="7" name="Picture 6">
            <a:extLst>
              <a:ext uri="{FF2B5EF4-FFF2-40B4-BE49-F238E27FC236}">
                <a16:creationId xmlns:a16="http://schemas.microsoft.com/office/drawing/2014/main" id="{77622852-1AD1-4E26-B9CD-7CCABC8E0CD3}"/>
              </a:ext>
            </a:extLst>
          </p:cNvPr>
          <p:cNvPicPr>
            <a:picLocks noChangeAspect="1"/>
          </p:cNvPicPr>
          <p:nvPr/>
        </p:nvPicPr>
        <p:blipFill rotWithShape="1">
          <a:blip r:embed="rId3"/>
          <a:srcRect l="34569" t="13640" r="44310" b="74559"/>
          <a:stretch/>
        </p:blipFill>
        <p:spPr>
          <a:xfrm>
            <a:off x="5403634" y="1418991"/>
            <a:ext cx="6395480" cy="2010009"/>
          </a:xfrm>
          <a:prstGeom prst="rect">
            <a:avLst/>
          </a:prstGeom>
        </p:spPr>
      </p:pic>
    </p:spTree>
    <p:extLst>
      <p:ext uri="{BB962C8B-B14F-4D97-AF65-F5344CB8AC3E}">
        <p14:creationId xmlns:p14="http://schemas.microsoft.com/office/powerpoint/2010/main" val="257425049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9B8944DA-4F4C-441B-875F-98A7A11EA176}"/>
              </a:ext>
            </a:extLst>
          </p:cNvPr>
          <p:cNvSpPr/>
          <p:nvPr/>
        </p:nvSpPr>
        <p:spPr>
          <a:xfrm>
            <a:off x="169747" y="123423"/>
            <a:ext cx="10708459" cy="707886"/>
          </a:xfrm>
          <a:prstGeom prst="rect">
            <a:avLst/>
          </a:prstGeom>
          <a:noFill/>
        </p:spPr>
        <p:txBody>
          <a:bodyPr wrap="square" lIns="91440" tIns="45720" rIns="91440" bIns="45720">
            <a:spAutoFit/>
          </a:bodyPr>
          <a:lstStyle/>
          <a:p>
            <a:pPr algn="ctr"/>
            <a:r>
              <a:rPr lang="en-US" sz="4000" dirty="0">
                <a:ln w="0"/>
                <a:effectLst>
                  <a:outerShdw blurRad="38100" dist="19050" dir="2700000" algn="tl" rotWithShape="0">
                    <a:schemeClr val="dk1">
                      <a:alpha val="40000"/>
                    </a:schemeClr>
                  </a:outerShdw>
                </a:effectLst>
              </a:rPr>
              <a:t>Enable CHAP authentication between R2 and R3</a:t>
            </a:r>
            <a:r>
              <a:rPr lang="en-US" sz="4000" b="0" cap="none" spc="0" dirty="0">
                <a:ln w="0"/>
                <a:solidFill>
                  <a:schemeClr val="tx1"/>
                </a:solidFill>
                <a:effectLst>
                  <a:outerShdw blurRad="38100" dist="19050" dir="2700000" algn="tl" rotWithShape="0">
                    <a:schemeClr val="dk1">
                      <a:alpha val="40000"/>
                    </a:schemeClr>
                  </a:outerShdw>
                </a:effectLst>
              </a:rPr>
              <a:t> </a:t>
            </a:r>
          </a:p>
        </p:txBody>
      </p:sp>
      <p:pic>
        <p:nvPicPr>
          <p:cNvPr id="2" name="Picture 1">
            <a:extLst>
              <a:ext uri="{FF2B5EF4-FFF2-40B4-BE49-F238E27FC236}">
                <a16:creationId xmlns:a16="http://schemas.microsoft.com/office/drawing/2014/main" id="{0D3DBBB8-532A-4CF9-AA86-9CB4EACC90FF}"/>
              </a:ext>
            </a:extLst>
          </p:cNvPr>
          <p:cNvPicPr>
            <a:picLocks noChangeAspect="1"/>
          </p:cNvPicPr>
          <p:nvPr/>
        </p:nvPicPr>
        <p:blipFill rotWithShape="1">
          <a:blip r:embed="rId2"/>
          <a:srcRect l="34569" t="37747" r="49075" b="41808"/>
          <a:stretch/>
        </p:blipFill>
        <p:spPr>
          <a:xfrm>
            <a:off x="6499597" y="1574799"/>
            <a:ext cx="5274414" cy="3708401"/>
          </a:xfrm>
          <a:prstGeom prst="rect">
            <a:avLst/>
          </a:prstGeom>
        </p:spPr>
      </p:pic>
      <p:sp>
        <p:nvSpPr>
          <p:cNvPr id="7" name="TextBox 6">
            <a:extLst>
              <a:ext uri="{FF2B5EF4-FFF2-40B4-BE49-F238E27FC236}">
                <a16:creationId xmlns:a16="http://schemas.microsoft.com/office/drawing/2014/main" id="{37DEDF01-C970-463E-BF82-3699088D7C7E}"/>
              </a:ext>
            </a:extLst>
          </p:cNvPr>
          <p:cNvSpPr txBox="1"/>
          <p:nvPr/>
        </p:nvSpPr>
        <p:spPr>
          <a:xfrm>
            <a:off x="169749" y="1178867"/>
            <a:ext cx="5674004" cy="2810128"/>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ü"/>
            </a:pPr>
            <a:r>
              <a:rPr lang="en-US" sz="2000" dirty="0">
                <a:latin typeface="+mj-lt"/>
              </a:rPr>
              <a:t>Configure R1 as the authenticator. After R2 sends an authentication request to R3, R3 sends a response message to R2, requesting R2 to use CHAP authentication following which a challenge is sent to R3.  </a:t>
            </a:r>
          </a:p>
        </p:txBody>
      </p:sp>
    </p:spTree>
    <p:extLst>
      <p:ext uri="{BB962C8B-B14F-4D97-AF65-F5344CB8AC3E}">
        <p14:creationId xmlns:p14="http://schemas.microsoft.com/office/powerpoint/2010/main" val="277800851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9B8944DA-4F4C-441B-875F-98A7A11EA176}"/>
              </a:ext>
            </a:extLst>
          </p:cNvPr>
          <p:cNvSpPr/>
          <p:nvPr/>
        </p:nvSpPr>
        <p:spPr>
          <a:xfrm>
            <a:off x="169747" y="123423"/>
            <a:ext cx="10708459" cy="707886"/>
          </a:xfrm>
          <a:prstGeom prst="rect">
            <a:avLst/>
          </a:prstGeom>
          <a:noFill/>
        </p:spPr>
        <p:txBody>
          <a:bodyPr wrap="square" lIns="91440" tIns="45720" rIns="91440" bIns="45720">
            <a:spAutoFit/>
          </a:bodyPr>
          <a:lstStyle/>
          <a:p>
            <a:pPr algn="ctr"/>
            <a:r>
              <a:rPr lang="en-US" sz="4000" dirty="0">
                <a:ln w="0"/>
                <a:effectLst>
                  <a:outerShdw blurRad="38100" dist="19050" dir="2700000" algn="tl" rotWithShape="0">
                    <a:schemeClr val="dk1">
                      <a:alpha val="40000"/>
                    </a:schemeClr>
                  </a:outerShdw>
                </a:effectLst>
              </a:rPr>
              <a:t>Enable CHAP authentication between R2 and R3</a:t>
            </a:r>
            <a:r>
              <a:rPr lang="en-US" sz="4000" b="0" cap="none" spc="0" dirty="0">
                <a:ln w="0"/>
                <a:solidFill>
                  <a:schemeClr val="tx1"/>
                </a:solidFill>
                <a:effectLst>
                  <a:outerShdw blurRad="38100" dist="19050" dir="2700000" algn="tl" rotWithShape="0">
                    <a:schemeClr val="dk1">
                      <a:alpha val="40000"/>
                    </a:schemeClr>
                  </a:outerShdw>
                </a:effectLst>
              </a:rPr>
              <a:t> </a:t>
            </a:r>
          </a:p>
        </p:txBody>
      </p:sp>
      <p:pic>
        <p:nvPicPr>
          <p:cNvPr id="5" name="Picture 4">
            <a:extLst>
              <a:ext uri="{FF2B5EF4-FFF2-40B4-BE49-F238E27FC236}">
                <a16:creationId xmlns:a16="http://schemas.microsoft.com/office/drawing/2014/main" id="{6CF9F1EA-B29D-4A86-894F-25ABFB63D331}"/>
              </a:ext>
            </a:extLst>
          </p:cNvPr>
          <p:cNvPicPr>
            <a:picLocks noChangeAspect="1"/>
          </p:cNvPicPr>
          <p:nvPr/>
        </p:nvPicPr>
        <p:blipFill rotWithShape="1">
          <a:blip r:embed="rId2"/>
          <a:srcRect l="34569" t="58391" r="32979" b="15298"/>
          <a:stretch/>
        </p:blipFill>
        <p:spPr>
          <a:xfrm>
            <a:off x="1290649" y="1134826"/>
            <a:ext cx="9587557" cy="4372595"/>
          </a:xfrm>
          <a:prstGeom prst="rect">
            <a:avLst/>
          </a:prstGeom>
        </p:spPr>
      </p:pic>
    </p:spTree>
    <p:extLst>
      <p:ext uri="{BB962C8B-B14F-4D97-AF65-F5344CB8AC3E}">
        <p14:creationId xmlns:p14="http://schemas.microsoft.com/office/powerpoint/2010/main" val="146690067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9B8944DA-4F4C-441B-875F-98A7A11EA176}"/>
              </a:ext>
            </a:extLst>
          </p:cNvPr>
          <p:cNvSpPr/>
          <p:nvPr/>
        </p:nvSpPr>
        <p:spPr>
          <a:xfrm>
            <a:off x="169747" y="123423"/>
            <a:ext cx="10708459" cy="707886"/>
          </a:xfrm>
          <a:prstGeom prst="rect">
            <a:avLst/>
          </a:prstGeom>
          <a:noFill/>
        </p:spPr>
        <p:txBody>
          <a:bodyPr wrap="square" lIns="91440" tIns="45720" rIns="91440" bIns="45720">
            <a:spAutoFit/>
          </a:bodyPr>
          <a:lstStyle/>
          <a:p>
            <a:pPr algn="ctr"/>
            <a:r>
              <a:rPr lang="en-US" sz="4000" dirty="0">
                <a:ln w="0"/>
                <a:effectLst>
                  <a:outerShdw blurRad="38100" dist="19050" dir="2700000" algn="tl" rotWithShape="0">
                    <a:schemeClr val="dk1">
                      <a:alpha val="40000"/>
                    </a:schemeClr>
                  </a:outerShdw>
                </a:effectLst>
              </a:rPr>
              <a:t>Enable CHAP authentication between R2 and R3</a:t>
            </a:r>
            <a:r>
              <a:rPr lang="en-US" sz="4000" b="0" cap="none" spc="0" dirty="0">
                <a:ln w="0"/>
                <a:solidFill>
                  <a:schemeClr val="tx1"/>
                </a:solidFill>
                <a:effectLst>
                  <a:outerShdw blurRad="38100" dist="19050" dir="2700000" algn="tl" rotWithShape="0">
                    <a:schemeClr val="dk1">
                      <a:alpha val="40000"/>
                    </a:schemeClr>
                  </a:outerShdw>
                </a:effectLst>
              </a:rPr>
              <a:t> </a:t>
            </a:r>
          </a:p>
        </p:txBody>
      </p:sp>
      <p:pic>
        <p:nvPicPr>
          <p:cNvPr id="3" name="Picture 2">
            <a:extLst>
              <a:ext uri="{FF2B5EF4-FFF2-40B4-BE49-F238E27FC236}">
                <a16:creationId xmlns:a16="http://schemas.microsoft.com/office/drawing/2014/main" id="{32C8E694-5B20-4C95-A32F-8F7BFD203AEB}"/>
              </a:ext>
            </a:extLst>
          </p:cNvPr>
          <p:cNvPicPr>
            <a:picLocks noChangeAspect="1"/>
          </p:cNvPicPr>
          <p:nvPr/>
        </p:nvPicPr>
        <p:blipFill rotWithShape="1">
          <a:blip r:embed="rId2"/>
          <a:srcRect l="34583" t="10814" r="44667" b="66079"/>
          <a:stretch/>
        </p:blipFill>
        <p:spPr>
          <a:xfrm>
            <a:off x="5780689" y="1290627"/>
            <a:ext cx="6130694" cy="3840173"/>
          </a:xfrm>
          <a:prstGeom prst="rect">
            <a:avLst/>
          </a:prstGeom>
        </p:spPr>
      </p:pic>
      <p:sp>
        <p:nvSpPr>
          <p:cNvPr id="6" name="TextBox 5">
            <a:extLst>
              <a:ext uri="{FF2B5EF4-FFF2-40B4-BE49-F238E27FC236}">
                <a16:creationId xmlns:a16="http://schemas.microsoft.com/office/drawing/2014/main" id="{1AF12BF3-DFAE-4AB5-861F-71D1D5826217}"/>
              </a:ext>
            </a:extLst>
          </p:cNvPr>
          <p:cNvSpPr txBox="1"/>
          <p:nvPr/>
        </p:nvSpPr>
        <p:spPr>
          <a:xfrm>
            <a:off x="462455" y="1156138"/>
            <a:ext cx="5318234" cy="963469"/>
          </a:xfrm>
          <a:prstGeom prst="rect">
            <a:avLst/>
          </a:prstGeom>
          <a:noFill/>
        </p:spPr>
        <p:txBody>
          <a:bodyPr wrap="square" rtlCol="0">
            <a:spAutoFit/>
          </a:bodyPr>
          <a:lstStyle/>
          <a:p>
            <a:pPr marL="342900" indent="-342900">
              <a:lnSpc>
                <a:spcPct val="150000"/>
              </a:lnSpc>
              <a:buFont typeface="Wingdings" panose="05000000000000000000" pitchFamily="2" charset="2"/>
              <a:buChar char="ü"/>
            </a:pPr>
            <a:r>
              <a:rPr lang="en-US" sz="2000" dirty="0">
                <a:latin typeface="+mj-lt"/>
              </a:rPr>
              <a:t>After the configuration is complete,  test link connectivity. </a:t>
            </a:r>
          </a:p>
        </p:txBody>
      </p:sp>
    </p:spTree>
    <p:extLst>
      <p:ext uri="{BB962C8B-B14F-4D97-AF65-F5344CB8AC3E}">
        <p14:creationId xmlns:p14="http://schemas.microsoft.com/office/powerpoint/2010/main" val="13296261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9B8944DA-4F4C-441B-875F-98A7A11EA176}"/>
              </a:ext>
            </a:extLst>
          </p:cNvPr>
          <p:cNvSpPr/>
          <p:nvPr/>
        </p:nvSpPr>
        <p:spPr>
          <a:xfrm>
            <a:off x="169748" y="123423"/>
            <a:ext cx="4885728" cy="707886"/>
          </a:xfrm>
          <a:prstGeom prst="rect">
            <a:avLst/>
          </a:prstGeom>
          <a:noFill/>
        </p:spPr>
        <p:txBody>
          <a:bodyPr wrap="square" lIns="91440" tIns="45720" rIns="91440" bIns="45720">
            <a:spAutoFit/>
          </a:bodyPr>
          <a:lstStyle/>
          <a:p>
            <a:pPr algn="ctr"/>
            <a:r>
              <a:rPr lang="en-US" sz="4000" b="0" cap="none" spc="0" dirty="0">
                <a:ln w="0"/>
                <a:solidFill>
                  <a:schemeClr val="tx1"/>
                </a:solidFill>
                <a:effectLst>
                  <a:outerShdw blurRad="38100" dist="19050" dir="2700000" algn="tl" rotWithShape="0">
                    <a:schemeClr val="dk1">
                      <a:alpha val="40000"/>
                    </a:schemeClr>
                  </a:outerShdw>
                </a:effectLst>
              </a:rPr>
              <a:t>PPP CHAP debugging</a:t>
            </a:r>
          </a:p>
        </p:txBody>
      </p:sp>
      <p:sp>
        <p:nvSpPr>
          <p:cNvPr id="5" name="TextBox 4">
            <a:extLst>
              <a:ext uri="{FF2B5EF4-FFF2-40B4-BE49-F238E27FC236}">
                <a16:creationId xmlns:a16="http://schemas.microsoft.com/office/drawing/2014/main" id="{0A0B6A88-B6A8-46EF-A174-0A45D97521D3}"/>
              </a:ext>
            </a:extLst>
          </p:cNvPr>
          <p:cNvSpPr txBox="1"/>
          <p:nvPr/>
        </p:nvSpPr>
        <p:spPr>
          <a:xfrm>
            <a:off x="304799" y="1357746"/>
            <a:ext cx="6746241" cy="4656788"/>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ü"/>
            </a:pPr>
            <a:r>
              <a:rPr lang="en-US" sz="2000" dirty="0">
                <a:latin typeface="+mj-lt"/>
              </a:rPr>
              <a:t>Run the debug command to view negotiation of the PPP connection between R2 and R3. </a:t>
            </a:r>
          </a:p>
          <a:p>
            <a:pPr marL="342900" indent="-342900" algn="just">
              <a:lnSpc>
                <a:spcPct val="150000"/>
              </a:lnSpc>
              <a:buFont typeface="Wingdings" panose="05000000000000000000" pitchFamily="2" charset="2"/>
              <a:buChar char="ü"/>
            </a:pPr>
            <a:r>
              <a:rPr lang="en-US" sz="2000" dirty="0">
                <a:latin typeface="+mj-lt"/>
              </a:rPr>
              <a:t>The PPP connection is established using CHAP. </a:t>
            </a:r>
          </a:p>
          <a:p>
            <a:pPr marL="342900" indent="-342900" algn="just">
              <a:lnSpc>
                <a:spcPct val="150000"/>
              </a:lnSpc>
              <a:buFont typeface="Wingdings" panose="05000000000000000000" pitchFamily="2" charset="2"/>
              <a:buChar char="ü"/>
            </a:pPr>
            <a:r>
              <a:rPr lang="en-US" sz="2000" dirty="0">
                <a:latin typeface="+mj-lt"/>
              </a:rPr>
              <a:t>Disable interface serial 2/0/0 on R2, run the debug command, and enable serial 2/0/0 on R2. </a:t>
            </a:r>
          </a:p>
          <a:p>
            <a:pPr marL="342900" indent="-342900" algn="just">
              <a:lnSpc>
                <a:spcPct val="150000"/>
              </a:lnSpc>
              <a:buFont typeface="Wingdings" panose="05000000000000000000" pitchFamily="2" charset="2"/>
              <a:buChar char="ü"/>
            </a:pPr>
            <a:r>
              <a:rPr lang="en-US" sz="2000" dirty="0">
                <a:latin typeface="+mj-lt"/>
              </a:rPr>
              <a:t>Run the debugging </a:t>
            </a:r>
            <a:r>
              <a:rPr lang="en-US" sz="2000" dirty="0" err="1">
                <a:latin typeface="+mj-lt"/>
              </a:rPr>
              <a:t>ppp</a:t>
            </a:r>
            <a:r>
              <a:rPr lang="en-US" sz="2000" dirty="0">
                <a:latin typeface="+mj-lt"/>
              </a:rPr>
              <a:t> chap all </a:t>
            </a:r>
            <a:r>
              <a:rPr lang="en-US" sz="2000" dirty="0" err="1">
                <a:latin typeface="+mj-lt"/>
              </a:rPr>
              <a:t>aand</a:t>
            </a:r>
            <a:r>
              <a:rPr lang="en-US" sz="2000" dirty="0">
                <a:latin typeface="+mj-lt"/>
              </a:rPr>
              <a:t> the terminal debugging commands to display the debugging information.</a:t>
            </a:r>
          </a:p>
          <a:p>
            <a:pPr marL="342900" indent="-342900" algn="just">
              <a:lnSpc>
                <a:spcPct val="150000"/>
              </a:lnSpc>
              <a:buFont typeface="Wingdings" panose="05000000000000000000" pitchFamily="2" charset="2"/>
              <a:buChar char="ü"/>
            </a:pPr>
            <a:r>
              <a:rPr lang="en-US" sz="2000" dirty="0">
                <a:latin typeface="+mj-lt"/>
              </a:rPr>
              <a:t>Force CHAP authentication to initialize on S2/0/0 of r2.</a:t>
            </a:r>
          </a:p>
        </p:txBody>
      </p:sp>
      <p:pic>
        <p:nvPicPr>
          <p:cNvPr id="7" name="Picture 6">
            <a:extLst>
              <a:ext uri="{FF2B5EF4-FFF2-40B4-BE49-F238E27FC236}">
                <a16:creationId xmlns:a16="http://schemas.microsoft.com/office/drawing/2014/main" id="{2AF073EE-8530-44DB-AFB9-92B637FD696E}"/>
              </a:ext>
            </a:extLst>
          </p:cNvPr>
          <p:cNvPicPr>
            <a:picLocks noChangeAspect="1"/>
          </p:cNvPicPr>
          <p:nvPr/>
        </p:nvPicPr>
        <p:blipFill rotWithShape="1">
          <a:blip r:embed="rId2"/>
          <a:srcRect l="34583" t="44835" r="56324" b="50892"/>
          <a:stretch/>
        </p:blipFill>
        <p:spPr>
          <a:xfrm>
            <a:off x="7610211" y="982517"/>
            <a:ext cx="2839192" cy="750457"/>
          </a:xfrm>
          <a:prstGeom prst="rect">
            <a:avLst/>
          </a:prstGeom>
        </p:spPr>
      </p:pic>
      <p:pic>
        <p:nvPicPr>
          <p:cNvPr id="8" name="Picture 7">
            <a:extLst>
              <a:ext uri="{FF2B5EF4-FFF2-40B4-BE49-F238E27FC236}">
                <a16:creationId xmlns:a16="http://schemas.microsoft.com/office/drawing/2014/main" id="{FBA38FE6-9E52-4F9B-A984-0212FC044792}"/>
              </a:ext>
            </a:extLst>
          </p:cNvPr>
          <p:cNvPicPr>
            <a:picLocks noChangeAspect="1"/>
          </p:cNvPicPr>
          <p:nvPr/>
        </p:nvPicPr>
        <p:blipFill rotWithShape="1">
          <a:blip r:embed="rId2"/>
          <a:srcRect l="34583" t="55237" r="50816" b="28601"/>
          <a:stretch/>
        </p:blipFill>
        <p:spPr>
          <a:xfrm>
            <a:off x="7610210" y="1844197"/>
            <a:ext cx="4490349" cy="2795944"/>
          </a:xfrm>
          <a:prstGeom prst="rect">
            <a:avLst/>
          </a:prstGeom>
        </p:spPr>
      </p:pic>
      <p:pic>
        <p:nvPicPr>
          <p:cNvPr id="9" name="Picture 8">
            <a:extLst>
              <a:ext uri="{FF2B5EF4-FFF2-40B4-BE49-F238E27FC236}">
                <a16:creationId xmlns:a16="http://schemas.microsoft.com/office/drawing/2014/main" id="{320748BC-43C6-4343-8315-2F5AD801474B}"/>
              </a:ext>
            </a:extLst>
          </p:cNvPr>
          <p:cNvPicPr>
            <a:picLocks noChangeAspect="1"/>
          </p:cNvPicPr>
          <p:nvPr/>
        </p:nvPicPr>
        <p:blipFill rotWithShape="1">
          <a:blip r:embed="rId2"/>
          <a:srcRect l="35374" t="74743" r="50816" b="16650"/>
          <a:stretch/>
        </p:blipFill>
        <p:spPr>
          <a:xfrm>
            <a:off x="7699829" y="4751364"/>
            <a:ext cx="4492171" cy="1574801"/>
          </a:xfrm>
          <a:prstGeom prst="rect">
            <a:avLst/>
          </a:prstGeom>
        </p:spPr>
      </p:pic>
    </p:spTree>
    <p:extLst>
      <p:ext uri="{BB962C8B-B14F-4D97-AF65-F5344CB8AC3E}">
        <p14:creationId xmlns:p14="http://schemas.microsoft.com/office/powerpoint/2010/main" val="104757869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9B8944DA-4F4C-441B-875F-98A7A11EA176}"/>
              </a:ext>
            </a:extLst>
          </p:cNvPr>
          <p:cNvSpPr/>
          <p:nvPr/>
        </p:nvSpPr>
        <p:spPr>
          <a:xfrm>
            <a:off x="169748" y="123423"/>
            <a:ext cx="4778172" cy="707886"/>
          </a:xfrm>
          <a:prstGeom prst="rect">
            <a:avLst/>
          </a:prstGeom>
          <a:noFill/>
        </p:spPr>
        <p:txBody>
          <a:bodyPr wrap="square" lIns="91440" tIns="45720" rIns="91440" bIns="45720">
            <a:spAutoFit/>
          </a:bodyPr>
          <a:lstStyle/>
          <a:p>
            <a:pPr algn="ctr"/>
            <a:r>
              <a:rPr lang="en-US" sz="4000" dirty="0">
                <a:ln w="0"/>
                <a:effectLst>
                  <a:outerShdw blurRad="38100" dist="19050" dir="2700000" algn="tl" rotWithShape="0">
                    <a:schemeClr val="dk1">
                      <a:alpha val="40000"/>
                    </a:schemeClr>
                  </a:outerShdw>
                </a:effectLst>
              </a:rPr>
              <a:t>PPP CHAP debugging</a:t>
            </a:r>
          </a:p>
        </p:txBody>
      </p:sp>
      <p:pic>
        <p:nvPicPr>
          <p:cNvPr id="9" name="Picture 8">
            <a:extLst>
              <a:ext uri="{FF2B5EF4-FFF2-40B4-BE49-F238E27FC236}">
                <a16:creationId xmlns:a16="http://schemas.microsoft.com/office/drawing/2014/main" id="{63DF6C99-245B-4FD8-A2F7-FF7C33784738}"/>
              </a:ext>
            </a:extLst>
          </p:cNvPr>
          <p:cNvPicPr>
            <a:picLocks noChangeAspect="1"/>
          </p:cNvPicPr>
          <p:nvPr/>
        </p:nvPicPr>
        <p:blipFill rotWithShape="1">
          <a:blip r:embed="rId2"/>
          <a:srcRect l="35345" t="12122" r="41724" b="48741"/>
          <a:stretch/>
        </p:blipFill>
        <p:spPr>
          <a:xfrm>
            <a:off x="250304" y="1278348"/>
            <a:ext cx="5293300" cy="5081812"/>
          </a:xfrm>
          <a:prstGeom prst="rect">
            <a:avLst/>
          </a:prstGeom>
        </p:spPr>
      </p:pic>
      <p:sp>
        <p:nvSpPr>
          <p:cNvPr id="13" name="TextBox 12">
            <a:extLst>
              <a:ext uri="{FF2B5EF4-FFF2-40B4-BE49-F238E27FC236}">
                <a16:creationId xmlns:a16="http://schemas.microsoft.com/office/drawing/2014/main" id="{23058A6D-1AF8-4095-8D82-F3B8188607C4}"/>
              </a:ext>
            </a:extLst>
          </p:cNvPr>
          <p:cNvSpPr txBox="1"/>
          <p:nvPr/>
        </p:nvSpPr>
        <p:spPr>
          <a:xfrm>
            <a:off x="505547" y="695264"/>
            <a:ext cx="8884745" cy="501804"/>
          </a:xfrm>
          <a:prstGeom prst="rect">
            <a:avLst/>
          </a:prstGeom>
          <a:noFill/>
        </p:spPr>
        <p:txBody>
          <a:bodyPr wrap="square" rtlCol="0">
            <a:spAutoFit/>
          </a:bodyPr>
          <a:lstStyle/>
          <a:p>
            <a:pPr indent="-342900">
              <a:lnSpc>
                <a:spcPct val="150000"/>
              </a:lnSpc>
              <a:buFont typeface="Wingdings" panose="05000000000000000000" pitchFamily="2" charset="2"/>
              <a:buChar char="ü"/>
            </a:pPr>
            <a:r>
              <a:rPr lang="en-US" sz="2000" dirty="0">
                <a:latin typeface="+mj-lt"/>
              </a:rPr>
              <a:t>The following debugging information is displayed </a:t>
            </a:r>
          </a:p>
        </p:txBody>
      </p:sp>
      <p:pic>
        <p:nvPicPr>
          <p:cNvPr id="14" name="Picture 13">
            <a:extLst>
              <a:ext uri="{FF2B5EF4-FFF2-40B4-BE49-F238E27FC236}">
                <a16:creationId xmlns:a16="http://schemas.microsoft.com/office/drawing/2014/main" id="{993BD3CF-E017-4E44-B511-F2E8361D0DEA}"/>
              </a:ext>
            </a:extLst>
          </p:cNvPr>
          <p:cNvPicPr>
            <a:picLocks noChangeAspect="1"/>
          </p:cNvPicPr>
          <p:nvPr/>
        </p:nvPicPr>
        <p:blipFill rotWithShape="1">
          <a:blip r:embed="rId2"/>
          <a:srcRect l="35345" t="51852" r="41724" b="13256"/>
          <a:stretch/>
        </p:blipFill>
        <p:spPr>
          <a:xfrm>
            <a:off x="6096000" y="1386019"/>
            <a:ext cx="5845696" cy="5003268"/>
          </a:xfrm>
          <a:prstGeom prst="rect">
            <a:avLst/>
          </a:prstGeom>
        </p:spPr>
      </p:pic>
    </p:spTree>
    <p:extLst>
      <p:ext uri="{BB962C8B-B14F-4D97-AF65-F5344CB8AC3E}">
        <p14:creationId xmlns:p14="http://schemas.microsoft.com/office/powerpoint/2010/main" val="87272069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9B8944DA-4F4C-441B-875F-98A7A11EA176}"/>
              </a:ext>
            </a:extLst>
          </p:cNvPr>
          <p:cNvSpPr/>
          <p:nvPr/>
        </p:nvSpPr>
        <p:spPr>
          <a:xfrm>
            <a:off x="169748" y="123423"/>
            <a:ext cx="4778172" cy="707886"/>
          </a:xfrm>
          <a:prstGeom prst="rect">
            <a:avLst/>
          </a:prstGeom>
          <a:noFill/>
        </p:spPr>
        <p:txBody>
          <a:bodyPr wrap="square" lIns="91440" tIns="45720" rIns="91440" bIns="45720">
            <a:spAutoFit/>
          </a:bodyPr>
          <a:lstStyle/>
          <a:p>
            <a:pPr algn="ctr"/>
            <a:r>
              <a:rPr lang="en-US" sz="4000" dirty="0">
                <a:ln w="0"/>
                <a:effectLst>
                  <a:outerShdw blurRad="38100" dist="19050" dir="2700000" algn="tl" rotWithShape="0">
                    <a:schemeClr val="dk1">
                      <a:alpha val="40000"/>
                    </a:schemeClr>
                  </a:outerShdw>
                </a:effectLst>
              </a:rPr>
              <a:t>Final configuration </a:t>
            </a:r>
          </a:p>
        </p:txBody>
      </p:sp>
      <p:pic>
        <p:nvPicPr>
          <p:cNvPr id="2" name="Picture 1">
            <a:extLst>
              <a:ext uri="{FF2B5EF4-FFF2-40B4-BE49-F238E27FC236}">
                <a16:creationId xmlns:a16="http://schemas.microsoft.com/office/drawing/2014/main" id="{5823B561-883F-474B-8350-A46DB21C0436}"/>
              </a:ext>
            </a:extLst>
          </p:cNvPr>
          <p:cNvPicPr>
            <a:picLocks noChangeAspect="1"/>
          </p:cNvPicPr>
          <p:nvPr/>
        </p:nvPicPr>
        <p:blipFill rotWithShape="1">
          <a:blip r:embed="rId2"/>
          <a:srcRect l="28103" t="14253" r="39828" b="49499"/>
          <a:stretch/>
        </p:blipFill>
        <p:spPr>
          <a:xfrm>
            <a:off x="250303" y="1048407"/>
            <a:ext cx="6481043" cy="4120706"/>
          </a:xfrm>
          <a:prstGeom prst="rect">
            <a:avLst/>
          </a:prstGeom>
        </p:spPr>
      </p:pic>
      <p:pic>
        <p:nvPicPr>
          <p:cNvPr id="3" name="Picture 2">
            <a:extLst>
              <a:ext uri="{FF2B5EF4-FFF2-40B4-BE49-F238E27FC236}">
                <a16:creationId xmlns:a16="http://schemas.microsoft.com/office/drawing/2014/main" id="{D5841206-5996-47C7-A162-2C5615BCB62F}"/>
              </a:ext>
            </a:extLst>
          </p:cNvPr>
          <p:cNvPicPr>
            <a:picLocks noChangeAspect="1"/>
          </p:cNvPicPr>
          <p:nvPr/>
        </p:nvPicPr>
        <p:blipFill rotWithShape="1">
          <a:blip r:embed="rId3"/>
          <a:srcRect t="52269" r="48819"/>
          <a:stretch/>
        </p:blipFill>
        <p:spPr>
          <a:xfrm>
            <a:off x="7565402" y="1048407"/>
            <a:ext cx="3134130" cy="3561030"/>
          </a:xfrm>
          <a:prstGeom prst="rect">
            <a:avLst/>
          </a:prstGeom>
        </p:spPr>
      </p:pic>
    </p:spTree>
    <p:extLst>
      <p:ext uri="{BB962C8B-B14F-4D97-AF65-F5344CB8AC3E}">
        <p14:creationId xmlns:p14="http://schemas.microsoft.com/office/powerpoint/2010/main" val="195128286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9B8944DA-4F4C-441B-875F-98A7A11EA176}"/>
              </a:ext>
            </a:extLst>
          </p:cNvPr>
          <p:cNvSpPr/>
          <p:nvPr/>
        </p:nvSpPr>
        <p:spPr>
          <a:xfrm>
            <a:off x="169748" y="123423"/>
            <a:ext cx="4778172" cy="707886"/>
          </a:xfrm>
          <a:prstGeom prst="rect">
            <a:avLst/>
          </a:prstGeom>
          <a:noFill/>
        </p:spPr>
        <p:txBody>
          <a:bodyPr wrap="square" lIns="91440" tIns="45720" rIns="91440" bIns="45720">
            <a:spAutoFit/>
          </a:bodyPr>
          <a:lstStyle/>
          <a:p>
            <a:pPr algn="ctr"/>
            <a:r>
              <a:rPr lang="en-US" sz="4000" dirty="0">
                <a:ln w="0"/>
                <a:effectLst>
                  <a:outerShdw blurRad="38100" dist="19050" dir="2700000" algn="tl" rotWithShape="0">
                    <a:schemeClr val="dk1">
                      <a:alpha val="40000"/>
                    </a:schemeClr>
                  </a:outerShdw>
                </a:effectLst>
              </a:rPr>
              <a:t>Final configuration </a:t>
            </a:r>
          </a:p>
        </p:txBody>
      </p:sp>
      <p:pic>
        <p:nvPicPr>
          <p:cNvPr id="4" name="Picture 3">
            <a:extLst>
              <a:ext uri="{FF2B5EF4-FFF2-40B4-BE49-F238E27FC236}">
                <a16:creationId xmlns:a16="http://schemas.microsoft.com/office/drawing/2014/main" id="{1B6FC92E-E6A1-466A-BE0E-89DCA60B746E}"/>
              </a:ext>
            </a:extLst>
          </p:cNvPr>
          <p:cNvPicPr>
            <a:picLocks noChangeAspect="1"/>
          </p:cNvPicPr>
          <p:nvPr/>
        </p:nvPicPr>
        <p:blipFill rotWithShape="1">
          <a:blip r:embed="rId2"/>
          <a:srcRect l="27931" t="15288" r="35936" b="43837"/>
          <a:stretch/>
        </p:blipFill>
        <p:spPr>
          <a:xfrm>
            <a:off x="411486" y="1001605"/>
            <a:ext cx="7761484" cy="4938870"/>
          </a:xfrm>
          <a:prstGeom prst="rect">
            <a:avLst/>
          </a:prstGeom>
        </p:spPr>
      </p:pic>
      <p:pic>
        <p:nvPicPr>
          <p:cNvPr id="5" name="Picture 4">
            <a:extLst>
              <a:ext uri="{FF2B5EF4-FFF2-40B4-BE49-F238E27FC236}">
                <a16:creationId xmlns:a16="http://schemas.microsoft.com/office/drawing/2014/main" id="{B10E8A1B-1583-4543-B29B-1CDE074608B7}"/>
              </a:ext>
            </a:extLst>
          </p:cNvPr>
          <p:cNvPicPr>
            <a:picLocks noChangeAspect="1"/>
          </p:cNvPicPr>
          <p:nvPr/>
        </p:nvPicPr>
        <p:blipFill rotWithShape="1">
          <a:blip r:embed="rId3"/>
          <a:srcRect t="60657" r="59863"/>
          <a:stretch/>
        </p:blipFill>
        <p:spPr>
          <a:xfrm>
            <a:off x="8459248" y="1001605"/>
            <a:ext cx="3154683" cy="3221168"/>
          </a:xfrm>
          <a:prstGeom prst="rect">
            <a:avLst/>
          </a:prstGeom>
        </p:spPr>
      </p:pic>
    </p:spTree>
    <p:extLst>
      <p:ext uri="{BB962C8B-B14F-4D97-AF65-F5344CB8AC3E}">
        <p14:creationId xmlns:p14="http://schemas.microsoft.com/office/powerpoint/2010/main" val="267657348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9B8944DA-4F4C-441B-875F-98A7A11EA176}"/>
              </a:ext>
            </a:extLst>
          </p:cNvPr>
          <p:cNvSpPr/>
          <p:nvPr/>
        </p:nvSpPr>
        <p:spPr>
          <a:xfrm>
            <a:off x="169748" y="123423"/>
            <a:ext cx="4778172" cy="707886"/>
          </a:xfrm>
          <a:prstGeom prst="rect">
            <a:avLst/>
          </a:prstGeom>
          <a:noFill/>
        </p:spPr>
        <p:txBody>
          <a:bodyPr wrap="square" lIns="91440" tIns="45720" rIns="91440" bIns="45720">
            <a:spAutoFit/>
          </a:bodyPr>
          <a:lstStyle/>
          <a:p>
            <a:pPr algn="ctr"/>
            <a:r>
              <a:rPr lang="en-US" sz="4000" dirty="0">
                <a:ln w="0"/>
                <a:effectLst>
                  <a:outerShdw blurRad="38100" dist="19050" dir="2700000" algn="tl" rotWithShape="0">
                    <a:schemeClr val="dk1">
                      <a:alpha val="40000"/>
                    </a:schemeClr>
                  </a:outerShdw>
                </a:effectLst>
              </a:rPr>
              <a:t>Final configuration </a:t>
            </a:r>
          </a:p>
        </p:txBody>
      </p:sp>
      <p:pic>
        <p:nvPicPr>
          <p:cNvPr id="2" name="Picture 1">
            <a:extLst>
              <a:ext uri="{FF2B5EF4-FFF2-40B4-BE49-F238E27FC236}">
                <a16:creationId xmlns:a16="http://schemas.microsoft.com/office/drawing/2014/main" id="{BBCD5151-8E95-48C1-93C1-A0DA9C7D431B}"/>
              </a:ext>
            </a:extLst>
          </p:cNvPr>
          <p:cNvPicPr>
            <a:picLocks noChangeAspect="1"/>
          </p:cNvPicPr>
          <p:nvPr/>
        </p:nvPicPr>
        <p:blipFill rotWithShape="1">
          <a:blip r:embed="rId2"/>
          <a:srcRect l="28104" t="12123" r="39569" b="37777"/>
          <a:stretch/>
        </p:blipFill>
        <p:spPr>
          <a:xfrm>
            <a:off x="325820" y="831309"/>
            <a:ext cx="5906814" cy="5149255"/>
          </a:xfrm>
          <a:prstGeom prst="rect">
            <a:avLst/>
          </a:prstGeom>
        </p:spPr>
      </p:pic>
      <p:pic>
        <p:nvPicPr>
          <p:cNvPr id="3" name="Picture 2">
            <a:extLst>
              <a:ext uri="{FF2B5EF4-FFF2-40B4-BE49-F238E27FC236}">
                <a16:creationId xmlns:a16="http://schemas.microsoft.com/office/drawing/2014/main" id="{5B59C992-6707-4D57-AF48-BEFF81508474}"/>
              </a:ext>
            </a:extLst>
          </p:cNvPr>
          <p:cNvPicPr>
            <a:picLocks noChangeAspect="1"/>
          </p:cNvPicPr>
          <p:nvPr/>
        </p:nvPicPr>
        <p:blipFill rotWithShape="1">
          <a:blip r:embed="rId3"/>
          <a:srcRect l="28190" t="58544" r="55917" b="22370"/>
          <a:stretch/>
        </p:blipFill>
        <p:spPr>
          <a:xfrm>
            <a:off x="7704082" y="1088872"/>
            <a:ext cx="3177277" cy="2146140"/>
          </a:xfrm>
          <a:prstGeom prst="rect">
            <a:avLst/>
          </a:prstGeom>
        </p:spPr>
      </p:pic>
    </p:spTree>
    <p:extLst>
      <p:ext uri="{BB962C8B-B14F-4D97-AF65-F5344CB8AC3E}">
        <p14:creationId xmlns:p14="http://schemas.microsoft.com/office/powerpoint/2010/main" val="146779797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91FAC5-F7DF-42EF-A38D-F93EEE5B1F33}"/>
              </a:ext>
            </a:extLst>
          </p:cNvPr>
          <p:cNvSpPr>
            <a:spLocks noGrp="1"/>
          </p:cNvSpPr>
          <p:nvPr>
            <p:ph type="title"/>
          </p:nvPr>
        </p:nvSpPr>
        <p:spPr/>
        <p:txBody>
          <a:bodyPr/>
          <a:lstStyle/>
          <a:p>
            <a:r>
              <a:rPr lang="en-US" dirty="0"/>
              <a:t>ASSIGNMENT</a:t>
            </a:r>
          </a:p>
        </p:txBody>
      </p:sp>
      <p:sp>
        <p:nvSpPr>
          <p:cNvPr id="3" name="Content Placeholder 2">
            <a:extLst>
              <a:ext uri="{FF2B5EF4-FFF2-40B4-BE49-F238E27FC236}">
                <a16:creationId xmlns:a16="http://schemas.microsoft.com/office/drawing/2014/main" id="{51205543-9681-4988-A7C0-8FD4A70681F9}"/>
              </a:ext>
            </a:extLst>
          </p:cNvPr>
          <p:cNvSpPr>
            <a:spLocks noGrp="1"/>
          </p:cNvSpPr>
          <p:nvPr>
            <p:ph idx="1"/>
          </p:nvPr>
        </p:nvSpPr>
        <p:spPr>
          <a:xfrm>
            <a:off x="5458984" y="812800"/>
            <a:ext cx="6214856" cy="5294756"/>
          </a:xfrm>
        </p:spPr>
        <p:txBody>
          <a:bodyPr>
            <a:normAutofit/>
          </a:bodyPr>
          <a:lstStyle/>
          <a:p>
            <a:r>
              <a:rPr lang="en-US" sz="2000" dirty="0"/>
              <a:t>Draw a topo contain 3 routers then define a WAN network using </a:t>
            </a:r>
            <a:r>
              <a:rPr lang="en-US" sz="2000" b="1" dirty="0"/>
              <a:t>PPP</a:t>
            </a:r>
            <a:r>
              <a:rPr lang="en-US" sz="2000" dirty="0"/>
              <a:t> protocol and the authentication (</a:t>
            </a:r>
            <a:r>
              <a:rPr lang="en-US" sz="2000" b="1" dirty="0"/>
              <a:t>PAP</a:t>
            </a:r>
            <a:r>
              <a:rPr lang="en-US" sz="2000" dirty="0"/>
              <a:t> and </a:t>
            </a:r>
            <a:r>
              <a:rPr lang="en-US" sz="2000" b="1" dirty="0"/>
              <a:t>CHAP</a:t>
            </a:r>
            <a:r>
              <a:rPr lang="en-US" sz="2000" dirty="0"/>
              <a:t>) protocols. </a:t>
            </a:r>
          </a:p>
          <a:p>
            <a:r>
              <a:rPr lang="en-US" sz="2000" dirty="0"/>
              <a:t>- screenshot the command prompt</a:t>
            </a:r>
          </a:p>
        </p:txBody>
      </p:sp>
      <p:sp>
        <p:nvSpPr>
          <p:cNvPr id="4" name="Text Placeholder 3">
            <a:extLst>
              <a:ext uri="{FF2B5EF4-FFF2-40B4-BE49-F238E27FC236}">
                <a16:creationId xmlns:a16="http://schemas.microsoft.com/office/drawing/2014/main" id="{0C1B18A7-EF26-4E15-B4AA-138625D666CA}"/>
              </a:ext>
            </a:extLst>
          </p:cNvPr>
          <p:cNvSpPr>
            <a:spLocks noGrp="1"/>
          </p:cNvSpPr>
          <p:nvPr>
            <p:ph type="body" sz="half" idx="2"/>
          </p:nvPr>
        </p:nvSpPr>
        <p:spPr/>
        <p:txBody>
          <a:bodyPr/>
          <a:lstStyle/>
          <a:p>
            <a:r>
              <a:rPr lang="en-US" dirty="0"/>
              <a:t>LAB 9 </a:t>
            </a:r>
          </a:p>
        </p:txBody>
      </p:sp>
    </p:spTree>
    <p:extLst>
      <p:ext uri="{BB962C8B-B14F-4D97-AF65-F5344CB8AC3E}">
        <p14:creationId xmlns:p14="http://schemas.microsoft.com/office/powerpoint/2010/main" val="90051775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AC5107-E60A-463F-AECD-08D23E8C443B}"/>
              </a:ext>
            </a:extLst>
          </p:cNvPr>
          <p:cNvSpPr>
            <a:spLocks noGrp="1"/>
          </p:cNvSpPr>
          <p:nvPr>
            <p:ph type="title"/>
          </p:nvPr>
        </p:nvSpPr>
        <p:spPr/>
        <p:txBody>
          <a:bodyPr/>
          <a:lstStyle/>
          <a:p>
            <a:r>
              <a:rPr lang="en-US" dirty="0"/>
              <a:t>Thank you </a:t>
            </a:r>
          </a:p>
        </p:txBody>
      </p:sp>
      <p:sp>
        <p:nvSpPr>
          <p:cNvPr id="3" name="Picture Placeholder 2">
            <a:extLst>
              <a:ext uri="{FF2B5EF4-FFF2-40B4-BE49-F238E27FC236}">
                <a16:creationId xmlns:a16="http://schemas.microsoft.com/office/drawing/2014/main" id="{85746182-1E5C-460D-AD79-E740ABB89D00}"/>
              </a:ext>
            </a:extLst>
          </p:cNvPr>
          <p:cNvSpPr>
            <a:spLocks noGrp="1"/>
          </p:cNvSpPr>
          <p:nvPr>
            <p:ph type="pic" idx="1"/>
          </p:nvPr>
        </p:nvSpPr>
        <p:spPr/>
      </p:sp>
    </p:spTree>
    <p:extLst>
      <p:ext uri="{BB962C8B-B14F-4D97-AF65-F5344CB8AC3E}">
        <p14:creationId xmlns:p14="http://schemas.microsoft.com/office/powerpoint/2010/main" val="2208094632"/>
      </p:ext>
    </p:extLst>
  </p:cSld>
  <p:clrMapOvr>
    <a:masterClrMapping/>
  </p:clrMapOvr>
</p:sld>
</file>

<file path=ppt/theme/theme1.xml><?xml version="1.0" encoding="utf-8"?>
<a:theme xmlns:a="http://schemas.openxmlformats.org/drawingml/2006/main" name="1_RetrospectVTI">
  <a:themeElements>
    <a:clrScheme name="Custom 37">
      <a:dk1>
        <a:srgbClr val="000000"/>
      </a:dk1>
      <a:lt1>
        <a:srgbClr val="FFFFFF"/>
      </a:lt1>
      <a:dk2>
        <a:srgbClr val="4A5356"/>
      </a:dk2>
      <a:lt2>
        <a:srgbClr val="E8E3CE"/>
      </a:lt2>
      <a:accent1>
        <a:srgbClr val="9BA8B7"/>
      </a:accent1>
      <a:accent2>
        <a:srgbClr val="E6A02E"/>
      </a:accent2>
      <a:accent3>
        <a:srgbClr val="BF6A3B"/>
      </a:accent3>
      <a:accent4>
        <a:srgbClr val="92987A"/>
      </a:accent4>
      <a:accent5>
        <a:srgbClr val="857659"/>
      </a:accent5>
      <a:accent6>
        <a:srgbClr val="A0988C"/>
      </a:accent6>
      <a:hlink>
        <a:srgbClr val="00B0F0"/>
      </a:hlink>
      <a:folHlink>
        <a:srgbClr val="738F97"/>
      </a:folHlink>
    </a:clrScheme>
    <a:fontScheme name="Retrospect">
      <a:majorFont>
        <a:latin typeface="Bookman Old Style"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ranklin Gothic Book"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TWO.pptx" id="{769520F8-BFE5-4C8C-A7AA-375C025A91CE}" vid="{AEAFD717-D3C8-4034-8F7E-D5220B0CCEB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ABE9DE761D8C4448868F302D369B5C3D" ma:contentTypeVersion="13" ma:contentTypeDescription="Create a new document." ma:contentTypeScope="" ma:versionID="dfe36e3e778102bef2bd18c318dfc9a9">
  <xsd:schema xmlns:xsd="http://www.w3.org/2001/XMLSchema" xmlns:xs="http://www.w3.org/2001/XMLSchema" xmlns:p="http://schemas.microsoft.com/office/2006/metadata/properties" xmlns:ns3="9e1e26e7-5f7e-4989-b4fb-d31397fc098b" xmlns:ns4="596a0d73-a34e-4cf5-85d7-50d4e390f3c9" targetNamespace="http://schemas.microsoft.com/office/2006/metadata/properties" ma:root="true" ma:fieldsID="67e077d59bc089f988751e544093422b" ns3:_="" ns4:_="">
    <xsd:import namespace="9e1e26e7-5f7e-4989-b4fb-d31397fc098b"/>
    <xsd:import namespace="596a0d73-a34e-4cf5-85d7-50d4e390f3c9"/>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OCR" minOccurs="0"/>
                <xsd:element ref="ns3:MediaServiceDateTaken" minOccurs="0"/>
                <xsd:element ref="ns3:MediaServiceLocation" minOccurs="0"/>
                <xsd:element ref="ns3:MediaServiceGenerationTime" minOccurs="0"/>
                <xsd:element ref="ns3:MediaServiceEventHashCode" minOccurs="0"/>
                <xsd:element ref="ns3:MediaServiceAutoKeyPoints" minOccurs="0"/>
                <xsd:element ref="ns3:MediaServiceKeyPoints" minOccurs="0"/>
                <xsd:element ref="ns4:SharedWithUsers" minOccurs="0"/>
                <xsd:element ref="ns4:SharedWithDetails" minOccurs="0"/>
                <xsd:element ref="ns4:SharingHintHash"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e1e26e7-5f7e-4989-b4fb-d31397fc098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Location" ma:index="13" nillable="true" ma:displayName="Location" ma:internalName="MediaServiceLocation"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596a0d73-a34e-4cf5-85d7-50d4e390f3c9"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SharingHintHash" ma:index="20"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3A306C0-5857-41A0-A45A-37184B633C10}">
  <ds:schemaRefs>
    <ds:schemaRef ds:uri="http://schemas.microsoft.com/office/2006/documentManagement/types"/>
    <ds:schemaRef ds:uri="9e1e26e7-5f7e-4989-b4fb-d31397fc098b"/>
    <ds:schemaRef ds:uri="http://purl.org/dc/dcmitype/"/>
    <ds:schemaRef ds:uri="http://purl.org/dc/terms/"/>
    <ds:schemaRef ds:uri="http://schemas.microsoft.com/office/infopath/2007/PartnerControls"/>
    <ds:schemaRef ds:uri="http://schemas.openxmlformats.org/package/2006/metadata/core-properties"/>
    <ds:schemaRef ds:uri="http://purl.org/dc/elements/1.1/"/>
    <ds:schemaRef ds:uri="596a0d73-a34e-4cf5-85d7-50d4e390f3c9"/>
    <ds:schemaRef ds:uri="http://schemas.microsoft.com/office/2006/metadata/properties"/>
    <ds:schemaRef ds:uri="http://www.w3.org/XML/1998/namespace"/>
  </ds:schemaRefs>
</ds:datastoreItem>
</file>

<file path=customXml/itemProps2.xml><?xml version="1.0" encoding="utf-8"?>
<ds:datastoreItem xmlns:ds="http://schemas.openxmlformats.org/officeDocument/2006/customXml" ds:itemID="{F8060EC3-C5C7-44FE-8A63-F1EF641E7A99}">
  <ds:schemaRefs>
    <ds:schemaRef ds:uri="http://schemas.microsoft.com/sharepoint/v3/contenttype/forms"/>
  </ds:schemaRefs>
</ds:datastoreItem>
</file>

<file path=customXml/itemProps3.xml><?xml version="1.0" encoding="utf-8"?>
<ds:datastoreItem xmlns:ds="http://schemas.openxmlformats.org/officeDocument/2006/customXml" ds:itemID="{40036E87-846B-443D-85C4-0D17134E258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e1e26e7-5f7e-4989-b4fb-d31397fc098b"/>
    <ds:schemaRef ds:uri="596a0d73-a34e-4cf5-85d7-50d4e390f3c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29685</TotalTime>
  <Words>1023</Words>
  <Application>Microsoft Office PowerPoint</Application>
  <PresentationFormat>Widescreen</PresentationFormat>
  <Paragraphs>89</Paragraphs>
  <Slides>35</Slides>
  <Notes>0</Notes>
  <HiddenSlides>0</HiddenSlides>
  <MMClips>0</MMClips>
  <ScaleCrop>false</ScaleCrop>
  <HeadingPairs>
    <vt:vector size="4" baseType="variant">
      <vt:variant>
        <vt:lpstr>Theme</vt:lpstr>
      </vt:variant>
      <vt:variant>
        <vt:i4>1</vt:i4>
      </vt:variant>
      <vt:variant>
        <vt:lpstr>Slide Titles</vt:lpstr>
      </vt:variant>
      <vt:variant>
        <vt:i4>35</vt:i4>
      </vt:variant>
    </vt:vector>
  </HeadingPairs>
  <TitlesOfParts>
    <vt:vector size="36" baseType="lpstr">
      <vt:lpstr>1_RetrospectVTI</vt:lpstr>
      <vt:lpstr>COMPUTER NETWORKING</vt:lpstr>
      <vt:lpstr>WAN </vt:lpstr>
      <vt:lpstr>OBJECTIVES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HDLC PROTOCOL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PPP PROTOCOL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ASSIGNMENT</vt:lpstr>
      <vt:lpstr>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COMPUTER NETWORKING</dc:title>
  <dc:creator>Ranya Al-wajih</dc:creator>
  <cp:lastModifiedBy>Kumar Rishi</cp:lastModifiedBy>
  <cp:revision>11</cp:revision>
  <dcterms:created xsi:type="dcterms:W3CDTF">2020-12-22T02:57:04Z</dcterms:created>
  <dcterms:modified xsi:type="dcterms:W3CDTF">2023-02-14T11:32:00Z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0x010100ABE9DE761D8C4448868F302D369B5C3D</vt:lpwstr>
  </property>
</Properties>
</file>