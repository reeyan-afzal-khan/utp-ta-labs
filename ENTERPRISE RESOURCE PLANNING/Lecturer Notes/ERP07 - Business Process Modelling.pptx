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slideMasters/slideMaster1.xml" ContentType="application/vnd.openxmlformats-officedocument.presentationml.slideMaster+xml"/>
  <Override PartName="/ppt/notesSlides/notesSlide3.xml" ContentType="application/vnd.openxmlformats-officedocument.presentationml.notesSlide+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4.xml" ContentType="application/vnd.openxmlformats-officedocument.presentationml.notesSlide+xml"/>
  <Override PartName="/ppt/notesSlides/notesSlide2.xml" ContentType="application/vnd.openxmlformats-officedocument.presentationml.notesSlide+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5"/>
  </p:notesMasterIdLst>
  <p:sldIdLst>
    <p:sldId id="256" r:id="rId2"/>
    <p:sldId id="257" r:id="rId3"/>
    <p:sldId id="258" r:id="rId4"/>
    <p:sldId id="259" r:id="rId5"/>
    <p:sldId id="260" r:id="rId6"/>
    <p:sldId id="261" r:id="rId7"/>
    <p:sldId id="262" r:id="rId8"/>
    <p:sldId id="263" r:id="rId9"/>
    <p:sldId id="264" r:id="rId10"/>
    <p:sldId id="309" r:id="rId11"/>
    <p:sldId id="310" r:id="rId12"/>
    <p:sldId id="312" r:id="rId13"/>
    <p:sldId id="313" r:id="rId14"/>
    <p:sldId id="311" r:id="rId15"/>
    <p:sldId id="265" r:id="rId16"/>
    <p:sldId id="266" r:id="rId17"/>
    <p:sldId id="267" r:id="rId18"/>
    <p:sldId id="314" r:id="rId19"/>
    <p:sldId id="268" r:id="rId20"/>
    <p:sldId id="269" r:id="rId21"/>
    <p:sldId id="270" r:id="rId22"/>
    <p:sldId id="271" r:id="rId23"/>
    <p:sldId id="272" r:id="rId24"/>
    <p:sldId id="273" r:id="rId25"/>
    <p:sldId id="274" r:id="rId26"/>
    <p:sldId id="275" r:id="rId27"/>
    <p:sldId id="276" r:id="rId28"/>
    <p:sldId id="277" r:id="rId29"/>
    <p:sldId id="315" r:id="rId30"/>
    <p:sldId id="278" r:id="rId31"/>
    <p:sldId id="279" r:id="rId32"/>
    <p:sldId id="280" r:id="rId33"/>
    <p:sldId id="281" r:id="rId34"/>
    <p:sldId id="282" r:id="rId35"/>
    <p:sldId id="283" r:id="rId36"/>
    <p:sldId id="286" r:id="rId37"/>
    <p:sldId id="287" r:id="rId38"/>
    <p:sldId id="288" r:id="rId39"/>
    <p:sldId id="289" r:id="rId40"/>
    <p:sldId id="290" r:id="rId41"/>
    <p:sldId id="291" r:id="rId42"/>
    <p:sldId id="306" r:id="rId43"/>
    <p:sldId id="307" r:id="rId44"/>
  </p:sldIdLst>
  <p:sldSz cx="13004800" cy="9753600"/>
  <p:notesSz cx="13004800" cy="97536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3447" autoAdjust="0"/>
  </p:normalViewPr>
  <p:slideViewPr>
    <p:cSldViewPr>
      <p:cViewPr>
        <p:scale>
          <a:sx n="53" d="100"/>
          <a:sy n="53" d="100"/>
        </p:scale>
        <p:origin x="76" y="-28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openxmlformats.org/officeDocument/2006/relationships/customXml" Target="../customXml/item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customXml" Target="../customXml/item2.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4E9022F-A37F-4111-B25D-C8BA3F83A49F}"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en-MY"/>
        </a:p>
      </dgm:t>
    </dgm:pt>
    <dgm:pt modelId="{BA7A540C-E999-4DF9-A9D7-E21526D05A41}">
      <dgm:prSet/>
      <dgm:spPr/>
      <dgm:t>
        <a:bodyPr/>
        <a:lstStyle/>
        <a:p>
          <a:r>
            <a:rPr lang="en-US" dirty="0"/>
            <a:t>✅ Clarifies responsibilities – Shows who does what in a process</a:t>
          </a:r>
          <a:endParaRPr lang="en-MY" dirty="0"/>
        </a:p>
      </dgm:t>
    </dgm:pt>
    <dgm:pt modelId="{7F264FB4-82B2-4505-8F64-3204EF8C4A13}" type="parTrans" cxnId="{F2678724-A92C-4543-9CA1-1C88086E9BA9}">
      <dgm:prSet/>
      <dgm:spPr/>
      <dgm:t>
        <a:bodyPr/>
        <a:lstStyle/>
        <a:p>
          <a:endParaRPr lang="en-MY"/>
        </a:p>
      </dgm:t>
    </dgm:pt>
    <dgm:pt modelId="{D6DBCEBC-A5B4-4B46-9FCA-9E6BBBCD6A4E}" type="sibTrans" cxnId="{F2678724-A92C-4543-9CA1-1C88086E9BA9}">
      <dgm:prSet/>
      <dgm:spPr/>
      <dgm:t>
        <a:bodyPr/>
        <a:lstStyle/>
        <a:p>
          <a:endParaRPr lang="en-MY"/>
        </a:p>
      </dgm:t>
    </dgm:pt>
    <dgm:pt modelId="{EDB59806-A351-45DD-AE9A-CF00D8DDB75D}">
      <dgm:prSet/>
      <dgm:spPr/>
      <dgm:t>
        <a:bodyPr/>
        <a:lstStyle/>
        <a:p>
          <a:r>
            <a:rPr lang="en-US" dirty="0"/>
            <a:t>✅ Improves communication – Makes cross-department workflows easy to understand</a:t>
          </a:r>
          <a:endParaRPr lang="en-MY" dirty="0"/>
        </a:p>
      </dgm:t>
    </dgm:pt>
    <dgm:pt modelId="{ED7B7234-8CDB-4680-B137-AFBB327E25AC}" type="parTrans" cxnId="{2BCB8DF6-E4A0-48EF-84C5-CA3177D79B61}">
      <dgm:prSet/>
      <dgm:spPr/>
      <dgm:t>
        <a:bodyPr/>
        <a:lstStyle/>
        <a:p>
          <a:endParaRPr lang="en-MY"/>
        </a:p>
      </dgm:t>
    </dgm:pt>
    <dgm:pt modelId="{7B9E67A9-5B26-43D2-AAB1-AC928AC8EAB3}" type="sibTrans" cxnId="{2BCB8DF6-E4A0-48EF-84C5-CA3177D79B61}">
      <dgm:prSet/>
      <dgm:spPr/>
      <dgm:t>
        <a:bodyPr/>
        <a:lstStyle/>
        <a:p>
          <a:endParaRPr lang="en-MY"/>
        </a:p>
      </dgm:t>
    </dgm:pt>
    <dgm:pt modelId="{1B97835E-1426-4DF4-880C-521297FFD029}">
      <dgm:prSet/>
      <dgm:spPr/>
      <dgm:t>
        <a:bodyPr/>
        <a:lstStyle/>
        <a:p>
          <a:r>
            <a:rPr lang="en-US" dirty="0"/>
            <a:t>✅ Highlights inefficiencies – Identifies delays, redundancies, or handoff issues</a:t>
          </a:r>
          <a:endParaRPr lang="en-MY" dirty="0"/>
        </a:p>
      </dgm:t>
    </dgm:pt>
    <dgm:pt modelId="{06AB170C-FECE-466D-8DB6-19DBB60DAA7C}" type="parTrans" cxnId="{3A81013A-3FD8-46CA-A300-11C96CFD6A68}">
      <dgm:prSet/>
      <dgm:spPr/>
      <dgm:t>
        <a:bodyPr/>
        <a:lstStyle/>
        <a:p>
          <a:endParaRPr lang="en-MY"/>
        </a:p>
      </dgm:t>
    </dgm:pt>
    <dgm:pt modelId="{D1F0957C-01B0-4190-93E4-C977D929E37E}" type="sibTrans" cxnId="{3A81013A-3FD8-46CA-A300-11C96CFD6A68}">
      <dgm:prSet/>
      <dgm:spPr/>
      <dgm:t>
        <a:bodyPr/>
        <a:lstStyle/>
        <a:p>
          <a:endParaRPr lang="en-MY"/>
        </a:p>
      </dgm:t>
    </dgm:pt>
    <dgm:pt modelId="{ED649E25-65EE-4A39-96D7-BDC5D2544300}">
      <dgm:prSet/>
      <dgm:spPr/>
      <dgm:t>
        <a:bodyPr/>
        <a:lstStyle/>
        <a:p>
          <a:r>
            <a:rPr lang="en-US" dirty="0"/>
            <a:t>✅ Simplifies process design – Helps in mapping ERP workflows and integration points</a:t>
          </a:r>
          <a:endParaRPr lang="en-MY" dirty="0"/>
        </a:p>
      </dgm:t>
    </dgm:pt>
    <dgm:pt modelId="{FA78C4F6-5686-4348-BCC3-D04E22A2F337}" type="parTrans" cxnId="{F1347FE6-E2D3-4B5C-999C-2F721673CC98}">
      <dgm:prSet/>
      <dgm:spPr/>
      <dgm:t>
        <a:bodyPr/>
        <a:lstStyle/>
        <a:p>
          <a:endParaRPr lang="en-MY"/>
        </a:p>
      </dgm:t>
    </dgm:pt>
    <dgm:pt modelId="{BD9738A3-F73C-4D86-87AA-19F95BA4B94F}" type="sibTrans" cxnId="{F1347FE6-E2D3-4B5C-999C-2F721673CC98}">
      <dgm:prSet/>
      <dgm:spPr/>
      <dgm:t>
        <a:bodyPr/>
        <a:lstStyle/>
        <a:p>
          <a:endParaRPr lang="en-MY"/>
        </a:p>
      </dgm:t>
    </dgm:pt>
    <dgm:pt modelId="{8FEE4862-2813-427F-96B9-2CCEC24946D3}">
      <dgm:prSet/>
      <dgm:spPr/>
      <dgm:t>
        <a:bodyPr/>
        <a:lstStyle/>
        <a:p>
          <a:r>
            <a:rPr lang="en-US"/>
            <a:t>✅ </a:t>
          </a:r>
          <a:r>
            <a:rPr lang="en-US" dirty="0"/>
            <a:t>Supports training and documentation – Easy for staff and students to follow the end-to-end process</a:t>
          </a:r>
          <a:endParaRPr lang="en-MY" dirty="0"/>
        </a:p>
      </dgm:t>
    </dgm:pt>
    <dgm:pt modelId="{988F0022-6162-406E-BA44-5E5FF9FF876F}" type="parTrans" cxnId="{6B5A3040-2354-49C0-82F4-AD359C79A239}">
      <dgm:prSet/>
      <dgm:spPr/>
      <dgm:t>
        <a:bodyPr/>
        <a:lstStyle/>
        <a:p>
          <a:endParaRPr lang="en-MY"/>
        </a:p>
      </dgm:t>
    </dgm:pt>
    <dgm:pt modelId="{1C25936F-F049-4C84-BBD7-D2EEB9C4344F}" type="sibTrans" cxnId="{6B5A3040-2354-49C0-82F4-AD359C79A239}">
      <dgm:prSet/>
      <dgm:spPr/>
      <dgm:t>
        <a:bodyPr/>
        <a:lstStyle/>
        <a:p>
          <a:endParaRPr lang="en-MY"/>
        </a:p>
      </dgm:t>
    </dgm:pt>
    <dgm:pt modelId="{26EB7DFC-65D3-4B86-B759-05C92A515363}" type="pres">
      <dgm:prSet presAssocID="{D4E9022F-A37F-4111-B25D-C8BA3F83A49F}" presName="CompostProcess" presStyleCnt="0">
        <dgm:presLayoutVars>
          <dgm:dir/>
          <dgm:resizeHandles val="exact"/>
        </dgm:presLayoutVars>
      </dgm:prSet>
      <dgm:spPr/>
    </dgm:pt>
    <dgm:pt modelId="{3DC4D073-5A4A-4132-9A6C-84817F44F9EA}" type="pres">
      <dgm:prSet presAssocID="{D4E9022F-A37F-4111-B25D-C8BA3F83A49F}" presName="arrow" presStyleLbl="bgShp" presStyleIdx="0" presStyleCnt="1"/>
      <dgm:spPr/>
    </dgm:pt>
    <dgm:pt modelId="{29DF77BF-F024-42E8-A278-12DDD4B30985}" type="pres">
      <dgm:prSet presAssocID="{D4E9022F-A37F-4111-B25D-C8BA3F83A49F}" presName="linearProcess" presStyleCnt="0"/>
      <dgm:spPr/>
    </dgm:pt>
    <dgm:pt modelId="{AFD0291F-3519-4F67-B1AD-4736C514FE5D}" type="pres">
      <dgm:prSet presAssocID="{BA7A540C-E999-4DF9-A9D7-E21526D05A41}" presName="textNode" presStyleLbl="node1" presStyleIdx="0" presStyleCnt="5">
        <dgm:presLayoutVars>
          <dgm:bulletEnabled val="1"/>
        </dgm:presLayoutVars>
      </dgm:prSet>
      <dgm:spPr/>
    </dgm:pt>
    <dgm:pt modelId="{E4E4CC06-40CF-4E73-A47B-89D4DD483D7E}" type="pres">
      <dgm:prSet presAssocID="{D6DBCEBC-A5B4-4B46-9FCA-9E6BBBCD6A4E}" presName="sibTrans" presStyleCnt="0"/>
      <dgm:spPr/>
    </dgm:pt>
    <dgm:pt modelId="{A8735D84-0899-4429-97DF-E81726D92129}" type="pres">
      <dgm:prSet presAssocID="{EDB59806-A351-45DD-AE9A-CF00D8DDB75D}" presName="textNode" presStyleLbl="node1" presStyleIdx="1" presStyleCnt="5">
        <dgm:presLayoutVars>
          <dgm:bulletEnabled val="1"/>
        </dgm:presLayoutVars>
      </dgm:prSet>
      <dgm:spPr/>
    </dgm:pt>
    <dgm:pt modelId="{B358C658-6C1E-4373-BC54-E2A3ABC047A1}" type="pres">
      <dgm:prSet presAssocID="{7B9E67A9-5B26-43D2-AAB1-AC928AC8EAB3}" presName="sibTrans" presStyleCnt="0"/>
      <dgm:spPr/>
    </dgm:pt>
    <dgm:pt modelId="{B085B6B0-D35E-4A6E-8929-4FED4C15BA43}" type="pres">
      <dgm:prSet presAssocID="{1B97835E-1426-4DF4-880C-521297FFD029}" presName="textNode" presStyleLbl="node1" presStyleIdx="2" presStyleCnt="5">
        <dgm:presLayoutVars>
          <dgm:bulletEnabled val="1"/>
        </dgm:presLayoutVars>
      </dgm:prSet>
      <dgm:spPr/>
    </dgm:pt>
    <dgm:pt modelId="{F273B2FC-80C2-47D3-A22B-F99EBF729975}" type="pres">
      <dgm:prSet presAssocID="{D1F0957C-01B0-4190-93E4-C977D929E37E}" presName="sibTrans" presStyleCnt="0"/>
      <dgm:spPr/>
    </dgm:pt>
    <dgm:pt modelId="{5D1A0C22-90E1-4B8B-A867-E5C7C927FA45}" type="pres">
      <dgm:prSet presAssocID="{ED649E25-65EE-4A39-96D7-BDC5D2544300}" presName="textNode" presStyleLbl="node1" presStyleIdx="3" presStyleCnt="5">
        <dgm:presLayoutVars>
          <dgm:bulletEnabled val="1"/>
        </dgm:presLayoutVars>
      </dgm:prSet>
      <dgm:spPr/>
    </dgm:pt>
    <dgm:pt modelId="{8D6B00DA-723A-495E-BD29-DF7729B8CB6E}" type="pres">
      <dgm:prSet presAssocID="{BD9738A3-F73C-4D86-87AA-19F95BA4B94F}" presName="sibTrans" presStyleCnt="0"/>
      <dgm:spPr/>
    </dgm:pt>
    <dgm:pt modelId="{6762C79C-1747-4D8D-BE71-64A960DFA3E5}" type="pres">
      <dgm:prSet presAssocID="{8FEE4862-2813-427F-96B9-2CCEC24946D3}" presName="textNode" presStyleLbl="node1" presStyleIdx="4" presStyleCnt="5">
        <dgm:presLayoutVars>
          <dgm:bulletEnabled val="1"/>
        </dgm:presLayoutVars>
      </dgm:prSet>
      <dgm:spPr/>
    </dgm:pt>
  </dgm:ptLst>
  <dgm:cxnLst>
    <dgm:cxn modelId="{332FB61C-0802-469F-AAE9-BBF606A1E541}" type="presOf" srcId="{ED649E25-65EE-4A39-96D7-BDC5D2544300}" destId="{5D1A0C22-90E1-4B8B-A867-E5C7C927FA45}" srcOrd="0" destOrd="0" presId="urn:microsoft.com/office/officeart/2005/8/layout/hProcess9"/>
    <dgm:cxn modelId="{27B96F22-47D4-44B3-B6C6-F0C6F3942BEE}" type="presOf" srcId="{D4E9022F-A37F-4111-B25D-C8BA3F83A49F}" destId="{26EB7DFC-65D3-4B86-B759-05C92A515363}" srcOrd="0" destOrd="0" presId="urn:microsoft.com/office/officeart/2005/8/layout/hProcess9"/>
    <dgm:cxn modelId="{F2678724-A92C-4543-9CA1-1C88086E9BA9}" srcId="{D4E9022F-A37F-4111-B25D-C8BA3F83A49F}" destId="{BA7A540C-E999-4DF9-A9D7-E21526D05A41}" srcOrd="0" destOrd="0" parTransId="{7F264FB4-82B2-4505-8F64-3204EF8C4A13}" sibTransId="{D6DBCEBC-A5B4-4B46-9FCA-9E6BBBCD6A4E}"/>
    <dgm:cxn modelId="{3A81013A-3FD8-46CA-A300-11C96CFD6A68}" srcId="{D4E9022F-A37F-4111-B25D-C8BA3F83A49F}" destId="{1B97835E-1426-4DF4-880C-521297FFD029}" srcOrd="2" destOrd="0" parTransId="{06AB170C-FECE-466D-8DB6-19DBB60DAA7C}" sibTransId="{D1F0957C-01B0-4190-93E4-C977D929E37E}"/>
    <dgm:cxn modelId="{6B5A3040-2354-49C0-82F4-AD359C79A239}" srcId="{D4E9022F-A37F-4111-B25D-C8BA3F83A49F}" destId="{8FEE4862-2813-427F-96B9-2CCEC24946D3}" srcOrd="4" destOrd="0" parTransId="{988F0022-6162-406E-BA44-5E5FF9FF876F}" sibTransId="{1C25936F-F049-4C84-BBD7-D2EEB9C4344F}"/>
    <dgm:cxn modelId="{88970389-560B-4A58-B6DE-F65D3B8BB255}" type="presOf" srcId="{EDB59806-A351-45DD-AE9A-CF00D8DDB75D}" destId="{A8735D84-0899-4429-97DF-E81726D92129}" srcOrd="0" destOrd="0" presId="urn:microsoft.com/office/officeart/2005/8/layout/hProcess9"/>
    <dgm:cxn modelId="{3D222F95-EC7B-445D-BE14-90218823C7F1}" type="presOf" srcId="{BA7A540C-E999-4DF9-A9D7-E21526D05A41}" destId="{AFD0291F-3519-4F67-B1AD-4736C514FE5D}" srcOrd="0" destOrd="0" presId="urn:microsoft.com/office/officeart/2005/8/layout/hProcess9"/>
    <dgm:cxn modelId="{421B7F9E-CA6B-4AC9-9A8B-D17F53B2B152}" type="presOf" srcId="{1B97835E-1426-4DF4-880C-521297FFD029}" destId="{B085B6B0-D35E-4A6E-8929-4FED4C15BA43}" srcOrd="0" destOrd="0" presId="urn:microsoft.com/office/officeart/2005/8/layout/hProcess9"/>
    <dgm:cxn modelId="{9AD33BA1-C408-46E1-9A7B-260CDD947A7F}" type="presOf" srcId="{8FEE4862-2813-427F-96B9-2CCEC24946D3}" destId="{6762C79C-1747-4D8D-BE71-64A960DFA3E5}" srcOrd="0" destOrd="0" presId="urn:microsoft.com/office/officeart/2005/8/layout/hProcess9"/>
    <dgm:cxn modelId="{F1347FE6-E2D3-4B5C-999C-2F721673CC98}" srcId="{D4E9022F-A37F-4111-B25D-C8BA3F83A49F}" destId="{ED649E25-65EE-4A39-96D7-BDC5D2544300}" srcOrd="3" destOrd="0" parTransId="{FA78C4F6-5686-4348-BCC3-D04E22A2F337}" sibTransId="{BD9738A3-F73C-4D86-87AA-19F95BA4B94F}"/>
    <dgm:cxn modelId="{2BCB8DF6-E4A0-48EF-84C5-CA3177D79B61}" srcId="{D4E9022F-A37F-4111-B25D-C8BA3F83A49F}" destId="{EDB59806-A351-45DD-AE9A-CF00D8DDB75D}" srcOrd="1" destOrd="0" parTransId="{ED7B7234-8CDB-4680-B137-AFBB327E25AC}" sibTransId="{7B9E67A9-5B26-43D2-AAB1-AC928AC8EAB3}"/>
    <dgm:cxn modelId="{357E750A-350B-436C-9B24-2A63F983E5F8}" type="presParOf" srcId="{26EB7DFC-65D3-4B86-B759-05C92A515363}" destId="{3DC4D073-5A4A-4132-9A6C-84817F44F9EA}" srcOrd="0" destOrd="0" presId="urn:microsoft.com/office/officeart/2005/8/layout/hProcess9"/>
    <dgm:cxn modelId="{2B11324E-7233-4EE9-82B4-6E9A56043229}" type="presParOf" srcId="{26EB7DFC-65D3-4B86-B759-05C92A515363}" destId="{29DF77BF-F024-42E8-A278-12DDD4B30985}" srcOrd="1" destOrd="0" presId="urn:microsoft.com/office/officeart/2005/8/layout/hProcess9"/>
    <dgm:cxn modelId="{902C7A4C-38C5-4AAC-B808-8350328D0664}" type="presParOf" srcId="{29DF77BF-F024-42E8-A278-12DDD4B30985}" destId="{AFD0291F-3519-4F67-B1AD-4736C514FE5D}" srcOrd="0" destOrd="0" presId="urn:microsoft.com/office/officeart/2005/8/layout/hProcess9"/>
    <dgm:cxn modelId="{0AD80A77-8408-4D29-AB3A-BA5C13AE6864}" type="presParOf" srcId="{29DF77BF-F024-42E8-A278-12DDD4B30985}" destId="{E4E4CC06-40CF-4E73-A47B-89D4DD483D7E}" srcOrd="1" destOrd="0" presId="urn:microsoft.com/office/officeart/2005/8/layout/hProcess9"/>
    <dgm:cxn modelId="{0C2CF73E-83C5-46D3-AD5E-2775F19C26BD}" type="presParOf" srcId="{29DF77BF-F024-42E8-A278-12DDD4B30985}" destId="{A8735D84-0899-4429-97DF-E81726D92129}" srcOrd="2" destOrd="0" presId="urn:microsoft.com/office/officeart/2005/8/layout/hProcess9"/>
    <dgm:cxn modelId="{FD5F9EBE-3FC1-4F48-9855-30CAA247F358}" type="presParOf" srcId="{29DF77BF-F024-42E8-A278-12DDD4B30985}" destId="{B358C658-6C1E-4373-BC54-E2A3ABC047A1}" srcOrd="3" destOrd="0" presId="urn:microsoft.com/office/officeart/2005/8/layout/hProcess9"/>
    <dgm:cxn modelId="{E910A276-B6AA-426F-BF11-170040C84434}" type="presParOf" srcId="{29DF77BF-F024-42E8-A278-12DDD4B30985}" destId="{B085B6B0-D35E-4A6E-8929-4FED4C15BA43}" srcOrd="4" destOrd="0" presId="urn:microsoft.com/office/officeart/2005/8/layout/hProcess9"/>
    <dgm:cxn modelId="{78C5FE0A-1995-47C6-8554-88623BCF0A6A}" type="presParOf" srcId="{29DF77BF-F024-42E8-A278-12DDD4B30985}" destId="{F273B2FC-80C2-47D3-A22B-F99EBF729975}" srcOrd="5" destOrd="0" presId="urn:microsoft.com/office/officeart/2005/8/layout/hProcess9"/>
    <dgm:cxn modelId="{D29737E1-A536-4871-B87E-D7BCC0DFB043}" type="presParOf" srcId="{29DF77BF-F024-42E8-A278-12DDD4B30985}" destId="{5D1A0C22-90E1-4B8B-A867-E5C7C927FA45}" srcOrd="6" destOrd="0" presId="urn:microsoft.com/office/officeart/2005/8/layout/hProcess9"/>
    <dgm:cxn modelId="{2A5CBFA0-AA5F-438A-82AA-85E60B6FFC6B}" type="presParOf" srcId="{29DF77BF-F024-42E8-A278-12DDD4B30985}" destId="{8D6B00DA-723A-495E-BD29-DF7729B8CB6E}" srcOrd="7" destOrd="0" presId="urn:microsoft.com/office/officeart/2005/8/layout/hProcess9"/>
    <dgm:cxn modelId="{525185D6-561D-412D-B3B9-B183BF37E772}" type="presParOf" srcId="{29DF77BF-F024-42E8-A278-12DDD4B30985}" destId="{6762C79C-1747-4D8D-BE71-64A960DFA3E5}" srcOrd="8"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4E9022F-A37F-4111-B25D-C8BA3F83A49F}" type="doc">
      <dgm:prSet loTypeId="urn:microsoft.com/office/officeart/2005/8/layout/lProcess3" loCatId="process" qsTypeId="urn:microsoft.com/office/officeart/2005/8/quickstyle/simple1" qsCatId="simple" csTypeId="urn:microsoft.com/office/officeart/2005/8/colors/accent1_2" csCatId="accent1" phldr="1"/>
      <dgm:spPr/>
      <dgm:t>
        <a:bodyPr/>
        <a:lstStyle/>
        <a:p>
          <a:endParaRPr lang="en-MY"/>
        </a:p>
      </dgm:t>
    </dgm:pt>
    <dgm:pt modelId="{BA4701DD-55A6-4F85-8DB0-E3EC268424AF}">
      <dgm:prSet custT="1"/>
      <dgm:spPr/>
      <dgm:t>
        <a:bodyPr/>
        <a:lstStyle/>
        <a:p>
          <a:pPr>
            <a:buNone/>
          </a:pPr>
          <a:r>
            <a:rPr lang="en-US" sz="1400" b="1">
              <a:latin typeface="Bahnschrift" panose="020B0502040204020203" pitchFamily="34" charset="0"/>
            </a:rPr>
            <a:t>Step 1: Identify the Process</a:t>
          </a:r>
        </a:p>
      </dgm:t>
    </dgm:pt>
    <dgm:pt modelId="{2F35FEFB-06FB-4792-A012-AC2D8729D86B}" type="parTrans" cxnId="{12909C3C-096F-4A09-9000-7D1BB03B4520}">
      <dgm:prSet/>
      <dgm:spPr/>
      <dgm:t>
        <a:bodyPr/>
        <a:lstStyle/>
        <a:p>
          <a:endParaRPr lang="en-MY" sz="3200">
            <a:latin typeface="Bahnschrift" panose="020B0502040204020203" pitchFamily="34" charset="0"/>
          </a:endParaRPr>
        </a:p>
      </dgm:t>
    </dgm:pt>
    <dgm:pt modelId="{C6D75D89-013A-47B7-8BA4-EDA4635C50EE}" type="sibTrans" cxnId="{12909C3C-096F-4A09-9000-7D1BB03B4520}">
      <dgm:prSet/>
      <dgm:spPr/>
      <dgm:t>
        <a:bodyPr/>
        <a:lstStyle/>
        <a:p>
          <a:endParaRPr lang="en-MY" sz="3200">
            <a:latin typeface="Bahnschrift" panose="020B0502040204020203" pitchFamily="34" charset="0"/>
          </a:endParaRPr>
        </a:p>
      </dgm:t>
    </dgm:pt>
    <dgm:pt modelId="{2FD9915D-2839-48EE-90DE-DE9972AE71D1}">
      <dgm:prSet custT="1"/>
      <dgm:spPr/>
      <dgm:t>
        <a:bodyPr/>
        <a:lstStyle/>
        <a:p>
          <a:pPr>
            <a:buFont typeface="Arial" panose="020B0604020202020204" pitchFamily="34" charset="0"/>
            <a:buChar char="•"/>
          </a:pPr>
          <a:r>
            <a:rPr lang="en-US" sz="1200" dirty="0">
              <a:latin typeface="Bahnschrift" panose="020B0502040204020203" pitchFamily="34" charset="0"/>
            </a:rPr>
            <a:t>Define the </a:t>
          </a:r>
          <a:r>
            <a:rPr lang="en-US" sz="1200" b="1" dirty="0">
              <a:latin typeface="Bahnschrift" panose="020B0502040204020203" pitchFamily="34" charset="0"/>
            </a:rPr>
            <a:t>overall business process</a:t>
          </a:r>
          <a:r>
            <a:rPr lang="en-US" sz="1200" dirty="0">
              <a:latin typeface="Bahnschrift" panose="020B0502040204020203" pitchFamily="34" charset="0"/>
            </a:rPr>
            <a:t> you want to visualize.</a:t>
          </a:r>
        </a:p>
      </dgm:t>
    </dgm:pt>
    <dgm:pt modelId="{FCAC4E88-8BFE-4088-9437-7B03A41A67A7}" type="parTrans" cxnId="{8CA94ACA-DC25-4B0B-A02B-FE162FC0C5D7}">
      <dgm:prSet/>
      <dgm:spPr/>
      <dgm:t>
        <a:bodyPr/>
        <a:lstStyle/>
        <a:p>
          <a:endParaRPr lang="en-MY" sz="3200">
            <a:latin typeface="Bahnschrift" panose="020B0502040204020203" pitchFamily="34" charset="0"/>
          </a:endParaRPr>
        </a:p>
      </dgm:t>
    </dgm:pt>
    <dgm:pt modelId="{2203677C-8A20-4A5D-AFFC-15160B41BF00}" type="sibTrans" cxnId="{8CA94ACA-DC25-4B0B-A02B-FE162FC0C5D7}">
      <dgm:prSet/>
      <dgm:spPr/>
      <dgm:t>
        <a:bodyPr/>
        <a:lstStyle/>
        <a:p>
          <a:endParaRPr lang="en-MY" sz="3200">
            <a:latin typeface="Bahnschrift" panose="020B0502040204020203" pitchFamily="34" charset="0"/>
          </a:endParaRPr>
        </a:p>
      </dgm:t>
    </dgm:pt>
    <dgm:pt modelId="{0EF37996-4311-45A8-846B-BC214DC2E745}">
      <dgm:prSet custT="1"/>
      <dgm:spPr/>
      <dgm:t>
        <a:bodyPr/>
        <a:lstStyle/>
        <a:p>
          <a:pPr>
            <a:buNone/>
          </a:pPr>
          <a:r>
            <a:rPr lang="en-US" sz="1400" b="1">
              <a:latin typeface="Bahnschrift" panose="020B0502040204020203" pitchFamily="34" charset="0"/>
            </a:rPr>
            <a:t>Step 2: Identify the Functional Areas (Lanes)</a:t>
          </a:r>
        </a:p>
      </dgm:t>
    </dgm:pt>
    <dgm:pt modelId="{608A4B2A-29F6-49D4-AF62-480AC098F7D5}" type="parTrans" cxnId="{4D8C71C3-C907-4F01-BCB7-9502A6F91272}">
      <dgm:prSet/>
      <dgm:spPr/>
      <dgm:t>
        <a:bodyPr/>
        <a:lstStyle/>
        <a:p>
          <a:endParaRPr lang="en-MY" sz="3200">
            <a:latin typeface="Bahnschrift" panose="020B0502040204020203" pitchFamily="34" charset="0"/>
          </a:endParaRPr>
        </a:p>
      </dgm:t>
    </dgm:pt>
    <dgm:pt modelId="{7DB2B139-13ED-4203-9E30-B1634D176256}" type="sibTrans" cxnId="{4D8C71C3-C907-4F01-BCB7-9502A6F91272}">
      <dgm:prSet/>
      <dgm:spPr/>
      <dgm:t>
        <a:bodyPr/>
        <a:lstStyle/>
        <a:p>
          <a:endParaRPr lang="en-MY" sz="3200">
            <a:latin typeface="Bahnschrift" panose="020B0502040204020203" pitchFamily="34" charset="0"/>
          </a:endParaRPr>
        </a:p>
      </dgm:t>
    </dgm:pt>
    <dgm:pt modelId="{D8287D82-CE7B-4C53-B2DD-C82D2A096506}">
      <dgm:prSet custT="1"/>
      <dgm:spPr/>
      <dgm:t>
        <a:bodyPr/>
        <a:lstStyle/>
        <a:p>
          <a:pPr>
            <a:buFont typeface="Arial" panose="020B0604020202020204" pitchFamily="34" charset="0"/>
            <a:buChar char="•"/>
          </a:pPr>
          <a:r>
            <a:rPr lang="en-US" sz="1200" dirty="0">
              <a:latin typeface="Bahnschrift" panose="020B0502040204020203" pitchFamily="34" charset="0"/>
            </a:rPr>
            <a:t>Decide the </a:t>
          </a:r>
          <a:r>
            <a:rPr lang="en-US" sz="1200" b="1" dirty="0">
              <a:latin typeface="Bahnschrift" panose="020B0502040204020203" pitchFamily="34" charset="0"/>
            </a:rPr>
            <a:t>departments/actors</a:t>
          </a:r>
          <a:r>
            <a:rPr lang="en-US" sz="1200" dirty="0">
              <a:latin typeface="Bahnschrift" panose="020B0502040204020203" pitchFamily="34" charset="0"/>
            </a:rPr>
            <a:t> involved in the process.</a:t>
          </a:r>
          <a:br>
            <a:rPr lang="en-US" sz="1200" dirty="0">
              <a:latin typeface="Bahnschrift" panose="020B0502040204020203" pitchFamily="34" charset="0"/>
            </a:rPr>
          </a:br>
          <a:r>
            <a:rPr lang="en-US" sz="1200" dirty="0">
              <a:latin typeface="Bahnschrift" panose="020B0502040204020203" pitchFamily="34" charset="0"/>
            </a:rPr>
            <a:t>These will each have their </a:t>
          </a:r>
          <a:r>
            <a:rPr lang="en-US" sz="1200" b="1" dirty="0">
              <a:latin typeface="Bahnschrift" panose="020B0502040204020203" pitchFamily="34" charset="0"/>
            </a:rPr>
            <a:t>own lane</a:t>
          </a:r>
          <a:r>
            <a:rPr lang="en-US" sz="1200" dirty="0">
              <a:latin typeface="Bahnschrift" panose="020B0502040204020203" pitchFamily="34" charset="0"/>
            </a:rPr>
            <a:t> in the diagram.</a:t>
          </a:r>
        </a:p>
      </dgm:t>
    </dgm:pt>
    <dgm:pt modelId="{DF95E424-B29C-4B88-9C92-CC99BE34B72E}" type="parTrans" cxnId="{9840A7EF-297F-46E1-8324-BFF7E0C02EBC}">
      <dgm:prSet/>
      <dgm:spPr/>
      <dgm:t>
        <a:bodyPr/>
        <a:lstStyle/>
        <a:p>
          <a:endParaRPr lang="en-MY" sz="3200">
            <a:latin typeface="Bahnschrift" panose="020B0502040204020203" pitchFamily="34" charset="0"/>
          </a:endParaRPr>
        </a:p>
      </dgm:t>
    </dgm:pt>
    <dgm:pt modelId="{A7A27113-5168-4BA1-8572-FC9E06E993B7}" type="sibTrans" cxnId="{9840A7EF-297F-46E1-8324-BFF7E0C02EBC}">
      <dgm:prSet/>
      <dgm:spPr/>
      <dgm:t>
        <a:bodyPr/>
        <a:lstStyle/>
        <a:p>
          <a:endParaRPr lang="en-MY" sz="3200">
            <a:latin typeface="Bahnschrift" panose="020B0502040204020203" pitchFamily="34" charset="0"/>
          </a:endParaRPr>
        </a:p>
      </dgm:t>
    </dgm:pt>
    <dgm:pt modelId="{8C1EDCA4-D2C8-44E1-BB1C-8AA771F13812}">
      <dgm:prSet custT="1"/>
      <dgm:spPr/>
      <dgm:t>
        <a:bodyPr/>
        <a:lstStyle/>
        <a:p>
          <a:pPr>
            <a:buFont typeface="Arial" panose="020B0604020202020204" pitchFamily="34" charset="0"/>
            <a:buChar char="•"/>
          </a:pPr>
          <a:r>
            <a:rPr lang="en-MY" sz="1200" dirty="0">
              <a:latin typeface="Bahnschrift" panose="020B0502040204020203" pitchFamily="34" charset="0"/>
            </a:rPr>
            <a:t>HR Department</a:t>
          </a:r>
        </a:p>
      </dgm:t>
    </dgm:pt>
    <dgm:pt modelId="{BAA223A2-704D-4B5E-859E-AFDDA1DACA98}" type="parTrans" cxnId="{9144DC17-F7CB-4F00-9D42-B02FD2609DC1}">
      <dgm:prSet/>
      <dgm:spPr/>
      <dgm:t>
        <a:bodyPr/>
        <a:lstStyle/>
        <a:p>
          <a:endParaRPr lang="en-MY" sz="3200">
            <a:latin typeface="Bahnschrift" panose="020B0502040204020203" pitchFamily="34" charset="0"/>
          </a:endParaRPr>
        </a:p>
      </dgm:t>
    </dgm:pt>
    <dgm:pt modelId="{A56342D3-F5FA-4F30-95D3-6081F8B3BF55}" type="sibTrans" cxnId="{9144DC17-F7CB-4F00-9D42-B02FD2609DC1}">
      <dgm:prSet/>
      <dgm:spPr/>
      <dgm:t>
        <a:bodyPr/>
        <a:lstStyle/>
        <a:p>
          <a:endParaRPr lang="en-MY" sz="3200">
            <a:latin typeface="Bahnschrift" panose="020B0502040204020203" pitchFamily="34" charset="0"/>
          </a:endParaRPr>
        </a:p>
      </dgm:t>
    </dgm:pt>
    <dgm:pt modelId="{5B305B68-655C-4464-8152-9871897E1D9E}">
      <dgm:prSet custT="1"/>
      <dgm:spPr/>
      <dgm:t>
        <a:bodyPr/>
        <a:lstStyle/>
        <a:p>
          <a:pPr>
            <a:buFont typeface="Arial" panose="020B0604020202020204" pitchFamily="34" charset="0"/>
            <a:buChar char="•"/>
          </a:pPr>
          <a:r>
            <a:rPr lang="en-MY" sz="1200" dirty="0">
              <a:latin typeface="Bahnschrift" panose="020B0502040204020203" pitchFamily="34" charset="0"/>
            </a:rPr>
            <a:t>Finance Department</a:t>
          </a:r>
        </a:p>
      </dgm:t>
    </dgm:pt>
    <dgm:pt modelId="{FF7E833D-6C87-4525-A3D0-AEBE8AE08E1D}" type="parTrans" cxnId="{B6DA93D8-2C5E-4AAB-9737-51B3D1236DA5}">
      <dgm:prSet/>
      <dgm:spPr/>
      <dgm:t>
        <a:bodyPr/>
        <a:lstStyle/>
        <a:p>
          <a:endParaRPr lang="en-MY" sz="3200">
            <a:latin typeface="Bahnschrift" panose="020B0502040204020203" pitchFamily="34" charset="0"/>
          </a:endParaRPr>
        </a:p>
      </dgm:t>
    </dgm:pt>
    <dgm:pt modelId="{5CC22AF0-54A4-4B53-9791-81F5EB4315B4}" type="sibTrans" cxnId="{B6DA93D8-2C5E-4AAB-9737-51B3D1236DA5}">
      <dgm:prSet/>
      <dgm:spPr/>
      <dgm:t>
        <a:bodyPr/>
        <a:lstStyle/>
        <a:p>
          <a:endParaRPr lang="en-MY" sz="3200">
            <a:latin typeface="Bahnschrift" panose="020B0502040204020203" pitchFamily="34" charset="0"/>
          </a:endParaRPr>
        </a:p>
      </dgm:t>
    </dgm:pt>
    <dgm:pt modelId="{928BED0F-48F6-4BE7-9827-CE519F1A36B0}">
      <dgm:prSet custT="1"/>
      <dgm:spPr/>
      <dgm:t>
        <a:bodyPr/>
        <a:lstStyle/>
        <a:p>
          <a:pPr>
            <a:buFont typeface="Arial" panose="020B0604020202020204" pitchFamily="34" charset="0"/>
            <a:buChar char="•"/>
          </a:pPr>
          <a:r>
            <a:rPr lang="en-MY" sz="1200" dirty="0">
              <a:latin typeface="Bahnschrift" panose="020B0502040204020203" pitchFamily="34" charset="0"/>
            </a:rPr>
            <a:t>IT Department</a:t>
          </a:r>
        </a:p>
      </dgm:t>
    </dgm:pt>
    <dgm:pt modelId="{712F1A1D-ABA8-4478-BC3E-3D9D9825F4E6}" type="parTrans" cxnId="{CC7A0529-234E-4BBC-89C2-3D2F7B54C6EB}">
      <dgm:prSet/>
      <dgm:spPr/>
      <dgm:t>
        <a:bodyPr/>
        <a:lstStyle/>
        <a:p>
          <a:endParaRPr lang="en-MY" sz="3200">
            <a:latin typeface="Bahnschrift" panose="020B0502040204020203" pitchFamily="34" charset="0"/>
          </a:endParaRPr>
        </a:p>
      </dgm:t>
    </dgm:pt>
    <dgm:pt modelId="{DF88165C-8E5D-4BA3-8BEE-BCDF32082D7F}" type="sibTrans" cxnId="{CC7A0529-234E-4BBC-89C2-3D2F7B54C6EB}">
      <dgm:prSet/>
      <dgm:spPr/>
      <dgm:t>
        <a:bodyPr/>
        <a:lstStyle/>
        <a:p>
          <a:endParaRPr lang="en-MY" sz="3200">
            <a:latin typeface="Bahnschrift" panose="020B0502040204020203" pitchFamily="34" charset="0"/>
          </a:endParaRPr>
        </a:p>
      </dgm:t>
    </dgm:pt>
    <dgm:pt modelId="{AC09726F-3EAE-4983-9740-BDF57C39EAD3}">
      <dgm:prSet custT="1"/>
      <dgm:spPr/>
      <dgm:t>
        <a:bodyPr/>
        <a:lstStyle/>
        <a:p>
          <a:pPr>
            <a:buFont typeface="Arial" panose="020B0604020202020204" pitchFamily="34" charset="0"/>
            <a:buChar char="•"/>
          </a:pPr>
          <a:r>
            <a:rPr lang="en-MY" sz="1200" dirty="0">
              <a:latin typeface="Bahnschrift" panose="020B0502040204020203" pitchFamily="34" charset="0"/>
            </a:rPr>
            <a:t>New Employee</a:t>
          </a:r>
        </a:p>
      </dgm:t>
    </dgm:pt>
    <dgm:pt modelId="{AD35DB63-3B5A-4595-8644-492ADBC7B964}" type="parTrans" cxnId="{1E042B50-F800-4799-B4B5-182AFDE880DF}">
      <dgm:prSet/>
      <dgm:spPr/>
      <dgm:t>
        <a:bodyPr/>
        <a:lstStyle/>
        <a:p>
          <a:endParaRPr lang="en-MY" sz="3200">
            <a:latin typeface="Bahnschrift" panose="020B0502040204020203" pitchFamily="34" charset="0"/>
          </a:endParaRPr>
        </a:p>
      </dgm:t>
    </dgm:pt>
    <dgm:pt modelId="{A9177055-65CF-418D-9D6F-C63120D9103C}" type="sibTrans" cxnId="{1E042B50-F800-4799-B4B5-182AFDE880DF}">
      <dgm:prSet/>
      <dgm:spPr/>
      <dgm:t>
        <a:bodyPr/>
        <a:lstStyle/>
        <a:p>
          <a:endParaRPr lang="en-MY" sz="3200">
            <a:latin typeface="Bahnschrift" panose="020B0502040204020203" pitchFamily="34" charset="0"/>
          </a:endParaRPr>
        </a:p>
      </dgm:t>
    </dgm:pt>
    <dgm:pt modelId="{DA987AFB-84B5-444E-A81B-501402FDFF7F}">
      <dgm:prSet custT="1"/>
      <dgm:spPr/>
      <dgm:t>
        <a:bodyPr/>
        <a:lstStyle/>
        <a:p>
          <a:pPr>
            <a:buNone/>
          </a:pPr>
          <a:r>
            <a:rPr lang="en-US" sz="1400" b="1" dirty="0">
              <a:latin typeface="Bahnschrift" panose="020B0502040204020203" pitchFamily="34" charset="0"/>
            </a:rPr>
            <a:t>Step 3: List the Key Activities or Tasks</a:t>
          </a:r>
        </a:p>
      </dgm:t>
    </dgm:pt>
    <dgm:pt modelId="{89935BC9-EA54-431B-8385-5A7C80C13C1A}" type="parTrans" cxnId="{FBCCBB59-40FA-4EC2-A51D-267584178097}">
      <dgm:prSet/>
      <dgm:spPr/>
      <dgm:t>
        <a:bodyPr/>
        <a:lstStyle/>
        <a:p>
          <a:endParaRPr lang="en-MY" sz="3200">
            <a:latin typeface="Bahnschrift" panose="020B0502040204020203" pitchFamily="34" charset="0"/>
          </a:endParaRPr>
        </a:p>
      </dgm:t>
    </dgm:pt>
    <dgm:pt modelId="{4E3705EA-AFF1-41E0-BFBD-1CEC19941C79}" type="sibTrans" cxnId="{FBCCBB59-40FA-4EC2-A51D-267584178097}">
      <dgm:prSet/>
      <dgm:spPr/>
      <dgm:t>
        <a:bodyPr/>
        <a:lstStyle/>
        <a:p>
          <a:endParaRPr lang="en-MY" sz="3200">
            <a:latin typeface="Bahnschrift" panose="020B0502040204020203" pitchFamily="34" charset="0"/>
          </a:endParaRPr>
        </a:p>
      </dgm:t>
    </dgm:pt>
    <dgm:pt modelId="{1F70C37D-76F3-4ECE-8AE5-D8718C0C6948}">
      <dgm:prSet custT="1"/>
      <dgm:spPr/>
      <dgm:t>
        <a:bodyPr/>
        <a:lstStyle/>
        <a:p>
          <a:pPr>
            <a:buFont typeface="Arial" panose="020B0604020202020204" pitchFamily="34" charset="0"/>
            <a:buChar char="•"/>
          </a:pPr>
          <a:r>
            <a:rPr lang="en-US" sz="1200" dirty="0">
              <a:latin typeface="Bahnschrift" panose="020B0502040204020203" pitchFamily="34" charset="0"/>
            </a:rPr>
            <a:t>Break down the business process into </a:t>
          </a:r>
          <a:r>
            <a:rPr lang="en-US" sz="1200" b="1" dirty="0">
              <a:latin typeface="Bahnschrift" panose="020B0502040204020203" pitchFamily="34" charset="0"/>
            </a:rPr>
            <a:t>sequential tasks</a:t>
          </a:r>
          <a:r>
            <a:rPr lang="en-US" sz="1200" dirty="0">
              <a:latin typeface="Bahnschrift" panose="020B0502040204020203" pitchFamily="34" charset="0"/>
            </a:rPr>
            <a:t> by each functional area.</a:t>
          </a:r>
        </a:p>
      </dgm:t>
    </dgm:pt>
    <dgm:pt modelId="{7F05D93B-44AA-4FEF-AEBB-5CE18133DFBE}" type="parTrans" cxnId="{AF993FA2-98EA-4060-AC47-61E71E56345E}">
      <dgm:prSet/>
      <dgm:spPr/>
      <dgm:t>
        <a:bodyPr/>
        <a:lstStyle/>
        <a:p>
          <a:endParaRPr lang="en-MY" sz="3200">
            <a:latin typeface="Bahnschrift" panose="020B0502040204020203" pitchFamily="34" charset="0"/>
          </a:endParaRPr>
        </a:p>
      </dgm:t>
    </dgm:pt>
    <dgm:pt modelId="{0E513402-C58B-4B9A-B83C-374FE6FE3BE8}" type="sibTrans" cxnId="{AF993FA2-98EA-4060-AC47-61E71E56345E}">
      <dgm:prSet/>
      <dgm:spPr/>
      <dgm:t>
        <a:bodyPr/>
        <a:lstStyle/>
        <a:p>
          <a:endParaRPr lang="en-MY" sz="3200">
            <a:latin typeface="Bahnschrift" panose="020B0502040204020203" pitchFamily="34" charset="0"/>
          </a:endParaRPr>
        </a:p>
      </dgm:t>
    </dgm:pt>
    <dgm:pt modelId="{D0E60F3C-EF5A-4AA0-A35D-208D14EEBE10}">
      <dgm:prSet custT="1"/>
      <dgm:spPr/>
      <dgm:t>
        <a:bodyPr/>
        <a:lstStyle/>
        <a:p>
          <a:pPr>
            <a:buFont typeface="Arial" panose="020B0604020202020204" pitchFamily="34" charset="0"/>
            <a:buChar char="•"/>
          </a:pPr>
          <a:r>
            <a:rPr lang="en-US" sz="1100" dirty="0">
              <a:latin typeface="Bahnschrift" panose="020B0502040204020203" pitchFamily="34" charset="0"/>
            </a:rPr>
            <a:t>HR: Interview candidate, send offer letter</a:t>
          </a:r>
        </a:p>
      </dgm:t>
    </dgm:pt>
    <dgm:pt modelId="{613A4F39-8ADF-4A0F-9AB1-36F44901D8DA}" type="parTrans" cxnId="{04E58169-9D58-4B05-BAE1-CA80296DEBE6}">
      <dgm:prSet/>
      <dgm:spPr/>
      <dgm:t>
        <a:bodyPr/>
        <a:lstStyle/>
        <a:p>
          <a:endParaRPr lang="en-MY" sz="3200">
            <a:latin typeface="Bahnschrift" panose="020B0502040204020203" pitchFamily="34" charset="0"/>
          </a:endParaRPr>
        </a:p>
      </dgm:t>
    </dgm:pt>
    <dgm:pt modelId="{1C4B7234-0FC8-4B16-820B-D5EBE4E39C70}" type="sibTrans" cxnId="{04E58169-9D58-4B05-BAE1-CA80296DEBE6}">
      <dgm:prSet/>
      <dgm:spPr/>
      <dgm:t>
        <a:bodyPr/>
        <a:lstStyle/>
        <a:p>
          <a:endParaRPr lang="en-MY" sz="3200">
            <a:latin typeface="Bahnschrift" panose="020B0502040204020203" pitchFamily="34" charset="0"/>
          </a:endParaRPr>
        </a:p>
      </dgm:t>
    </dgm:pt>
    <dgm:pt modelId="{C10A4330-9523-479F-AF38-9ADA51002E4E}">
      <dgm:prSet custT="1"/>
      <dgm:spPr/>
      <dgm:t>
        <a:bodyPr/>
        <a:lstStyle/>
        <a:p>
          <a:pPr>
            <a:buFont typeface="Arial" panose="020B0604020202020204" pitchFamily="34" charset="0"/>
            <a:buChar char="•"/>
          </a:pPr>
          <a:r>
            <a:rPr lang="en-MY" sz="1100" dirty="0">
              <a:latin typeface="Bahnschrift" panose="020B0502040204020203" pitchFamily="34" charset="0"/>
            </a:rPr>
            <a:t>Finance: Register for payroll</a:t>
          </a:r>
        </a:p>
      </dgm:t>
    </dgm:pt>
    <dgm:pt modelId="{8110BEAB-292B-4E6F-80CD-CA05D7DC4C2D}" type="parTrans" cxnId="{1671D34E-BFDC-4147-85FC-E4C5695FCFC0}">
      <dgm:prSet/>
      <dgm:spPr/>
      <dgm:t>
        <a:bodyPr/>
        <a:lstStyle/>
        <a:p>
          <a:endParaRPr lang="en-MY" sz="3200">
            <a:latin typeface="Bahnschrift" panose="020B0502040204020203" pitchFamily="34" charset="0"/>
          </a:endParaRPr>
        </a:p>
      </dgm:t>
    </dgm:pt>
    <dgm:pt modelId="{1DC0A02A-FD21-4452-BA28-8AF9B312262C}" type="sibTrans" cxnId="{1671D34E-BFDC-4147-85FC-E4C5695FCFC0}">
      <dgm:prSet/>
      <dgm:spPr/>
      <dgm:t>
        <a:bodyPr/>
        <a:lstStyle/>
        <a:p>
          <a:endParaRPr lang="en-MY" sz="3200">
            <a:latin typeface="Bahnschrift" panose="020B0502040204020203" pitchFamily="34" charset="0"/>
          </a:endParaRPr>
        </a:p>
      </dgm:t>
    </dgm:pt>
    <dgm:pt modelId="{F3463177-0C09-43F5-A0CC-88E1A508E77D}">
      <dgm:prSet custT="1"/>
      <dgm:spPr/>
      <dgm:t>
        <a:bodyPr/>
        <a:lstStyle/>
        <a:p>
          <a:pPr>
            <a:buFont typeface="Arial" panose="020B0604020202020204" pitchFamily="34" charset="0"/>
            <a:buChar char="•"/>
          </a:pPr>
          <a:r>
            <a:rPr lang="en-US" sz="1100" dirty="0">
              <a:latin typeface="Bahnschrift" panose="020B0502040204020203" pitchFamily="34" charset="0"/>
            </a:rPr>
            <a:t>IT: Set up email and system access</a:t>
          </a:r>
        </a:p>
      </dgm:t>
    </dgm:pt>
    <dgm:pt modelId="{C9DA17BB-B21F-44AC-9425-370885A15D5B}" type="parTrans" cxnId="{EA6A75BA-5C2D-484E-BDEC-5201EF2008CD}">
      <dgm:prSet/>
      <dgm:spPr/>
      <dgm:t>
        <a:bodyPr/>
        <a:lstStyle/>
        <a:p>
          <a:endParaRPr lang="en-MY" sz="3200">
            <a:latin typeface="Bahnschrift" panose="020B0502040204020203" pitchFamily="34" charset="0"/>
          </a:endParaRPr>
        </a:p>
      </dgm:t>
    </dgm:pt>
    <dgm:pt modelId="{A4286F8D-9DF5-4A8D-98CC-F4FE48BB97CF}" type="sibTrans" cxnId="{EA6A75BA-5C2D-484E-BDEC-5201EF2008CD}">
      <dgm:prSet/>
      <dgm:spPr/>
      <dgm:t>
        <a:bodyPr/>
        <a:lstStyle/>
        <a:p>
          <a:endParaRPr lang="en-MY" sz="3200">
            <a:latin typeface="Bahnschrift" panose="020B0502040204020203" pitchFamily="34" charset="0"/>
          </a:endParaRPr>
        </a:p>
      </dgm:t>
    </dgm:pt>
    <dgm:pt modelId="{B257F193-DB35-4BDE-AB71-554EDECBDBEC}">
      <dgm:prSet custT="1"/>
      <dgm:spPr/>
      <dgm:t>
        <a:bodyPr/>
        <a:lstStyle/>
        <a:p>
          <a:pPr>
            <a:buNone/>
          </a:pPr>
          <a:r>
            <a:rPr lang="en-US" sz="1400" b="1" dirty="0">
              <a:latin typeface="Bahnschrift" panose="020B0502040204020203" pitchFamily="34" charset="0"/>
            </a:rPr>
            <a:t>Step 4: Choose a Diagramming Tool</a:t>
          </a:r>
        </a:p>
      </dgm:t>
    </dgm:pt>
    <dgm:pt modelId="{3AB033ED-3B88-460F-A816-75CAA3A3E5A5}" type="parTrans" cxnId="{BE28E584-E8FB-4823-926B-772118B5DE7D}">
      <dgm:prSet/>
      <dgm:spPr/>
      <dgm:t>
        <a:bodyPr/>
        <a:lstStyle/>
        <a:p>
          <a:endParaRPr lang="en-MY" sz="3200">
            <a:latin typeface="Bahnschrift" panose="020B0502040204020203" pitchFamily="34" charset="0"/>
          </a:endParaRPr>
        </a:p>
      </dgm:t>
    </dgm:pt>
    <dgm:pt modelId="{2D2E2847-5EAF-4496-A495-4E0106416F21}" type="sibTrans" cxnId="{BE28E584-E8FB-4823-926B-772118B5DE7D}">
      <dgm:prSet/>
      <dgm:spPr/>
      <dgm:t>
        <a:bodyPr/>
        <a:lstStyle/>
        <a:p>
          <a:endParaRPr lang="en-MY" sz="3200">
            <a:latin typeface="Bahnschrift" panose="020B0502040204020203" pitchFamily="34" charset="0"/>
          </a:endParaRPr>
        </a:p>
      </dgm:t>
    </dgm:pt>
    <dgm:pt modelId="{CCCD6982-621A-4596-84E8-5D191037B148}">
      <dgm:prSet custT="1"/>
      <dgm:spPr/>
      <dgm:t>
        <a:bodyPr/>
        <a:lstStyle/>
        <a:p>
          <a:pPr>
            <a:buFont typeface="Arial" panose="020B0604020202020204" pitchFamily="34" charset="0"/>
            <a:buChar char="•"/>
          </a:pPr>
          <a:r>
            <a:rPr lang="en-US" sz="1200" dirty="0">
              <a:latin typeface="Bahnschrift" panose="020B0502040204020203" pitchFamily="34" charset="0"/>
            </a:rPr>
            <a:t>You can use tools like:</a:t>
          </a:r>
        </a:p>
      </dgm:t>
    </dgm:pt>
    <dgm:pt modelId="{C7BE7995-3FED-4887-B184-C92BCE2E8595}" type="parTrans" cxnId="{4846BEDE-4ADB-4198-A458-52DCF142F619}">
      <dgm:prSet/>
      <dgm:spPr/>
      <dgm:t>
        <a:bodyPr/>
        <a:lstStyle/>
        <a:p>
          <a:endParaRPr lang="en-MY" sz="3200">
            <a:latin typeface="Bahnschrift" panose="020B0502040204020203" pitchFamily="34" charset="0"/>
          </a:endParaRPr>
        </a:p>
      </dgm:t>
    </dgm:pt>
    <dgm:pt modelId="{8D4AAEA6-430D-4B57-9DB3-CD08D68F88D0}" type="sibTrans" cxnId="{4846BEDE-4ADB-4198-A458-52DCF142F619}">
      <dgm:prSet/>
      <dgm:spPr/>
      <dgm:t>
        <a:bodyPr/>
        <a:lstStyle/>
        <a:p>
          <a:endParaRPr lang="en-MY" sz="3200">
            <a:latin typeface="Bahnschrift" panose="020B0502040204020203" pitchFamily="34" charset="0"/>
          </a:endParaRPr>
        </a:p>
      </dgm:t>
    </dgm:pt>
    <dgm:pt modelId="{28D7C822-07FF-4C58-B82C-07ED49227574}">
      <dgm:prSet custT="1"/>
      <dgm:spPr/>
      <dgm:t>
        <a:bodyPr/>
        <a:lstStyle/>
        <a:p>
          <a:pPr>
            <a:buFont typeface="Arial" panose="020B0604020202020204" pitchFamily="34" charset="0"/>
            <a:buChar char="•"/>
          </a:pPr>
          <a:r>
            <a:rPr lang="en-MY" sz="1200" b="1">
              <a:latin typeface="Bahnschrift" panose="020B0502040204020203" pitchFamily="34" charset="0"/>
            </a:rPr>
            <a:t>Draw.io</a:t>
          </a:r>
          <a:endParaRPr lang="en-MY" sz="1200">
            <a:latin typeface="Bahnschrift" panose="020B0502040204020203" pitchFamily="34" charset="0"/>
          </a:endParaRPr>
        </a:p>
      </dgm:t>
    </dgm:pt>
    <dgm:pt modelId="{9B5207C2-2E10-499B-900E-052634C58CDF}" type="parTrans" cxnId="{CAA880F2-10B7-4C07-A9D9-7958C02FB3AD}">
      <dgm:prSet/>
      <dgm:spPr/>
      <dgm:t>
        <a:bodyPr/>
        <a:lstStyle/>
        <a:p>
          <a:endParaRPr lang="en-MY" sz="3200">
            <a:latin typeface="Bahnschrift" panose="020B0502040204020203" pitchFamily="34" charset="0"/>
          </a:endParaRPr>
        </a:p>
      </dgm:t>
    </dgm:pt>
    <dgm:pt modelId="{1EC7FC45-1C79-4437-8190-EFE33B43FF70}" type="sibTrans" cxnId="{CAA880F2-10B7-4C07-A9D9-7958C02FB3AD}">
      <dgm:prSet/>
      <dgm:spPr/>
      <dgm:t>
        <a:bodyPr/>
        <a:lstStyle/>
        <a:p>
          <a:endParaRPr lang="en-MY" sz="3200">
            <a:latin typeface="Bahnschrift" panose="020B0502040204020203" pitchFamily="34" charset="0"/>
          </a:endParaRPr>
        </a:p>
      </dgm:t>
    </dgm:pt>
    <dgm:pt modelId="{9F0FA714-AC14-426C-8C92-73C796BE1C9B}">
      <dgm:prSet custT="1"/>
      <dgm:spPr/>
      <dgm:t>
        <a:bodyPr/>
        <a:lstStyle/>
        <a:p>
          <a:pPr>
            <a:buFont typeface="Arial" panose="020B0604020202020204" pitchFamily="34" charset="0"/>
            <a:buChar char="•"/>
          </a:pPr>
          <a:r>
            <a:rPr lang="en-MY" sz="1200" b="1">
              <a:latin typeface="Bahnschrift" panose="020B0502040204020203" pitchFamily="34" charset="0"/>
            </a:rPr>
            <a:t>Lucidchart</a:t>
          </a:r>
          <a:endParaRPr lang="en-MY" sz="1200">
            <a:latin typeface="Bahnschrift" panose="020B0502040204020203" pitchFamily="34" charset="0"/>
          </a:endParaRPr>
        </a:p>
      </dgm:t>
    </dgm:pt>
    <dgm:pt modelId="{DEDB6325-6DA0-4B01-9311-F63261D1A262}" type="parTrans" cxnId="{68BD03D6-7175-40FC-A5CA-C4F5844AFA48}">
      <dgm:prSet/>
      <dgm:spPr/>
      <dgm:t>
        <a:bodyPr/>
        <a:lstStyle/>
        <a:p>
          <a:endParaRPr lang="en-MY" sz="3200">
            <a:latin typeface="Bahnschrift" panose="020B0502040204020203" pitchFamily="34" charset="0"/>
          </a:endParaRPr>
        </a:p>
      </dgm:t>
    </dgm:pt>
    <dgm:pt modelId="{A85D439E-505D-4272-955E-2AD09BAFBA0E}" type="sibTrans" cxnId="{68BD03D6-7175-40FC-A5CA-C4F5844AFA48}">
      <dgm:prSet/>
      <dgm:spPr/>
      <dgm:t>
        <a:bodyPr/>
        <a:lstStyle/>
        <a:p>
          <a:endParaRPr lang="en-MY" sz="3200">
            <a:latin typeface="Bahnschrift" panose="020B0502040204020203" pitchFamily="34" charset="0"/>
          </a:endParaRPr>
        </a:p>
      </dgm:t>
    </dgm:pt>
    <dgm:pt modelId="{60980BF1-D98C-435F-9FA2-93BB8DB4CB4C}">
      <dgm:prSet custT="1"/>
      <dgm:spPr/>
      <dgm:t>
        <a:bodyPr/>
        <a:lstStyle/>
        <a:p>
          <a:pPr>
            <a:buFont typeface="Arial" panose="020B0604020202020204" pitchFamily="34" charset="0"/>
            <a:buChar char="•"/>
          </a:pPr>
          <a:r>
            <a:rPr lang="en-MY" sz="1200" b="1">
              <a:latin typeface="Bahnschrift" panose="020B0502040204020203" pitchFamily="34" charset="0"/>
            </a:rPr>
            <a:t>Microsoft Visio</a:t>
          </a:r>
          <a:endParaRPr lang="en-MY" sz="1200">
            <a:latin typeface="Bahnschrift" panose="020B0502040204020203" pitchFamily="34" charset="0"/>
          </a:endParaRPr>
        </a:p>
      </dgm:t>
    </dgm:pt>
    <dgm:pt modelId="{55AE8427-427A-4891-8B04-DDED13548EAB}" type="parTrans" cxnId="{54AEFD9B-EAEB-4DEB-B6BD-F73BD7467D5F}">
      <dgm:prSet/>
      <dgm:spPr/>
      <dgm:t>
        <a:bodyPr/>
        <a:lstStyle/>
        <a:p>
          <a:endParaRPr lang="en-MY" sz="3200">
            <a:latin typeface="Bahnschrift" panose="020B0502040204020203" pitchFamily="34" charset="0"/>
          </a:endParaRPr>
        </a:p>
      </dgm:t>
    </dgm:pt>
    <dgm:pt modelId="{561335CE-051A-4A7C-AD0D-DFF169576ADD}" type="sibTrans" cxnId="{54AEFD9B-EAEB-4DEB-B6BD-F73BD7467D5F}">
      <dgm:prSet/>
      <dgm:spPr/>
      <dgm:t>
        <a:bodyPr/>
        <a:lstStyle/>
        <a:p>
          <a:endParaRPr lang="en-MY" sz="3200">
            <a:latin typeface="Bahnschrift" panose="020B0502040204020203" pitchFamily="34" charset="0"/>
          </a:endParaRPr>
        </a:p>
      </dgm:t>
    </dgm:pt>
    <dgm:pt modelId="{3D8177D9-7291-4EEC-BF00-5B842EDF8743}">
      <dgm:prSet custT="1"/>
      <dgm:spPr/>
      <dgm:t>
        <a:bodyPr/>
        <a:lstStyle/>
        <a:p>
          <a:pPr>
            <a:buNone/>
          </a:pPr>
          <a:r>
            <a:rPr lang="en-MY" sz="1400" b="1">
              <a:latin typeface="Bahnschrift" panose="020B0502040204020203" pitchFamily="34" charset="0"/>
            </a:rPr>
            <a:t>Step 5: Create Swimlanes</a:t>
          </a:r>
        </a:p>
      </dgm:t>
    </dgm:pt>
    <dgm:pt modelId="{4F2ECF5F-6A59-483C-BFDD-110C505641B0}" type="parTrans" cxnId="{E7C4EA6B-78C5-4378-AAB3-5E0E50CE29B6}">
      <dgm:prSet/>
      <dgm:spPr/>
      <dgm:t>
        <a:bodyPr/>
        <a:lstStyle/>
        <a:p>
          <a:endParaRPr lang="en-MY" sz="3200">
            <a:latin typeface="Bahnschrift" panose="020B0502040204020203" pitchFamily="34" charset="0"/>
          </a:endParaRPr>
        </a:p>
      </dgm:t>
    </dgm:pt>
    <dgm:pt modelId="{E1F341B2-65BE-4F73-BE60-DC092770D54C}" type="sibTrans" cxnId="{E7C4EA6B-78C5-4378-AAB3-5E0E50CE29B6}">
      <dgm:prSet/>
      <dgm:spPr/>
      <dgm:t>
        <a:bodyPr/>
        <a:lstStyle/>
        <a:p>
          <a:endParaRPr lang="en-MY" sz="3200">
            <a:latin typeface="Bahnschrift" panose="020B0502040204020203" pitchFamily="34" charset="0"/>
          </a:endParaRPr>
        </a:p>
      </dgm:t>
    </dgm:pt>
    <dgm:pt modelId="{4DD0C3A3-A32C-48E5-A0A4-04F019247183}">
      <dgm:prSet custT="1"/>
      <dgm:spPr/>
      <dgm:t>
        <a:bodyPr/>
        <a:lstStyle/>
        <a:p>
          <a:pPr>
            <a:buFont typeface="Arial" panose="020B0604020202020204" pitchFamily="34" charset="0"/>
            <a:buChar char="•"/>
          </a:pPr>
          <a:r>
            <a:rPr lang="en-US" sz="1200" dirty="0">
              <a:latin typeface="Bahnschrift" panose="020B0502040204020203" pitchFamily="34" charset="0"/>
            </a:rPr>
            <a:t>Draw </a:t>
          </a:r>
          <a:r>
            <a:rPr lang="en-US" sz="1200" b="1" dirty="0">
              <a:latin typeface="Bahnschrift" panose="020B0502040204020203" pitchFamily="34" charset="0"/>
            </a:rPr>
            <a:t>horizontal or vertical lanes</a:t>
          </a:r>
          <a:r>
            <a:rPr lang="en-US" sz="1200" dirty="0">
              <a:latin typeface="Bahnschrift" panose="020B0502040204020203" pitchFamily="34" charset="0"/>
            </a:rPr>
            <a:t>, one for each department or actor.</a:t>
          </a:r>
        </a:p>
      </dgm:t>
    </dgm:pt>
    <dgm:pt modelId="{CB19ABD4-430A-440E-A4E8-89A9C3EE2FE6}" type="parTrans" cxnId="{AEF4A9E8-CA4F-461F-9E08-707CFD33891D}">
      <dgm:prSet/>
      <dgm:spPr/>
      <dgm:t>
        <a:bodyPr/>
        <a:lstStyle/>
        <a:p>
          <a:endParaRPr lang="en-MY" sz="3200">
            <a:latin typeface="Bahnschrift" panose="020B0502040204020203" pitchFamily="34" charset="0"/>
          </a:endParaRPr>
        </a:p>
      </dgm:t>
    </dgm:pt>
    <dgm:pt modelId="{5F39F5F5-9347-4985-AFA0-358F2154FBBF}" type="sibTrans" cxnId="{AEF4A9E8-CA4F-461F-9E08-707CFD33891D}">
      <dgm:prSet/>
      <dgm:spPr/>
      <dgm:t>
        <a:bodyPr/>
        <a:lstStyle/>
        <a:p>
          <a:endParaRPr lang="en-MY" sz="3200">
            <a:latin typeface="Bahnschrift" panose="020B0502040204020203" pitchFamily="34" charset="0"/>
          </a:endParaRPr>
        </a:p>
      </dgm:t>
    </dgm:pt>
    <dgm:pt modelId="{084CBFB9-F187-4123-A42B-6B7BE2406A05}">
      <dgm:prSet custT="1"/>
      <dgm:spPr/>
      <dgm:t>
        <a:bodyPr/>
        <a:lstStyle/>
        <a:p>
          <a:pPr>
            <a:buFont typeface="Arial" panose="020B0604020202020204" pitchFamily="34" charset="0"/>
            <a:buChar char="•"/>
          </a:pPr>
          <a:r>
            <a:rPr lang="en-MY" sz="1200" dirty="0">
              <a:latin typeface="Bahnschrift" panose="020B0502040204020203" pitchFamily="34" charset="0"/>
            </a:rPr>
            <a:t>Label each lane clearly.</a:t>
          </a:r>
        </a:p>
      </dgm:t>
    </dgm:pt>
    <dgm:pt modelId="{7E58408E-ED0F-44AE-AFD8-00C996CFD46A}" type="parTrans" cxnId="{644F8437-71A3-4A83-9EED-3C06E2F1E20E}">
      <dgm:prSet/>
      <dgm:spPr/>
      <dgm:t>
        <a:bodyPr/>
        <a:lstStyle/>
        <a:p>
          <a:endParaRPr lang="en-MY" sz="3200">
            <a:latin typeface="Bahnschrift" panose="020B0502040204020203" pitchFamily="34" charset="0"/>
          </a:endParaRPr>
        </a:p>
      </dgm:t>
    </dgm:pt>
    <dgm:pt modelId="{2092CF69-5BDE-4CAD-8D48-12A94E0EDAA5}" type="sibTrans" cxnId="{644F8437-71A3-4A83-9EED-3C06E2F1E20E}">
      <dgm:prSet/>
      <dgm:spPr/>
      <dgm:t>
        <a:bodyPr/>
        <a:lstStyle/>
        <a:p>
          <a:endParaRPr lang="en-MY" sz="3200">
            <a:latin typeface="Bahnschrift" panose="020B0502040204020203" pitchFamily="34" charset="0"/>
          </a:endParaRPr>
        </a:p>
      </dgm:t>
    </dgm:pt>
    <dgm:pt modelId="{45ECE41B-2927-4C23-BD72-2A8406953846}">
      <dgm:prSet custT="1"/>
      <dgm:spPr/>
      <dgm:t>
        <a:bodyPr/>
        <a:lstStyle/>
        <a:p>
          <a:pPr>
            <a:buFont typeface="Arial" panose="020B0604020202020204" pitchFamily="34" charset="0"/>
            <a:buChar char="•"/>
          </a:pPr>
          <a:r>
            <a:rPr lang="en-US" sz="1200" dirty="0">
              <a:latin typeface="Bahnschrift" panose="020B0502040204020203" pitchFamily="34" charset="0"/>
            </a:rPr>
            <a:t>✳️ Example Lanes:</a:t>
          </a:r>
        </a:p>
      </dgm:t>
    </dgm:pt>
    <dgm:pt modelId="{4801BA61-556C-4931-9C9F-B47499ED44E7}" type="parTrans" cxnId="{C87B6579-EF47-422E-8258-771FDA48E3A9}">
      <dgm:prSet/>
      <dgm:spPr/>
      <dgm:t>
        <a:bodyPr/>
        <a:lstStyle/>
        <a:p>
          <a:endParaRPr lang="en-MY" sz="3200">
            <a:latin typeface="Bahnschrift" panose="020B0502040204020203" pitchFamily="34" charset="0"/>
          </a:endParaRPr>
        </a:p>
      </dgm:t>
    </dgm:pt>
    <dgm:pt modelId="{3240BFDF-4109-448F-B2D7-B6AF04921934}" type="sibTrans" cxnId="{C87B6579-EF47-422E-8258-771FDA48E3A9}">
      <dgm:prSet/>
      <dgm:spPr/>
      <dgm:t>
        <a:bodyPr/>
        <a:lstStyle/>
        <a:p>
          <a:endParaRPr lang="en-MY" sz="3200">
            <a:latin typeface="Bahnschrift" panose="020B0502040204020203" pitchFamily="34" charset="0"/>
          </a:endParaRPr>
        </a:p>
      </dgm:t>
    </dgm:pt>
    <dgm:pt modelId="{0DE15EC6-6C05-4918-AF34-B4E6DC647D9E}">
      <dgm:prSet custT="1"/>
      <dgm:spPr/>
      <dgm:t>
        <a:bodyPr/>
        <a:lstStyle/>
        <a:p>
          <a:pPr>
            <a:buFont typeface="Arial" panose="020B0604020202020204" pitchFamily="34" charset="0"/>
            <a:buChar char="•"/>
          </a:pPr>
          <a:r>
            <a:rPr lang="en-US" sz="1200" dirty="0">
              <a:latin typeface="Bahnschrift" panose="020B0502040204020203" pitchFamily="34" charset="0"/>
            </a:rPr>
            <a:t>✳️ Example: Employee onboarding process that involves HR, IT, and Finance.</a:t>
          </a:r>
        </a:p>
      </dgm:t>
    </dgm:pt>
    <dgm:pt modelId="{8D66CCF5-736A-45E9-8DF8-8B43630A36D0}" type="parTrans" cxnId="{7AA6CC05-B5AD-41A8-A32A-5921BA5648C7}">
      <dgm:prSet/>
      <dgm:spPr/>
      <dgm:t>
        <a:bodyPr/>
        <a:lstStyle/>
        <a:p>
          <a:endParaRPr lang="en-MY"/>
        </a:p>
      </dgm:t>
    </dgm:pt>
    <dgm:pt modelId="{6F0FA3ED-582B-45FB-A5EC-E9128A877C08}" type="sibTrans" cxnId="{7AA6CC05-B5AD-41A8-A32A-5921BA5648C7}">
      <dgm:prSet/>
      <dgm:spPr/>
      <dgm:t>
        <a:bodyPr/>
        <a:lstStyle/>
        <a:p>
          <a:endParaRPr lang="en-MY"/>
        </a:p>
      </dgm:t>
    </dgm:pt>
    <dgm:pt modelId="{8622C9E0-C896-461A-8712-593D33CA2F5B}">
      <dgm:prSet custT="1"/>
      <dgm:spPr/>
      <dgm:t>
        <a:bodyPr/>
        <a:lstStyle/>
        <a:p>
          <a:pPr>
            <a:buFont typeface="Arial" panose="020B0604020202020204" pitchFamily="34" charset="0"/>
            <a:buChar char="•"/>
          </a:pPr>
          <a:r>
            <a:rPr lang="en-US" sz="1200" dirty="0">
              <a:latin typeface="Bahnschrift" panose="020B0502040204020203" pitchFamily="34" charset="0"/>
            </a:rPr>
            <a:t>✳️ Example Tasks:</a:t>
          </a:r>
        </a:p>
      </dgm:t>
    </dgm:pt>
    <dgm:pt modelId="{88788FA4-821D-49B2-9C5D-C92BE8FA0DB3}" type="parTrans" cxnId="{9CF879E4-E3E2-462A-A737-923268EE1C3A}">
      <dgm:prSet/>
      <dgm:spPr/>
      <dgm:t>
        <a:bodyPr/>
        <a:lstStyle/>
        <a:p>
          <a:endParaRPr lang="en-MY"/>
        </a:p>
      </dgm:t>
    </dgm:pt>
    <dgm:pt modelId="{BE14494D-DD9D-4C18-8956-DC403829DF84}" type="sibTrans" cxnId="{9CF879E4-E3E2-462A-A737-923268EE1C3A}">
      <dgm:prSet/>
      <dgm:spPr/>
      <dgm:t>
        <a:bodyPr/>
        <a:lstStyle/>
        <a:p>
          <a:endParaRPr lang="en-MY"/>
        </a:p>
      </dgm:t>
    </dgm:pt>
    <dgm:pt modelId="{4A11B40D-6A6D-4E27-A065-A08EDA56B1BA}" type="pres">
      <dgm:prSet presAssocID="{D4E9022F-A37F-4111-B25D-C8BA3F83A49F}" presName="Name0" presStyleCnt="0">
        <dgm:presLayoutVars>
          <dgm:chPref val="3"/>
          <dgm:dir/>
          <dgm:animLvl val="lvl"/>
          <dgm:resizeHandles/>
        </dgm:presLayoutVars>
      </dgm:prSet>
      <dgm:spPr/>
    </dgm:pt>
    <dgm:pt modelId="{FDF77FA5-14CA-46DB-8CF9-3E260CED4699}" type="pres">
      <dgm:prSet presAssocID="{BA4701DD-55A6-4F85-8DB0-E3EC268424AF}" presName="horFlow" presStyleCnt="0"/>
      <dgm:spPr/>
    </dgm:pt>
    <dgm:pt modelId="{72EDE394-E025-476A-BB26-2485F6F05F85}" type="pres">
      <dgm:prSet presAssocID="{BA4701DD-55A6-4F85-8DB0-E3EC268424AF}" presName="bigChev" presStyleLbl="node1" presStyleIdx="0" presStyleCnt="5"/>
      <dgm:spPr/>
    </dgm:pt>
    <dgm:pt modelId="{65C315E3-CB6F-452D-8C69-0F61C045D24A}" type="pres">
      <dgm:prSet presAssocID="{FCAC4E88-8BFE-4088-9437-7B03A41A67A7}" presName="parTrans" presStyleCnt="0"/>
      <dgm:spPr/>
    </dgm:pt>
    <dgm:pt modelId="{ED42A9AC-B061-4FDA-A5A8-305ABF40AFA0}" type="pres">
      <dgm:prSet presAssocID="{2FD9915D-2839-48EE-90DE-DE9972AE71D1}" presName="node" presStyleLbl="alignAccFollowNode1" presStyleIdx="0" presStyleCnt="14">
        <dgm:presLayoutVars>
          <dgm:bulletEnabled val="1"/>
        </dgm:presLayoutVars>
      </dgm:prSet>
      <dgm:spPr/>
    </dgm:pt>
    <dgm:pt modelId="{3FD8113E-291B-4F35-8610-663AC7E87A91}" type="pres">
      <dgm:prSet presAssocID="{2203677C-8A20-4A5D-AFFC-15160B41BF00}" presName="sibTrans" presStyleCnt="0"/>
      <dgm:spPr/>
    </dgm:pt>
    <dgm:pt modelId="{AD25133C-25EC-487C-9FE9-C2EE272DEB0A}" type="pres">
      <dgm:prSet presAssocID="{0DE15EC6-6C05-4918-AF34-B4E6DC647D9E}" presName="node" presStyleLbl="alignAccFollowNode1" presStyleIdx="1" presStyleCnt="14">
        <dgm:presLayoutVars>
          <dgm:bulletEnabled val="1"/>
        </dgm:presLayoutVars>
      </dgm:prSet>
      <dgm:spPr/>
    </dgm:pt>
    <dgm:pt modelId="{6EEB3AD3-1D7D-45E3-B7C8-FD39D1A7838F}" type="pres">
      <dgm:prSet presAssocID="{BA4701DD-55A6-4F85-8DB0-E3EC268424AF}" presName="vSp" presStyleCnt="0"/>
      <dgm:spPr/>
    </dgm:pt>
    <dgm:pt modelId="{84470723-16B3-4376-8BE6-6507D9576E9B}" type="pres">
      <dgm:prSet presAssocID="{0EF37996-4311-45A8-846B-BC214DC2E745}" presName="horFlow" presStyleCnt="0"/>
      <dgm:spPr/>
    </dgm:pt>
    <dgm:pt modelId="{5EA8184F-A740-44CE-9469-B6DE313B6145}" type="pres">
      <dgm:prSet presAssocID="{0EF37996-4311-45A8-846B-BC214DC2E745}" presName="bigChev" presStyleLbl="node1" presStyleIdx="1" presStyleCnt="5"/>
      <dgm:spPr/>
    </dgm:pt>
    <dgm:pt modelId="{744BEFA0-8D06-41B9-8B18-D5CEBED3890A}" type="pres">
      <dgm:prSet presAssocID="{DF95E424-B29C-4B88-9C92-CC99BE34B72E}" presName="parTrans" presStyleCnt="0"/>
      <dgm:spPr/>
    </dgm:pt>
    <dgm:pt modelId="{F83D7CE0-2C33-411B-9F98-CFBB263E68A7}" type="pres">
      <dgm:prSet presAssocID="{D8287D82-CE7B-4C53-B2DD-C82D2A096506}" presName="node" presStyleLbl="alignAccFollowNode1" presStyleIdx="2" presStyleCnt="14">
        <dgm:presLayoutVars>
          <dgm:bulletEnabled val="1"/>
        </dgm:presLayoutVars>
      </dgm:prSet>
      <dgm:spPr/>
    </dgm:pt>
    <dgm:pt modelId="{91553387-C32B-4B77-8E18-8D491F10383B}" type="pres">
      <dgm:prSet presAssocID="{A7A27113-5168-4BA1-8572-FC9E06E993B7}" presName="sibTrans" presStyleCnt="0"/>
      <dgm:spPr/>
    </dgm:pt>
    <dgm:pt modelId="{4E76BBB5-C725-43EC-8C8B-FD14745A5D3A}" type="pres">
      <dgm:prSet presAssocID="{45ECE41B-2927-4C23-BD72-2A8406953846}" presName="node" presStyleLbl="alignAccFollowNode1" presStyleIdx="3" presStyleCnt="14">
        <dgm:presLayoutVars>
          <dgm:bulletEnabled val="1"/>
        </dgm:presLayoutVars>
      </dgm:prSet>
      <dgm:spPr/>
    </dgm:pt>
    <dgm:pt modelId="{73192A7D-42D3-4351-B0FD-6E907DA361B3}" type="pres">
      <dgm:prSet presAssocID="{0EF37996-4311-45A8-846B-BC214DC2E745}" presName="vSp" presStyleCnt="0"/>
      <dgm:spPr/>
    </dgm:pt>
    <dgm:pt modelId="{3F11D996-2849-4F97-A70E-6EF009256A0C}" type="pres">
      <dgm:prSet presAssocID="{DA987AFB-84B5-444E-A81B-501402FDFF7F}" presName="horFlow" presStyleCnt="0"/>
      <dgm:spPr/>
    </dgm:pt>
    <dgm:pt modelId="{638BFE8F-B088-4FBA-BC5B-42BBDBE39B0E}" type="pres">
      <dgm:prSet presAssocID="{DA987AFB-84B5-444E-A81B-501402FDFF7F}" presName="bigChev" presStyleLbl="node1" presStyleIdx="2" presStyleCnt="5"/>
      <dgm:spPr/>
    </dgm:pt>
    <dgm:pt modelId="{A62CB79B-4C67-4254-A51C-E9C4A5DD0AFA}" type="pres">
      <dgm:prSet presAssocID="{7F05D93B-44AA-4FEF-AEBB-5CE18133DFBE}" presName="parTrans" presStyleCnt="0"/>
      <dgm:spPr/>
    </dgm:pt>
    <dgm:pt modelId="{A578D258-C1E9-46E8-AB8F-10D02CEAA242}" type="pres">
      <dgm:prSet presAssocID="{1F70C37D-76F3-4ECE-8AE5-D8718C0C6948}" presName="node" presStyleLbl="alignAccFollowNode1" presStyleIdx="4" presStyleCnt="14">
        <dgm:presLayoutVars>
          <dgm:bulletEnabled val="1"/>
        </dgm:presLayoutVars>
      </dgm:prSet>
      <dgm:spPr/>
    </dgm:pt>
    <dgm:pt modelId="{51F0A2B5-6A24-4709-B295-F55C3C37873B}" type="pres">
      <dgm:prSet presAssocID="{0E513402-C58B-4B9A-B83C-374FE6FE3BE8}" presName="sibTrans" presStyleCnt="0"/>
      <dgm:spPr/>
    </dgm:pt>
    <dgm:pt modelId="{0807B9A6-369F-4D4B-9E36-811AE19F88CF}" type="pres">
      <dgm:prSet presAssocID="{8622C9E0-C896-461A-8712-593D33CA2F5B}" presName="node" presStyleLbl="alignAccFollowNode1" presStyleIdx="5" presStyleCnt="14">
        <dgm:presLayoutVars>
          <dgm:bulletEnabled val="1"/>
        </dgm:presLayoutVars>
      </dgm:prSet>
      <dgm:spPr/>
    </dgm:pt>
    <dgm:pt modelId="{38BA857A-2F90-44FB-AE06-C1E2C98A933E}" type="pres">
      <dgm:prSet presAssocID="{BE14494D-DD9D-4C18-8956-DC403829DF84}" presName="sibTrans" presStyleCnt="0"/>
      <dgm:spPr/>
    </dgm:pt>
    <dgm:pt modelId="{37D81CF4-9448-48CA-AD27-E96A4DE09A37}" type="pres">
      <dgm:prSet presAssocID="{C10A4330-9523-479F-AF38-9ADA51002E4E}" presName="node" presStyleLbl="alignAccFollowNode1" presStyleIdx="6" presStyleCnt="14">
        <dgm:presLayoutVars>
          <dgm:bulletEnabled val="1"/>
        </dgm:presLayoutVars>
      </dgm:prSet>
      <dgm:spPr/>
    </dgm:pt>
    <dgm:pt modelId="{E8B91A5E-69BC-4F92-AD42-DABCA5A308B7}" type="pres">
      <dgm:prSet presAssocID="{1DC0A02A-FD21-4452-BA28-8AF9B312262C}" presName="sibTrans" presStyleCnt="0"/>
      <dgm:spPr/>
    </dgm:pt>
    <dgm:pt modelId="{53728D0A-37DC-474D-B42D-E8D898E3EF2E}" type="pres">
      <dgm:prSet presAssocID="{F3463177-0C09-43F5-A0CC-88E1A508E77D}" presName="node" presStyleLbl="alignAccFollowNode1" presStyleIdx="7" presStyleCnt="14">
        <dgm:presLayoutVars>
          <dgm:bulletEnabled val="1"/>
        </dgm:presLayoutVars>
      </dgm:prSet>
      <dgm:spPr/>
    </dgm:pt>
    <dgm:pt modelId="{5D333400-22BC-4C7B-A0B6-8013CF6A8D50}" type="pres">
      <dgm:prSet presAssocID="{DA987AFB-84B5-444E-A81B-501402FDFF7F}" presName="vSp" presStyleCnt="0"/>
      <dgm:spPr/>
    </dgm:pt>
    <dgm:pt modelId="{522EF097-68E3-48B0-B7CF-A6A1684D7CF2}" type="pres">
      <dgm:prSet presAssocID="{B257F193-DB35-4BDE-AB71-554EDECBDBEC}" presName="horFlow" presStyleCnt="0"/>
      <dgm:spPr/>
    </dgm:pt>
    <dgm:pt modelId="{C2DE7DA9-293E-47D9-BD46-58114E9E37A6}" type="pres">
      <dgm:prSet presAssocID="{B257F193-DB35-4BDE-AB71-554EDECBDBEC}" presName="bigChev" presStyleLbl="node1" presStyleIdx="3" presStyleCnt="5"/>
      <dgm:spPr/>
    </dgm:pt>
    <dgm:pt modelId="{AC9EBBB1-9B2F-41AB-9F4A-D731B1CBC36E}" type="pres">
      <dgm:prSet presAssocID="{C7BE7995-3FED-4887-B184-C92BCE2E8595}" presName="parTrans" presStyleCnt="0"/>
      <dgm:spPr/>
    </dgm:pt>
    <dgm:pt modelId="{9E6CB73C-F323-44B8-8576-CC395A716F39}" type="pres">
      <dgm:prSet presAssocID="{CCCD6982-621A-4596-84E8-5D191037B148}" presName="node" presStyleLbl="alignAccFollowNode1" presStyleIdx="8" presStyleCnt="14" custLinFactNeighborX="14663" custLinFactNeighborY="19063">
        <dgm:presLayoutVars>
          <dgm:bulletEnabled val="1"/>
        </dgm:presLayoutVars>
      </dgm:prSet>
      <dgm:spPr/>
    </dgm:pt>
    <dgm:pt modelId="{3205E03A-D139-47EF-8C32-B6BCB0F728FD}" type="pres">
      <dgm:prSet presAssocID="{8D4AAEA6-430D-4B57-9DB3-CD08D68F88D0}" presName="sibTrans" presStyleCnt="0"/>
      <dgm:spPr/>
    </dgm:pt>
    <dgm:pt modelId="{D4B5EFB4-2188-48F5-8DD6-0F75FC002AB5}" type="pres">
      <dgm:prSet presAssocID="{28D7C822-07FF-4C58-B82C-07ED49227574}" presName="node" presStyleLbl="alignAccFollowNode1" presStyleIdx="9" presStyleCnt="14" custLinFactNeighborX="12509" custLinFactNeighborY="23532">
        <dgm:presLayoutVars>
          <dgm:bulletEnabled val="1"/>
        </dgm:presLayoutVars>
      </dgm:prSet>
      <dgm:spPr/>
    </dgm:pt>
    <dgm:pt modelId="{DDFDDFD4-0A64-4FD6-B754-82540AC4BA15}" type="pres">
      <dgm:prSet presAssocID="{1EC7FC45-1C79-4437-8190-EFE33B43FF70}" presName="sibTrans" presStyleCnt="0"/>
      <dgm:spPr/>
    </dgm:pt>
    <dgm:pt modelId="{BEC074D5-BC66-4B14-ACA0-1D1CFE3002D8}" type="pres">
      <dgm:prSet presAssocID="{9F0FA714-AC14-426C-8C92-73C796BE1C9B}" presName="node" presStyleLbl="alignAccFollowNode1" presStyleIdx="10" presStyleCnt="14" custLinFactNeighborX="12509" custLinFactNeighborY="23532">
        <dgm:presLayoutVars>
          <dgm:bulletEnabled val="1"/>
        </dgm:presLayoutVars>
      </dgm:prSet>
      <dgm:spPr/>
    </dgm:pt>
    <dgm:pt modelId="{28F4AE83-DE82-4312-84AC-B2BF1E288E23}" type="pres">
      <dgm:prSet presAssocID="{A85D439E-505D-4272-955E-2AD09BAFBA0E}" presName="sibTrans" presStyleCnt="0"/>
      <dgm:spPr/>
    </dgm:pt>
    <dgm:pt modelId="{C3B0BA63-EA83-440D-8BF7-D083E106EBB5}" type="pres">
      <dgm:prSet presAssocID="{60980BF1-D98C-435F-9FA2-93BB8DB4CB4C}" presName="node" presStyleLbl="alignAccFollowNode1" presStyleIdx="11" presStyleCnt="14" custLinFactNeighborX="12509" custLinFactNeighborY="23532">
        <dgm:presLayoutVars>
          <dgm:bulletEnabled val="1"/>
        </dgm:presLayoutVars>
      </dgm:prSet>
      <dgm:spPr/>
    </dgm:pt>
    <dgm:pt modelId="{5DD86F8F-3032-422F-9B98-6CC46CDCC194}" type="pres">
      <dgm:prSet presAssocID="{B257F193-DB35-4BDE-AB71-554EDECBDBEC}" presName="vSp" presStyleCnt="0"/>
      <dgm:spPr/>
    </dgm:pt>
    <dgm:pt modelId="{B941979E-A9FD-4F6F-B622-F4990D680CDF}" type="pres">
      <dgm:prSet presAssocID="{3D8177D9-7291-4EEC-BF00-5B842EDF8743}" presName="horFlow" presStyleCnt="0"/>
      <dgm:spPr/>
    </dgm:pt>
    <dgm:pt modelId="{67684C60-2342-4967-9E11-F4F471D7F7B0}" type="pres">
      <dgm:prSet presAssocID="{3D8177D9-7291-4EEC-BF00-5B842EDF8743}" presName="bigChev" presStyleLbl="node1" presStyleIdx="4" presStyleCnt="5"/>
      <dgm:spPr/>
    </dgm:pt>
    <dgm:pt modelId="{8FE7891C-34D1-4B14-BF25-BF7768D16376}" type="pres">
      <dgm:prSet presAssocID="{CB19ABD4-430A-440E-A4E8-89A9C3EE2FE6}" presName="parTrans" presStyleCnt="0"/>
      <dgm:spPr/>
    </dgm:pt>
    <dgm:pt modelId="{85785EEC-35AC-4D0F-BF6D-0B6E07B8BDE1}" type="pres">
      <dgm:prSet presAssocID="{4DD0C3A3-A32C-48E5-A0A4-04F019247183}" presName="node" presStyleLbl="alignAccFollowNode1" presStyleIdx="12" presStyleCnt="14">
        <dgm:presLayoutVars>
          <dgm:bulletEnabled val="1"/>
        </dgm:presLayoutVars>
      </dgm:prSet>
      <dgm:spPr/>
    </dgm:pt>
    <dgm:pt modelId="{8B89E060-EA8C-4E15-8371-145EEA60E6DC}" type="pres">
      <dgm:prSet presAssocID="{5F39F5F5-9347-4985-AFA0-358F2154FBBF}" presName="sibTrans" presStyleCnt="0"/>
      <dgm:spPr/>
    </dgm:pt>
    <dgm:pt modelId="{CD4CDDB5-0012-4F7E-904E-9DE8711FAAB6}" type="pres">
      <dgm:prSet presAssocID="{084CBFB9-F187-4123-A42B-6B7BE2406A05}" presName="node" presStyleLbl="alignAccFollowNode1" presStyleIdx="13" presStyleCnt="14">
        <dgm:presLayoutVars>
          <dgm:bulletEnabled val="1"/>
        </dgm:presLayoutVars>
      </dgm:prSet>
      <dgm:spPr/>
    </dgm:pt>
  </dgm:ptLst>
  <dgm:cxnLst>
    <dgm:cxn modelId="{7AA6CC05-B5AD-41A8-A32A-5921BA5648C7}" srcId="{BA4701DD-55A6-4F85-8DB0-E3EC268424AF}" destId="{0DE15EC6-6C05-4918-AF34-B4E6DC647D9E}" srcOrd="1" destOrd="0" parTransId="{8D66CCF5-736A-45E9-8DF8-8B43630A36D0}" sibTransId="{6F0FA3ED-582B-45FB-A5EC-E9128A877C08}"/>
    <dgm:cxn modelId="{8D63810D-7061-4036-B564-7E347DC5880B}" type="presOf" srcId="{CCCD6982-621A-4596-84E8-5D191037B148}" destId="{9E6CB73C-F323-44B8-8576-CC395A716F39}" srcOrd="0" destOrd="0" presId="urn:microsoft.com/office/officeart/2005/8/layout/lProcess3"/>
    <dgm:cxn modelId="{A3AE0D14-8025-4E19-A30F-8AA78A391D23}" type="presOf" srcId="{C10A4330-9523-479F-AF38-9ADA51002E4E}" destId="{37D81CF4-9448-48CA-AD27-E96A4DE09A37}" srcOrd="0" destOrd="0" presId="urn:microsoft.com/office/officeart/2005/8/layout/lProcess3"/>
    <dgm:cxn modelId="{A7EE6816-372A-49C6-9A4D-B74226D7EDFF}" type="presOf" srcId="{AC09726F-3EAE-4983-9740-BDF57C39EAD3}" destId="{4E76BBB5-C725-43EC-8C8B-FD14745A5D3A}" srcOrd="0" destOrd="4" presId="urn:microsoft.com/office/officeart/2005/8/layout/lProcess3"/>
    <dgm:cxn modelId="{9144DC17-F7CB-4F00-9D42-B02FD2609DC1}" srcId="{45ECE41B-2927-4C23-BD72-2A8406953846}" destId="{8C1EDCA4-D2C8-44E1-BB1C-8AA771F13812}" srcOrd="0" destOrd="0" parTransId="{BAA223A2-704D-4B5E-859E-AFDDA1DACA98}" sibTransId="{A56342D3-F5FA-4F30-95D3-6081F8B3BF55}"/>
    <dgm:cxn modelId="{ACC68124-B1EE-45F1-AE57-91789CAF114F}" type="presOf" srcId="{B257F193-DB35-4BDE-AB71-554EDECBDBEC}" destId="{C2DE7DA9-293E-47D9-BD46-58114E9E37A6}" srcOrd="0" destOrd="0" presId="urn:microsoft.com/office/officeart/2005/8/layout/lProcess3"/>
    <dgm:cxn modelId="{70720B26-5717-4782-A460-38BDFF45A365}" type="presOf" srcId="{8C1EDCA4-D2C8-44E1-BB1C-8AA771F13812}" destId="{4E76BBB5-C725-43EC-8C8B-FD14745A5D3A}" srcOrd="0" destOrd="1" presId="urn:microsoft.com/office/officeart/2005/8/layout/lProcess3"/>
    <dgm:cxn modelId="{C813A128-61C8-415F-B67A-5D5231ABFA93}" type="presOf" srcId="{D8287D82-CE7B-4C53-B2DD-C82D2A096506}" destId="{F83D7CE0-2C33-411B-9F98-CFBB263E68A7}" srcOrd="0" destOrd="0" presId="urn:microsoft.com/office/officeart/2005/8/layout/lProcess3"/>
    <dgm:cxn modelId="{CC7A0529-234E-4BBC-89C2-3D2F7B54C6EB}" srcId="{45ECE41B-2927-4C23-BD72-2A8406953846}" destId="{928BED0F-48F6-4BE7-9827-CE519F1A36B0}" srcOrd="2" destOrd="0" parTransId="{712F1A1D-ABA8-4478-BC3E-3D9D9825F4E6}" sibTransId="{DF88165C-8E5D-4BA3-8BEE-BCDF32082D7F}"/>
    <dgm:cxn modelId="{644F8437-71A3-4A83-9EED-3C06E2F1E20E}" srcId="{3D8177D9-7291-4EEC-BF00-5B842EDF8743}" destId="{084CBFB9-F187-4123-A42B-6B7BE2406A05}" srcOrd="1" destOrd="0" parTransId="{7E58408E-ED0F-44AE-AFD8-00C996CFD46A}" sibTransId="{2092CF69-5BDE-4CAD-8D48-12A94E0EDAA5}"/>
    <dgm:cxn modelId="{14E1283A-2F32-4EA1-AD27-C0050DCED45D}" type="presOf" srcId="{28D7C822-07FF-4C58-B82C-07ED49227574}" destId="{D4B5EFB4-2188-48F5-8DD6-0F75FC002AB5}" srcOrd="0" destOrd="0" presId="urn:microsoft.com/office/officeart/2005/8/layout/lProcess3"/>
    <dgm:cxn modelId="{12909C3C-096F-4A09-9000-7D1BB03B4520}" srcId="{D4E9022F-A37F-4111-B25D-C8BA3F83A49F}" destId="{BA4701DD-55A6-4F85-8DB0-E3EC268424AF}" srcOrd="0" destOrd="0" parTransId="{2F35FEFB-06FB-4792-A012-AC2D8729D86B}" sibTransId="{C6D75D89-013A-47B7-8BA4-EDA4635C50EE}"/>
    <dgm:cxn modelId="{C837073F-A189-402C-A411-75B54CB8A528}" type="presOf" srcId="{084CBFB9-F187-4123-A42B-6B7BE2406A05}" destId="{CD4CDDB5-0012-4F7E-904E-9DE8711FAAB6}" srcOrd="0" destOrd="0" presId="urn:microsoft.com/office/officeart/2005/8/layout/lProcess3"/>
    <dgm:cxn modelId="{6F4E5C62-A178-492A-9EC7-A85AF1786F52}" type="presOf" srcId="{1F70C37D-76F3-4ECE-8AE5-D8718C0C6948}" destId="{A578D258-C1E9-46E8-AB8F-10D02CEAA242}" srcOrd="0" destOrd="0" presId="urn:microsoft.com/office/officeart/2005/8/layout/lProcess3"/>
    <dgm:cxn modelId="{04E58169-9D58-4B05-BAE1-CA80296DEBE6}" srcId="{8622C9E0-C896-461A-8712-593D33CA2F5B}" destId="{D0E60F3C-EF5A-4AA0-A35D-208D14EEBE10}" srcOrd="0" destOrd="0" parTransId="{613A4F39-8ADF-4A0F-9AB1-36F44901D8DA}" sibTransId="{1C4B7234-0FC8-4B16-820B-D5EBE4E39C70}"/>
    <dgm:cxn modelId="{E7C4EA6B-78C5-4378-AAB3-5E0E50CE29B6}" srcId="{D4E9022F-A37F-4111-B25D-C8BA3F83A49F}" destId="{3D8177D9-7291-4EEC-BF00-5B842EDF8743}" srcOrd="4" destOrd="0" parTransId="{4F2ECF5F-6A59-483C-BFDD-110C505641B0}" sibTransId="{E1F341B2-65BE-4F73-BE60-DC092770D54C}"/>
    <dgm:cxn modelId="{0EC2A16D-92DE-406B-AB29-5790CB634464}" type="presOf" srcId="{60980BF1-D98C-435F-9FA2-93BB8DB4CB4C}" destId="{C3B0BA63-EA83-440D-8BF7-D083E106EBB5}" srcOrd="0" destOrd="0" presId="urn:microsoft.com/office/officeart/2005/8/layout/lProcess3"/>
    <dgm:cxn modelId="{1671D34E-BFDC-4147-85FC-E4C5695FCFC0}" srcId="{DA987AFB-84B5-444E-A81B-501402FDFF7F}" destId="{C10A4330-9523-479F-AF38-9ADA51002E4E}" srcOrd="2" destOrd="0" parTransId="{8110BEAB-292B-4E6F-80CD-CA05D7DC4C2D}" sibTransId="{1DC0A02A-FD21-4452-BA28-8AF9B312262C}"/>
    <dgm:cxn modelId="{1E042B50-F800-4799-B4B5-182AFDE880DF}" srcId="{45ECE41B-2927-4C23-BD72-2A8406953846}" destId="{AC09726F-3EAE-4983-9740-BDF57C39EAD3}" srcOrd="3" destOrd="0" parTransId="{AD35DB63-3B5A-4595-8644-492ADBC7B964}" sibTransId="{A9177055-65CF-418D-9D6F-C63120D9103C}"/>
    <dgm:cxn modelId="{BA644353-C92C-48AE-9038-C6C8680DE0F2}" type="presOf" srcId="{8622C9E0-C896-461A-8712-593D33CA2F5B}" destId="{0807B9A6-369F-4D4B-9E36-811AE19F88CF}" srcOrd="0" destOrd="0" presId="urn:microsoft.com/office/officeart/2005/8/layout/lProcess3"/>
    <dgm:cxn modelId="{7FC43274-84E4-47B6-94E7-369A42B217B7}" type="presOf" srcId="{DA987AFB-84B5-444E-A81B-501402FDFF7F}" destId="{638BFE8F-B088-4FBA-BC5B-42BBDBE39B0E}" srcOrd="0" destOrd="0" presId="urn:microsoft.com/office/officeart/2005/8/layout/lProcess3"/>
    <dgm:cxn modelId="{C87B6579-EF47-422E-8258-771FDA48E3A9}" srcId="{0EF37996-4311-45A8-846B-BC214DC2E745}" destId="{45ECE41B-2927-4C23-BD72-2A8406953846}" srcOrd="1" destOrd="0" parTransId="{4801BA61-556C-4931-9C9F-B47499ED44E7}" sibTransId="{3240BFDF-4109-448F-B2D7-B6AF04921934}"/>
    <dgm:cxn modelId="{FBCCBB59-40FA-4EC2-A51D-267584178097}" srcId="{D4E9022F-A37F-4111-B25D-C8BA3F83A49F}" destId="{DA987AFB-84B5-444E-A81B-501402FDFF7F}" srcOrd="2" destOrd="0" parTransId="{89935BC9-EA54-431B-8385-5A7C80C13C1A}" sibTransId="{4E3705EA-AFF1-41E0-BFBD-1CEC19941C79}"/>
    <dgm:cxn modelId="{9D44607D-03B6-4ADE-A0D8-318EE7FC86A5}" type="presOf" srcId="{3D8177D9-7291-4EEC-BF00-5B842EDF8743}" destId="{67684C60-2342-4967-9E11-F4F471D7F7B0}" srcOrd="0" destOrd="0" presId="urn:microsoft.com/office/officeart/2005/8/layout/lProcess3"/>
    <dgm:cxn modelId="{BE28E584-E8FB-4823-926B-772118B5DE7D}" srcId="{D4E9022F-A37F-4111-B25D-C8BA3F83A49F}" destId="{B257F193-DB35-4BDE-AB71-554EDECBDBEC}" srcOrd="3" destOrd="0" parTransId="{3AB033ED-3B88-460F-A816-75CAA3A3E5A5}" sibTransId="{2D2E2847-5EAF-4496-A495-4E0106416F21}"/>
    <dgm:cxn modelId="{54AEFD9B-EAEB-4DEB-B6BD-F73BD7467D5F}" srcId="{B257F193-DB35-4BDE-AB71-554EDECBDBEC}" destId="{60980BF1-D98C-435F-9FA2-93BB8DB4CB4C}" srcOrd="3" destOrd="0" parTransId="{55AE8427-427A-4891-8B04-DDED13548EAB}" sibTransId="{561335CE-051A-4A7C-AD0D-DFF169576ADD}"/>
    <dgm:cxn modelId="{0EAC319E-1E51-4665-B19B-60E7A62C5641}" type="presOf" srcId="{2FD9915D-2839-48EE-90DE-DE9972AE71D1}" destId="{ED42A9AC-B061-4FDA-A5A8-305ABF40AFA0}" srcOrd="0" destOrd="0" presId="urn:microsoft.com/office/officeart/2005/8/layout/lProcess3"/>
    <dgm:cxn modelId="{EC7EC79F-A159-4387-A4C1-CA722A6D4F5D}" type="presOf" srcId="{0DE15EC6-6C05-4918-AF34-B4E6DC647D9E}" destId="{AD25133C-25EC-487C-9FE9-C2EE272DEB0A}" srcOrd="0" destOrd="0" presId="urn:microsoft.com/office/officeart/2005/8/layout/lProcess3"/>
    <dgm:cxn modelId="{AF993FA2-98EA-4060-AC47-61E71E56345E}" srcId="{DA987AFB-84B5-444E-A81B-501402FDFF7F}" destId="{1F70C37D-76F3-4ECE-8AE5-D8718C0C6948}" srcOrd="0" destOrd="0" parTransId="{7F05D93B-44AA-4FEF-AEBB-5CE18133DFBE}" sibTransId="{0E513402-C58B-4B9A-B83C-374FE6FE3BE8}"/>
    <dgm:cxn modelId="{D77EE9AA-8E68-4BB5-9E70-ED8DE434D90B}" type="presOf" srcId="{BA4701DD-55A6-4F85-8DB0-E3EC268424AF}" destId="{72EDE394-E025-476A-BB26-2485F6F05F85}" srcOrd="0" destOrd="0" presId="urn:microsoft.com/office/officeart/2005/8/layout/lProcess3"/>
    <dgm:cxn modelId="{1A35D2AB-98AF-4BBB-A42F-AC1698B977FB}" type="presOf" srcId="{D4E9022F-A37F-4111-B25D-C8BA3F83A49F}" destId="{4A11B40D-6A6D-4E27-A065-A08EDA56B1BA}" srcOrd="0" destOrd="0" presId="urn:microsoft.com/office/officeart/2005/8/layout/lProcess3"/>
    <dgm:cxn modelId="{EA6A75BA-5C2D-484E-BDEC-5201EF2008CD}" srcId="{DA987AFB-84B5-444E-A81B-501402FDFF7F}" destId="{F3463177-0C09-43F5-A0CC-88E1A508E77D}" srcOrd="3" destOrd="0" parTransId="{C9DA17BB-B21F-44AC-9425-370885A15D5B}" sibTransId="{A4286F8D-9DF5-4A8D-98CC-F4FE48BB97CF}"/>
    <dgm:cxn modelId="{C8ABBFBB-8CE6-4CE5-BF2C-0475B522C607}" type="presOf" srcId="{F3463177-0C09-43F5-A0CC-88E1A508E77D}" destId="{53728D0A-37DC-474D-B42D-E8D898E3EF2E}" srcOrd="0" destOrd="0" presId="urn:microsoft.com/office/officeart/2005/8/layout/lProcess3"/>
    <dgm:cxn modelId="{4D8C71C3-C907-4F01-BCB7-9502A6F91272}" srcId="{D4E9022F-A37F-4111-B25D-C8BA3F83A49F}" destId="{0EF37996-4311-45A8-846B-BC214DC2E745}" srcOrd="1" destOrd="0" parTransId="{608A4B2A-29F6-49D4-AF62-480AC098F7D5}" sibTransId="{7DB2B139-13ED-4203-9E30-B1634D176256}"/>
    <dgm:cxn modelId="{8CA94ACA-DC25-4B0B-A02B-FE162FC0C5D7}" srcId="{BA4701DD-55A6-4F85-8DB0-E3EC268424AF}" destId="{2FD9915D-2839-48EE-90DE-DE9972AE71D1}" srcOrd="0" destOrd="0" parTransId="{FCAC4E88-8BFE-4088-9437-7B03A41A67A7}" sibTransId="{2203677C-8A20-4A5D-AFFC-15160B41BF00}"/>
    <dgm:cxn modelId="{247A07D1-CE0F-469D-A6FB-844861F43517}" type="presOf" srcId="{4DD0C3A3-A32C-48E5-A0A4-04F019247183}" destId="{85785EEC-35AC-4D0F-BF6D-0B6E07B8BDE1}" srcOrd="0" destOrd="0" presId="urn:microsoft.com/office/officeart/2005/8/layout/lProcess3"/>
    <dgm:cxn modelId="{BFED60D5-2468-48BA-A513-C0C2352ACE8C}" type="presOf" srcId="{9F0FA714-AC14-426C-8C92-73C796BE1C9B}" destId="{BEC074D5-BC66-4B14-ACA0-1D1CFE3002D8}" srcOrd="0" destOrd="0" presId="urn:microsoft.com/office/officeart/2005/8/layout/lProcess3"/>
    <dgm:cxn modelId="{68BD03D6-7175-40FC-A5CA-C4F5844AFA48}" srcId="{B257F193-DB35-4BDE-AB71-554EDECBDBEC}" destId="{9F0FA714-AC14-426C-8C92-73C796BE1C9B}" srcOrd="2" destOrd="0" parTransId="{DEDB6325-6DA0-4B01-9311-F63261D1A262}" sibTransId="{A85D439E-505D-4272-955E-2AD09BAFBA0E}"/>
    <dgm:cxn modelId="{B6DA93D8-2C5E-4AAB-9737-51B3D1236DA5}" srcId="{45ECE41B-2927-4C23-BD72-2A8406953846}" destId="{5B305B68-655C-4464-8152-9871897E1D9E}" srcOrd="1" destOrd="0" parTransId="{FF7E833D-6C87-4525-A3D0-AEBE8AE08E1D}" sibTransId="{5CC22AF0-54A4-4B53-9791-81F5EB4315B4}"/>
    <dgm:cxn modelId="{4846BEDE-4ADB-4198-A458-52DCF142F619}" srcId="{B257F193-DB35-4BDE-AB71-554EDECBDBEC}" destId="{CCCD6982-621A-4596-84E8-5D191037B148}" srcOrd="0" destOrd="0" parTransId="{C7BE7995-3FED-4887-B184-C92BCE2E8595}" sibTransId="{8D4AAEA6-430D-4B57-9DB3-CD08D68F88D0}"/>
    <dgm:cxn modelId="{424AE9E3-7484-4C46-96DF-230F7A76E900}" type="presOf" srcId="{45ECE41B-2927-4C23-BD72-2A8406953846}" destId="{4E76BBB5-C725-43EC-8C8B-FD14745A5D3A}" srcOrd="0" destOrd="0" presId="urn:microsoft.com/office/officeart/2005/8/layout/lProcess3"/>
    <dgm:cxn modelId="{9CF879E4-E3E2-462A-A737-923268EE1C3A}" srcId="{DA987AFB-84B5-444E-A81B-501402FDFF7F}" destId="{8622C9E0-C896-461A-8712-593D33CA2F5B}" srcOrd="1" destOrd="0" parTransId="{88788FA4-821D-49B2-9C5D-C92BE8FA0DB3}" sibTransId="{BE14494D-DD9D-4C18-8956-DC403829DF84}"/>
    <dgm:cxn modelId="{7085A9E5-EA4F-455C-9F92-2B38C085DBDC}" type="presOf" srcId="{D0E60F3C-EF5A-4AA0-A35D-208D14EEBE10}" destId="{0807B9A6-369F-4D4B-9E36-811AE19F88CF}" srcOrd="0" destOrd="1" presId="urn:microsoft.com/office/officeart/2005/8/layout/lProcess3"/>
    <dgm:cxn modelId="{AEF4A9E8-CA4F-461F-9E08-707CFD33891D}" srcId="{3D8177D9-7291-4EEC-BF00-5B842EDF8743}" destId="{4DD0C3A3-A32C-48E5-A0A4-04F019247183}" srcOrd="0" destOrd="0" parTransId="{CB19ABD4-430A-440E-A4E8-89A9C3EE2FE6}" sibTransId="{5F39F5F5-9347-4985-AFA0-358F2154FBBF}"/>
    <dgm:cxn modelId="{9840A7EF-297F-46E1-8324-BFF7E0C02EBC}" srcId="{0EF37996-4311-45A8-846B-BC214DC2E745}" destId="{D8287D82-CE7B-4C53-B2DD-C82D2A096506}" srcOrd="0" destOrd="0" parTransId="{DF95E424-B29C-4B88-9C92-CC99BE34B72E}" sibTransId="{A7A27113-5168-4BA1-8572-FC9E06E993B7}"/>
    <dgm:cxn modelId="{BFEB2CF1-E534-48F3-9F15-22DD90AC8DEF}" type="presOf" srcId="{0EF37996-4311-45A8-846B-BC214DC2E745}" destId="{5EA8184F-A740-44CE-9469-B6DE313B6145}" srcOrd="0" destOrd="0" presId="urn:microsoft.com/office/officeart/2005/8/layout/lProcess3"/>
    <dgm:cxn modelId="{CAA880F2-10B7-4C07-A9D9-7958C02FB3AD}" srcId="{B257F193-DB35-4BDE-AB71-554EDECBDBEC}" destId="{28D7C822-07FF-4C58-B82C-07ED49227574}" srcOrd="1" destOrd="0" parTransId="{9B5207C2-2E10-499B-900E-052634C58CDF}" sibTransId="{1EC7FC45-1C79-4437-8190-EFE33B43FF70}"/>
    <dgm:cxn modelId="{66B81EF6-00C0-4D42-BF30-65CDB9D36BA6}" type="presOf" srcId="{5B305B68-655C-4464-8152-9871897E1D9E}" destId="{4E76BBB5-C725-43EC-8C8B-FD14745A5D3A}" srcOrd="0" destOrd="2" presId="urn:microsoft.com/office/officeart/2005/8/layout/lProcess3"/>
    <dgm:cxn modelId="{E7FC61F8-5C69-418C-B0E2-BB358D5DDEA1}" type="presOf" srcId="{928BED0F-48F6-4BE7-9827-CE519F1A36B0}" destId="{4E76BBB5-C725-43EC-8C8B-FD14745A5D3A}" srcOrd="0" destOrd="3" presId="urn:microsoft.com/office/officeart/2005/8/layout/lProcess3"/>
    <dgm:cxn modelId="{78829810-CADB-4B7C-9267-57133EE890E5}" type="presParOf" srcId="{4A11B40D-6A6D-4E27-A065-A08EDA56B1BA}" destId="{FDF77FA5-14CA-46DB-8CF9-3E260CED4699}" srcOrd="0" destOrd="0" presId="urn:microsoft.com/office/officeart/2005/8/layout/lProcess3"/>
    <dgm:cxn modelId="{0D958848-DEC0-43DC-8F9E-963A1D739FF1}" type="presParOf" srcId="{FDF77FA5-14CA-46DB-8CF9-3E260CED4699}" destId="{72EDE394-E025-476A-BB26-2485F6F05F85}" srcOrd="0" destOrd="0" presId="urn:microsoft.com/office/officeart/2005/8/layout/lProcess3"/>
    <dgm:cxn modelId="{90E9EF98-4380-4400-9DBA-0DD02BF57998}" type="presParOf" srcId="{FDF77FA5-14CA-46DB-8CF9-3E260CED4699}" destId="{65C315E3-CB6F-452D-8C69-0F61C045D24A}" srcOrd="1" destOrd="0" presId="urn:microsoft.com/office/officeart/2005/8/layout/lProcess3"/>
    <dgm:cxn modelId="{615164A4-4072-428D-A7BC-B93F7006A281}" type="presParOf" srcId="{FDF77FA5-14CA-46DB-8CF9-3E260CED4699}" destId="{ED42A9AC-B061-4FDA-A5A8-305ABF40AFA0}" srcOrd="2" destOrd="0" presId="urn:microsoft.com/office/officeart/2005/8/layout/lProcess3"/>
    <dgm:cxn modelId="{FD107EFF-BF37-46DA-B771-E54F9FB2E889}" type="presParOf" srcId="{FDF77FA5-14CA-46DB-8CF9-3E260CED4699}" destId="{3FD8113E-291B-4F35-8610-663AC7E87A91}" srcOrd="3" destOrd="0" presId="urn:microsoft.com/office/officeart/2005/8/layout/lProcess3"/>
    <dgm:cxn modelId="{AF8CD2A1-81EB-4EBC-A89E-0346AC21E0BF}" type="presParOf" srcId="{FDF77FA5-14CA-46DB-8CF9-3E260CED4699}" destId="{AD25133C-25EC-487C-9FE9-C2EE272DEB0A}" srcOrd="4" destOrd="0" presId="urn:microsoft.com/office/officeart/2005/8/layout/lProcess3"/>
    <dgm:cxn modelId="{17B076EA-4600-4690-A2B3-941DA04A7B28}" type="presParOf" srcId="{4A11B40D-6A6D-4E27-A065-A08EDA56B1BA}" destId="{6EEB3AD3-1D7D-45E3-B7C8-FD39D1A7838F}" srcOrd="1" destOrd="0" presId="urn:microsoft.com/office/officeart/2005/8/layout/lProcess3"/>
    <dgm:cxn modelId="{8CB49E2C-05E5-4CE5-8EBA-8A91D179E584}" type="presParOf" srcId="{4A11B40D-6A6D-4E27-A065-A08EDA56B1BA}" destId="{84470723-16B3-4376-8BE6-6507D9576E9B}" srcOrd="2" destOrd="0" presId="urn:microsoft.com/office/officeart/2005/8/layout/lProcess3"/>
    <dgm:cxn modelId="{1979E576-53CB-4D2F-9340-881664ADC1F8}" type="presParOf" srcId="{84470723-16B3-4376-8BE6-6507D9576E9B}" destId="{5EA8184F-A740-44CE-9469-B6DE313B6145}" srcOrd="0" destOrd="0" presId="urn:microsoft.com/office/officeart/2005/8/layout/lProcess3"/>
    <dgm:cxn modelId="{2329CD1B-A8A1-4802-B700-B62440434551}" type="presParOf" srcId="{84470723-16B3-4376-8BE6-6507D9576E9B}" destId="{744BEFA0-8D06-41B9-8B18-D5CEBED3890A}" srcOrd="1" destOrd="0" presId="urn:microsoft.com/office/officeart/2005/8/layout/lProcess3"/>
    <dgm:cxn modelId="{01B87A0E-BA24-4860-AE1F-4AC1EFD6791E}" type="presParOf" srcId="{84470723-16B3-4376-8BE6-6507D9576E9B}" destId="{F83D7CE0-2C33-411B-9F98-CFBB263E68A7}" srcOrd="2" destOrd="0" presId="urn:microsoft.com/office/officeart/2005/8/layout/lProcess3"/>
    <dgm:cxn modelId="{626D831F-C5D0-4E49-BA1D-7E6AE4598AFC}" type="presParOf" srcId="{84470723-16B3-4376-8BE6-6507D9576E9B}" destId="{91553387-C32B-4B77-8E18-8D491F10383B}" srcOrd="3" destOrd="0" presId="urn:microsoft.com/office/officeart/2005/8/layout/lProcess3"/>
    <dgm:cxn modelId="{65FAD04A-D662-4969-9A77-7B9E8FA6C39E}" type="presParOf" srcId="{84470723-16B3-4376-8BE6-6507D9576E9B}" destId="{4E76BBB5-C725-43EC-8C8B-FD14745A5D3A}" srcOrd="4" destOrd="0" presId="urn:microsoft.com/office/officeart/2005/8/layout/lProcess3"/>
    <dgm:cxn modelId="{E2B6E086-F8B8-4136-8FF3-ACE5B93BA577}" type="presParOf" srcId="{4A11B40D-6A6D-4E27-A065-A08EDA56B1BA}" destId="{73192A7D-42D3-4351-B0FD-6E907DA361B3}" srcOrd="3" destOrd="0" presId="urn:microsoft.com/office/officeart/2005/8/layout/lProcess3"/>
    <dgm:cxn modelId="{36100B4D-B125-4951-9FE4-DCEA3CA438D7}" type="presParOf" srcId="{4A11B40D-6A6D-4E27-A065-A08EDA56B1BA}" destId="{3F11D996-2849-4F97-A70E-6EF009256A0C}" srcOrd="4" destOrd="0" presId="urn:microsoft.com/office/officeart/2005/8/layout/lProcess3"/>
    <dgm:cxn modelId="{24826B91-6F68-49B8-8D38-FEB5EAAFFE87}" type="presParOf" srcId="{3F11D996-2849-4F97-A70E-6EF009256A0C}" destId="{638BFE8F-B088-4FBA-BC5B-42BBDBE39B0E}" srcOrd="0" destOrd="0" presId="urn:microsoft.com/office/officeart/2005/8/layout/lProcess3"/>
    <dgm:cxn modelId="{3021469D-0E44-403F-88D3-5619BEA25564}" type="presParOf" srcId="{3F11D996-2849-4F97-A70E-6EF009256A0C}" destId="{A62CB79B-4C67-4254-A51C-E9C4A5DD0AFA}" srcOrd="1" destOrd="0" presId="urn:microsoft.com/office/officeart/2005/8/layout/lProcess3"/>
    <dgm:cxn modelId="{E2DC8222-86C3-41C6-BFE4-C83010A07BD2}" type="presParOf" srcId="{3F11D996-2849-4F97-A70E-6EF009256A0C}" destId="{A578D258-C1E9-46E8-AB8F-10D02CEAA242}" srcOrd="2" destOrd="0" presId="urn:microsoft.com/office/officeart/2005/8/layout/lProcess3"/>
    <dgm:cxn modelId="{3CF0CCFD-7E95-433F-87D7-1D2B636A5476}" type="presParOf" srcId="{3F11D996-2849-4F97-A70E-6EF009256A0C}" destId="{51F0A2B5-6A24-4709-B295-F55C3C37873B}" srcOrd="3" destOrd="0" presId="urn:microsoft.com/office/officeart/2005/8/layout/lProcess3"/>
    <dgm:cxn modelId="{0E0669D3-4990-4E3F-9667-C8E0A129AE60}" type="presParOf" srcId="{3F11D996-2849-4F97-A70E-6EF009256A0C}" destId="{0807B9A6-369F-4D4B-9E36-811AE19F88CF}" srcOrd="4" destOrd="0" presId="urn:microsoft.com/office/officeart/2005/8/layout/lProcess3"/>
    <dgm:cxn modelId="{D3698076-F91F-4B71-9A5B-B5BEFB5D0213}" type="presParOf" srcId="{3F11D996-2849-4F97-A70E-6EF009256A0C}" destId="{38BA857A-2F90-44FB-AE06-C1E2C98A933E}" srcOrd="5" destOrd="0" presId="urn:microsoft.com/office/officeart/2005/8/layout/lProcess3"/>
    <dgm:cxn modelId="{26737FB0-5D35-4457-8037-924CEF0D56A9}" type="presParOf" srcId="{3F11D996-2849-4F97-A70E-6EF009256A0C}" destId="{37D81CF4-9448-48CA-AD27-E96A4DE09A37}" srcOrd="6" destOrd="0" presId="urn:microsoft.com/office/officeart/2005/8/layout/lProcess3"/>
    <dgm:cxn modelId="{844E8457-5525-4DBA-B850-A1CFE02F5DAE}" type="presParOf" srcId="{3F11D996-2849-4F97-A70E-6EF009256A0C}" destId="{E8B91A5E-69BC-4F92-AD42-DABCA5A308B7}" srcOrd="7" destOrd="0" presId="urn:microsoft.com/office/officeart/2005/8/layout/lProcess3"/>
    <dgm:cxn modelId="{8E287D9E-70F5-40A3-94D1-49783657C3C4}" type="presParOf" srcId="{3F11D996-2849-4F97-A70E-6EF009256A0C}" destId="{53728D0A-37DC-474D-B42D-E8D898E3EF2E}" srcOrd="8" destOrd="0" presId="urn:microsoft.com/office/officeart/2005/8/layout/lProcess3"/>
    <dgm:cxn modelId="{8368D12B-91DA-4C8E-A7C2-A49FF0276ED7}" type="presParOf" srcId="{4A11B40D-6A6D-4E27-A065-A08EDA56B1BA}" destId="{5D333400-22BC-4C7B-A0B6-8013CF6A8D50}" srcOrd="5" destOrd="0" presId="urn:microsoft.com/office/officeart/2005/8/layout/lProcess3"/>
    <dgm:cxn modelId="{6F547A8B-4E4A-4A20-8662-AEDF86BE9113}" type="presParOf" srcId="{4A11B40D-6A6D-4E27-A065-A08EDA56B1BA}" destId="{522EF097-68E3-48B0-B7CF-A6A1684D7CF2}" srcOrd="6" destOrd="0" presId="urn:microsoft.com/office/officeart/2005/8/layout/lProcess3"/>
    <dgm:cxn modelId="{890458A3-04F1-4135-BE7C-229E49354DDF}" type="presParOf" srcId="{522EF097-68E3-48B0-B7CF-A6A1684D7CF2}" destId="{C2DE7DA9-293E-47D9-BD46-58114E9E37A6}" srcOrd="0" destOrd="0" presId="urn:microsoft.com/office/officeart/2005/8/layout/lProcess3"/>
    <dgm:cxn modelId="{37241674-8225-46B7-91B1-1168DA76E4D1}" type="presParOf" srcId="{522EF097-68E3-48B0-B7CF-A6A1684D7CF2}" destId="{AC9EBBB1-9B2F-41AB-9F4A-D731B1CBC36E}" srcOrd="1" destOrd="0" presId="urn:microsoft.com/office/officeart/2005/8/layout/lProcess3"/>
    <dgm:cxn modelId="{F47B5649-BA61-4F3F-B979-C27639100751}" type="presParOf" srcId="{522EF097-68E3-48B0-B7CF-A6A1684D7CF2}" destId="{9E6CB73C-F323-44B8-8576-CC395A716F39}" srcOrd="2" destOrd="0" presId="urn:microsoft.com/office/officeart/2005/8/layout/lProcess3"/>
    <dgm:cxn modelId="{040F7864-29A6-4A27-98C3-DAE9D0FD03AE}" type="presParOf" srcId="{522EF097-68E3-48B0-B7CF-A6A1684D7CF2}" destId="{3205E03A-D139-47EF-8C32-B6BCB0F728FD}" srcOrd="3" destOrd="0" presId="urn:microsoft.com/office/officeart/2005/8/layout/lProcess3"/>
    <dgm:cxn modelId="{827638E1-32AB-451E-B3DF-F035E0E82F1A}" type="presParOf" srcId="{522EF097-68E3-48B0-B7CF-A6A1684D7CF2}" destId="{D4B5EFB4-2188-48F5-8DD6-0F75FC002AB5}" srcOrd="4" destOrd="0" presId="urn:microsoft.com/office/officeart/2005/8/layout/lProcess3"/>
    <dgm:cxn modelId="{4552F7B2-DF2E-4BE5-9819-71C7C2C6E95C}" type="presParOf" srcId="{522EF097-68E3-48B0-B7CF-A6A1684D7CF2}" destId="{DDFDDFD4-0A64-4FD6-B754-82540AC4BA15}" srcOrd="5" destOrd="0" presId="urn:microsoft.com/office/officeart/2005/8/layout/lProcess3"/>
    <dgm:cxn modelId="{4BC39235-6FEE-4762-9BBA-4CC8FDD9D4D0}" type="presParOf" srcId="{522EF097-68E3-48B0-B7CF-A6A1684D7CF2}" destId="{BEC074D5-BC66-4B14-ACA0-1D1CFE3002D8}" srcOrd="6" destOrd="0" presId="urn:microsoft.com/office/officeart/2005/8/layout/lProcess3"/>
    <dgm:cxn modelId="{2E89B5E8-F236-4270-A8D8-078E2AFB9F82}" type="presParOf" srcId="{522EF097-68E3-48B0-B7CF-A6A1684D7CF2}" destId="{28F4AE83-DE82-4312-84AC-B2BF1E288E23}" srcOrd="7" destOrd="0" presId="urn:microsoft.com/office/officeart/2005/8/layout/lProcess3"/>
    <dgm:cxn modelId="{DF96BF75-85E1-4C9F-9AFC-E047FE1CF25C}" type="presParOf" srcId="{522EF097-68E3-48B0-B7CF-A6A1684D7CF2}" destId="{C3B0BA63-EA83-440D-8BF7-D083E106EBB5}" srcOrd="8" destOrd="0" presId="urn:microsoft.com/office/officeart/2005/8/layout/lProcess3"/>
    <dgm:cxn modelId="{75F67178-0FA7-4453-B00F-CA653352E8FD}" type="presParOf" srcId="{4A11B40D-6A6D-4E27-A065-A08EDA56B1BA}" destId="{5DD86F8F-3032-422F-9B98-6CC46CDCC194}" srcOrd="7" destOrd="0" presId="urn:microsoft.com/office/officeart/2005/8/layout/lProcess3"/>
    <dgm:cxn modelId="{81E4C378-ACDF-4293-B6CB-42E507E00F2B}" type="presParOf" srcId="{4A11B40D-6A6D-4E27-A065-A08EDA56B1BA}" destId="{B941979E-A9FD-4F6F-B622-F4990D680CDF}" srcOrd="8" destOrd="0" presId="urn:microsoft.com/office/officeart/2005/8/layout/lProcess3"/>
    <dgm:cxn modelId="{1542AD29-DD5A-49F2-AA1E-4E394F4B08A6}" type="presParOf" srcId="{B941979E-A9FD-4F6F-B622-F4990D680CDF}" destId="{67684C60-2342-4967-9E11-F4F471D7F7B0}" srcOrd="0" destOrd="0" presId="urn:microsoft.com/office/officeart/2005/8/layout/lProcess3"/>
    <dgm:cxn modelId="{69EE56E4-01E2-43A8-A561-28F807DC012C}" type="presParOf" srcId="{B941979E-A9FD-4F6F-B622-F4990D680CDF}" destId="{8FE7891C-34D1-4B14-BF25-BF7768D16376}" srcOrd="1" destOrd="0" presId="urn:microsoft.com/office/officeart/2005/8/layout/lProcess3"/>
    <dgm:cxn modelId="{91EC80A7-9D21-4E89-BE34-AE2B70031208}" type="presParOf" srcId="{B941979E-A9FD-4F6F-B622-F4990D680CDF}" destId="{85785EEC-35AC-4D0F-BF6D-0B6E07B8BDE1}" srcOrd="2" destOrd="0" presId="urn:microsoft.com/office/officeart/2005/8/layout/lProcess3"/>
    <dgm:cxn modelId="{F7538C25-4B8E-4313-A378-05B238ED23D4}" type="presParOf" srcId="{B941979E-A9FD-4F6F-B622-F4990D680CDF}" destId="{8B89E060-EA8C-4E15-8371-145EEA60E6DC}" srcOrd="3" destOrd="0" presId="urn:microsoft.com/office/officeart/2005/8/layout/lProcess3"/>
    <dgm:cxn modelId="{3B316C7D-4290-4714-A437-7D6B24AC0ECE}" type="presParOf" srcId="{B941979E-A9FD-4F6F-B622-F4990D680CDF}" destId="{CD4CDDB5-0012-4F7E-904E-9DE8711FAAB6}" srcOrd="4" destOrd="0" presId="urn:microsoft.com/office/officeart/2005/8/layout/l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4E9022F-A37F-4111-B25D-C8BA3F83A49F}" type="doc">
      <dgm:prSet loTypeId="urn:microsoft.com/office/officeart/2005/8/layout/lProcess3" loCatId="process" qsTypeId="urn:microsoft.com/office/officeart/2005/8/quickstyle/simple1" qsCatId="simple" csTypeId="urn:microsoft.com/office/officeart/2005/8/colors/accent1_2" csCatId="accent1" phldr="1"/>
      <dgm:spPr/>
      <dgm:t>
        <a:bodyPr/>
        <a:lstStyle/>
        <a:p>
          <a:endParaRPr lang="en-MY"/>
        </a:p>
      </dgm:t>
    </dgm:pt>
    <dgm:pt modelId="{ACCFE2F9-612C-4750-B7C0-C6FA0D9EE10E}">
      <dgm:prSet custT="1"/>
      <dgm:spPr/>
      <dgm:t>
        <a:bodyPr/>
        <a:lstStyle/>
        <a:p>
          <a:pPr>
            <a:buNone/>
          </a:pPr>
          <a:r>
            <a:rPr lang="en-US" sz="1400" b="1" dirty="0">
              <a:latin typeface="Bahnschrift" panose="020B0502040204020203" pitchFamily="34" charset="0"/>
            </a:rPr>
            <a:t>Step 6: Add Start and End Points</a:t>
          </a:r>
        </a:p>
      </dgm:t>
    </dgm:pt>
    <dgm:pt modelId="{459280FA-F62F-49B2-9C77-79E21817ABFE}" type="parTrans" cxnId="{C270B367-060F-46FE-966E-30422A3F4BD4}">
      <dgm:prSet/>
      <dgm:spPr/>
      <dgm:t>
        <a:bodyPr/>
        <a:lstStyle/>
        <a:p>
          <a:endParaRPr lang="en-MY" sz="1400">
            <a:latin typeface="Bahnschrift" panose="020B0502040204020203" pitchFamily="34" charset="0"/>
          </a:endParaRPr>
        </a:p>
      </dgm:t>
    </dgm:pt>
    <dgm:pt modelId="{AD486645-2E8B-47A1-8388-7E59A1C127C1}" type="sibTrans" cxnId="{C270B367-060F-46FE-966E-30422A3F4BD4}">
      <dgm:prSet/>
      <dgm:spPr/>
      <dgm:t>
        <a:bodyPr/>
        <a:lstStyle/>
        <a:p>
          <a:endParaRPr lang="en-MY" sz="1400">
            <a:latin typeface="Bahnschrift" panose="020B0502040204020203" pitchFamily="34" charset="0"/>
          </a:endParaRPr>
        </a:p>
      </dgm:t>
    </dgm:pt>
    <dgm:pt modelId="{B3F1C9CA-749D-4281-8568-E9F2EFBF5847}">
      <dgm:prSet custT="1"/>
      <dgm:spPr/>
      <dgm:t>
        <a:bodyPr/>
        <a:lstStyle/>
        <a:p>
          <a:pPr>
            <a:buFont typeface="Arial" panose="020B0604020202020204" pitchFamily="34" charset="0"/>
            <a:buChar char="•"/>
          </a:pPr>
          <a:r>
            <a:rPr lang="en-US" sz="1400" dirty="0">
              <a:latin typeface="Bahnschrift" panose="020B0502040204020203" pitchFamily="34" charset="0"/>
            </a:rPr>
            <a:t>Use </a:t>
          </a:r>
          <a:r>
            <a:rPr lang="en-US" sz="1400" b="1" dirty="0">
              <a:latin typeface="Bahnschrift" panose="020B0502040204020203" pitchFamily="34" charset="0"/>
            </a:rPr>
            <a:t>oval shapes</a:t>
          </a:r>
          <a:r>
            <a:rPr lang="en-US" sz="1400" dirty="0">
              <a:latin typeface="Bahnschrift" panose="020B0502040204020203" pitchFamily="34" charset="0"/>
            </a:rPr>
            <a:t> to indicate where the process </a:t>
          </a:r>
          <a:r>
            <a:rPr lang="en-US" sz="1400" b="1" dirty="0">
              <a:latin typeface="Bahnschrift" panose="020B0502040204020203" pitchFamily="34" charset="0"/>
            </a:rPr>
            <a:t>starts</a:t>
          </a:r>
          <a:r>
            <a:rPr lang="en-US" sz="1400" dirty="0">
              <a:latin typeface="Bahnschrift" panose="020B0502040204020203" pitchFamily="34" charset="0"/>
            </a:rPr>
            <a:t> and </a:t>
          </a:r>
          <a:r>
            <a:rPr lang="en-US" sz="1400" b="1" dirty="0">
              <a:latin typeface="Bahnschrift" panose="020B0502040204020203" pitchFamily="34" charset="0"/>
            </a:rPr>
            <a:t>ends</a:t>
          </a:r>
          <a:r>
            <a:rPr lang="en-US" sz="1400" dirty="0">
              <a:latin typeface="Bahnschrift" panose="020B0502040204020203" pitchFamily="34" charset="0"/>
            </a:rPr>
            <a:t>.</a:t>
          </a:r>
        </a:p>
      </dgm:t>
    </dgm:pt>
    <dgm:pt modelId="{497FE40C-5B25-4D02-8100-5CE89A495ED1}" type="parTrans" cxnId="{87206CCB-75E4-4FFA-B61D-1BD853D2F315}">
      <dgm:prSet/>
      <dgm:spPr/>
      <dgm:t>
        <a:bodyPr/>
        <a:lstStyle/>
        <a:p>
          <a:endParaRPr lang="en-MY" sz="1400">
            <a:latin typeface="Bahnschrift" panose="020B0502040204020203" pitchFamily="34" charset="0"/>
          </a:endParaRPr>
        </a:p>
      </dgm:t>
    </dgm:pt>
    <dgm:pt modelId="{9188DEA8-31F3-418F-A0EC-FBC91C63222F}" type="sibTrans" cxnId="{87206CCB-75E4-4FFA-B61D-1BD853D2F315}">
      <dgm:prSet/>
      <dgm:spPr/>
      <dgm:t>
        <a:bodyPr/>
        <a:lstStyle/>
        <a:p>
          <a:endParaRPr lang="en-MY" sz="1400">
            <a:latin typeface="Bahnschrift" panose="020B0502040204020203" pitchFamily="34" charset="0"/>
          </a:endParaRPr>
        </a:p>
      </dgm:t>
    </dgm:pt>
    <dgm:pt modelId="{D6187259-E801-4AA5-841E-A7104E9526DB}">
      <dgm:prSet custT="1"/>
      <dgm:spPr/>
      <dgm:t>
        <a:bodyPr/>
        <a:lstStyle/>
        <a:p>
          <a:pPr>
            <a:buNone/>
          </a:pPr>
          <a:r>
            <a:rPr lang="en-US" sz="1400" b="1">
              <a:latin typeface="Bahnschrift" panose="020B0502040204020203" pitchFamily="34" charset="0"/>
            </a:rPr>
            <a:t>Step 7: Fill in Tasks (Processes)</a:t>
          </a:r>
        </a:p>
      </dgm:t>
    </dgm:pt>
    <dgm:pt modelId="{1AE26C19-9F4E-46F5-BD0B-C81B0C3B44CB}" type="parTrans" cxnId="{6AF421EE-18DA-4F07-A237-4A8C9B63889E}">
      <dgm:prSet/>
      <dgm:spPr/>
      <dgm:t>
        <a:bodyPr/>
        <a:lstStyle/>
        <a:p>
          <a:endParaRPr lang="en-MY" sz="1400">
            <a:latin typeface="Bahnschrift" panose="020B0502040204020203" pitchFamily="34" charset="0"/>
          </a:endParaRPr>
        </a:p>
      </dgm:t>
    </dgm:pt>
    <dgm:pt modelId="{03CA2349-1271-4FCD-9D12-FC09A9A55070}" type="sibTrans" cxnId="{6AF421EE-18DA-4F07-A237-4A8C9B63889E}">
      <dgm:prSet/>
      <dgm:spPr/>
      <dgm:t>
        <a:bodyPr/>
        <a:lstStyle/>
        <a:p>
          <a:endParaRPr lang="en-MY" sz="1400">
            <a:latin typeface="Bahnschrift" panose="020B0502040204020203" pitchFamily="34" charset="0"/>
          </a:endParaRPr>
        </a:p>
      </dgm:t>
    </dgm:pt>
    <dgm:pt modelId="{C6737E47-A174-46A0-ADA1-F2A102EACEAF}">
      <dgm:prSet custT="1"/>
      <dgm:spPr/>
      <dgm:t>
        <a:bodyPr/>
        <a:lstStyle/>
        <a:p>
          <a:pPr>
            <a:buFont typeface="Arial" panose="020B0604020202020204" pitchFamily="34" charset="0"/>
            <a:buChar char="•"/>
          </a:pPr>
          <a:r>
            <a:rPr lang="en-US" sz="1400" dirty="0">
              <a:latin typeface="Bahnschrift" panose="020B0502040204020203" pitchFamily="34" charset="0"/>
            </a:rPr>
            <a:t>Use </a:t>
          </a:r>
          <a:r>
            <a:rPr lang="en-US" sz="1400" b="1" dirty="0">
              <a:latin typeface="Bahnschrift" panose="020B0502040204020203" pitchFamily="34" charset="0"/>
            </a:rPr>
            <a:t>rectangles</a:t>
          </a:r>
          <a:r>
            <a:rPr lang="en-US" sz="1400" dirty="0">
              <a:latin typeface="Bahnschrift" panose="020B0502040204020203" pitchFamily="34" charset="0"/>
            </a:rPr>
            <a:t> for tasks or operations.</a:t>
          </a:r>
        </a:p>
      </dgm:t>
    </dgm:pt>
    <dgm:pt modelId="{01742E86-C56E-4D41-A3CF-6F4935BACDE3}" type="parTrans" cxnId="{5A649E6D-26FA-47C2-BFB2-0482E3DD74DB}">
      <dgm:prSet/>
      <dgm:spPr/>
      <dgm:t>
        <a:bodyPr/>
        <a:lstStyle/>
        <a:p>
          <a:endParaRPr lang="en-MY" sz="1400">
            <a:latin typeface="Bahnschrift" panose="020B0502040204020203" pitchFamily="34" charset="0"/>
          </a:endParaRPr>
        </a:p>
      </dgm:t>
    </dgm:pt>
    <dgm:pt modelId="{92E5D8D3-8151-4002-BD58-550C754B7235}" type="sibTrans" cxnId="{5A649E6D-26FA-47C2-BFB2-0482E3DD74DB}">
      <dgm:prSet/>
      <dgm:spPr/>
      <dgm:t>
        <a:bodyPr/>
        <a:lstStyle/>
        <a:p>
          <a:endParaRPr lang="en-MY" sz="1400">
            <a:latin typeface="Bahnschrift" panose="020B0502040204020203" pitchFamily="34" charset="0"/>
          </a:endParaRPr>
        </a:p>
      </dgm:t>
    </dgm:pt>
    <dgm:pt modelId="{2406924E-9867-4A13-8E5A-D867630A133E}">
      <dgm:prSet custT="1"/>
      <dgm:spPr/>
      <dgm:t>
        <a:bodyPr/>
        <a:lstStyle/>
        <a:p>
          <a:pPr>
            <a:buFont typeface="Arial" panose="020B0604020202020204" pitchFamily="34" charset="0"/>
            <a:buChar char="•"/>
          </a:pPr>
          <a:r>
            <a:rPr lang="en-US" sz="1400" dirty="0">
              <a:latin typeface="Bahnschrift" panose="020B0502040204020203" pitchFamily="34" charset="0"/>
            </a:rPr>
            <a:t>Place each task in the appropriate swimlane according to who performs it.</a:t>
          </a:r>
        </a:p>
      </dgm:t>
    </dgm:pt>
    <dgm:pt modelId="{8C6117E7-890E-46DC-B8DF-319167DD0269}" type="parTrans" cxnId="{EAFF8B12-719A-455E-B61D-7C0F3DF1B4D6}">
      <dgm:prSet/>
      <dgm:spPr/>
      <dgm:t>
        <a:bodyPr/>
        <a:lstStyle/>
        <a:p>
          <a:endParaRPr lang="en-MY" sz="1400">
            <a:latin typeface="Bahnschrift" panose="020B0502040204020203" pitchFamily="34" charset="0"/>
          </a:endParaRPr>
        </a:p>
      </dgm:t>
    </dgm:pt>
    <dgm:pt modelId="{150F2FF1-8496-4817-9866-51EDDAA5DA45}" type="sibTrans" cxnId="{EAFF8B12-719A-455E-B61D-7C0F3DF1B4D6}">
      <dgm:prSet/>
      <dgm:spPr/>
      <dgm:t>
        <a:bodyPr/>
        <a:lstStyle/>
        <a:p>
          <a:endParaRPr lang="en-MY" sz="1400">
            <a:latin typeface="Bahnschrift" panose="020B0502040204020203" pitchFamily="34" charset="0"/>
          </a:endParaRPr>
        </a:p>
      </dgm:t>
    </dgm:pt>
    <dgm:pt modelId="{509CCAF7-76F9-4478-B544-0951DF24E75A}">
      <dgm:prSet custT="1"/>
      <dgm:spPr/>
      <dgm:t>
        <a:bodyPr/>
        <a:lstStyle/>
        <a:p>
          <a:pPr>
            <a:buNone/>
          </a:pPr>
          <a:r>
            <a:rPr lang="en-US" sz="1400" b="1">
              <a:latin typeface="Bahnschrift" panose="020B0502040204020203" pitchFamily="34" charset="0"/>
            </a:rPr>
            <a:t>Step 8: Add Decision Points</a:t>
          </a:r>
        </a:p>
      </dgm:t>
    </dgm:pt>
    <dgm:pt modelId="{8BCAB354-5173-44D3-8B21-26D99A2218E5}" type="parTrans" cxnId="{867411F5-1144-49EF-BE65-2BC22711CE7C}">
      <dgm:prSet/>
      <dgm:spPr/>
      <dgm:t>
        <a:bodyPr/>
        <a:lstStyle/>
        <a:p>
          <a:endParaRPr lang="en-MY" sz="1400">
            <a:latin typeface="Bahnschrift" panose="020B0502040204020203" pitchFamily="34" charset="0"/>
          </a:endParaRPr>
        </a:p>
      </dgm:t>
    </dgm:pt>
    <dgm:pt modelId="{1ABBC823-D87C-4A2B-AE19-98796CE263FB}" type="sibTrans" cxnId="{867411F5-1144-49EF-BE65-2BC22711CE7C}">
      <dgm:prSet/>
      <dgm:spPr/>
      <dgm:t>
        <a:bodyPr/>
        <a:lstStyle/>
        <a:p>
          <a:endParaRPr lang="en-MY" sz="1400">
            <a:latin typeface="Bahnschrift" panose="020B0502040204020203" pitchFamily="34" charset="0"/>
          </a:endParaRPr>
        </a:p>
      </dgm:t>
    </dgm:pt>
    <dgm:pt modelId="{0F5C3BF1-AD36-4CA2-8F90-D57DA7986724}">
      <dgm:prSet custT="1"/>
      <dgm:spPr/>
      <dgm:t>
        <a:bodyPr/>
        <a:lstStyle/>
        <a:p>
          <a:pPr>
            <a:buFont typeface="Arial" panose="020B0604020202020204" pitchFamily="34" charset="0"/>
            <a:buChar char="•"/>
          </a:pPr>
          <a:r>
            <a:rPr lang="en-US" sz="1400" dirty="0">
              <a:latin typeface="Bahnschrift" panose="020B0502040204020203" pitchFamily="34" charset="0"/>
            </a:rPr>
            <a:t>Use </a:t>
          </a:r>
          <a:r>
            <a:rPr lang="en-US" sz="1400" b="1" dirty="0">
              <a:latin typeface="Bahnschrift" panose="020B0502040204020203" pitchFamily="34" charset="0"/>
            </a:rPr>
            <a:t>diamond shapes</a:t>
          </a:r>
          <a:r>
            <a:rPr lang="en-US" sz="1400" dirty="0">
              <a:latin typeface="Bahnschrift" panose="020B0502040204020203" pitchFamily="34" charset="0"/>
            </a:rPr>
            <a:t> to show decisions (Yes/No paths).</a:t>
          </a:r>
          <a:br>
            <a:rPr lang="en-US" sz="1400" dirty="0">
              <a:latin typeface="Bahnschrift" panose="020B0502040204020203" pitchFamily="34" charset="0"/>
            </a:rPr>
          </a:br>
          <a:r>
            <a:rPr lang="en-US" sz="1400" dirty="0">
              <a:latin typeface="Bahnschrift" panose="020B0502040204020203" pitchFamily="34" charset="0"/>
            </a:rPr>
            <a:t>✳️ Example: “Is candidate background check successful?”</a:t>
          </a:r>
        </a:p>
      </dgm:t>
    </dgm:pt>
    <dgm:pt modelId="{11052FE1-BCEA-488E-ACAA-737EBDE367FF}" type="parTrans" cxnId="{F7B1B95F-E4D7-4300-ABE1-AC84FBC038D6}">
      <dgm:prSet/>
      <dgm:spPr/>
      <dgm:t>
        <a:bodyPr/>
        <a:lstStyle/>
        <a:p>
          <a:endParaRPr lang="en-MY" sz="1400">
            <a:latin typeface="Bahnschrift" panose="020B0502040204020203" pitchFamily="34" charset="0"/>
          </a:endParaRPr>
        </a:p>
      </dgm:t>
    </dgm:pt>
    <dgm:pt modelId="{F3C65861-053E-43A0-9799-28FAD902E46F}" type="sibTrans" cxnId="{F7B1B95F-E4D7-4300-ABE1-AC84FBC038D6}">
      <dgm:prSet/>
      <dgm:spPr/>
      <dgm:t>
        <a:bodyPr/>
        <a:lstStyle/>
        <a:p>
          <a:endParaRPr lang="en-MY" sz="1400">
            <a:latin typeface="Bahnschrift" panose="020B0502040204020203" pitchFamily="34" charset="0"/>
          </a:endParaRPr>
        </a:p>
      </dgm:t>
    </dgm:pt>
    <dgm:pt modelId="{E6745A4B-C2C6-4ED7-B7BF-1A4A72DECB2F}">
      <dgm:prSet custT="1"/>
      <dgm:spPr/>
      <dgm:t>
        <a:bodyPr/>
        <a:lstStyle/>
        <a:p>
          <a:pPr>
            <a:buNone/>
          </a:pPr>
          <a:r>
            <a:rPr lang="en-US" sz="1400" b="1">
              <a:latin typeface="Bahnschrift" panose="020B0502040204020203" pitchFamily="34" charset="0"/>
            </a:rPr>
            <a:t>Step 9: Connect the Activities</a:t>
          </a:r>
        </a:p>
      </dgm:t>
    </dgm:pt>
    <dgm:pt modelId="{F6CBEBB3-F0ED-47CF-A39A-8A5951C2A7FF}" type="parTrans" cxnId="{E7D6246C-B111-44DB-8316-6591361F5D39}">
      <dgm:prSet/>
      <dgm:spPr/>
      <dgm:t>
        <a:bodyPr/>
        <a:lstStyle/>
        <a:p>
          <a:endParaRPr lang="en-MY" sz="1400">
            <a:latin typeface="Bahnschrift" panose="020B0502040204020203" pitchFamily="34" charset="0"/>
          </a:endParaRPr>
        </a:p>
      </dgm:t>
    </dgm:pt>
    <dgm:pt modelId="{5C13C6A6-2A94-440E-B3A3-CC110D477BCA}" type="sibTrans" cxnId="{E7D6246C-B111-44DB-8316-6591361F5D39}">
      <dgm:prSet/>
      <dgm:spPr/>
      <dgm:t>
        <a:bodyPr/>
        <a:lstStyle/>
        <a:p>
          <a:endParaRPr lang="en-MY" sz="1400">
            <a:latin typeface="Bahnschrift" panose="020B0502040204020203" pitchFamily="34" charset="0"/>
          </a:endParaRPr>
        </a:p>
      </dgm:t>
    </dgm:pt>
    <dgm:pt modelId="{4C918C34-BEC0-47DC-86F5-C61AED449CFB}">
      <dgm:prSet custT="1"/>
      <dgm:spPr/>
      <dgm:t>
        <a:bodyPr/>
        <a:lstStyle/>
        <a:p>
          <a:pPr>
            <a:buFont typeface="Arial" panose="020B0604020202020204" pitchFamily="34" charset="0"/>
            <a:buChar char="•"/>
          </a:pPr>
          <a:r>
            <a:rPr lang="en-US" sz="1400" dirty="0">
              <a:latin typeface="Bahnschrift" panose="020B0502040204020203" pitchFamily="34" charset="0"/>
            </a:rPr>
            <a:t>Use </a:t>
          </a:r>
          <a:r>
            <a:rPr lang="en-US" sz="1400" b="1" dirty="0">
              <a:latin typeface="Bahnschrift" panose="020B0502040204020203" pitchFamily="34" charset="0"/>
            </a:rPr>
            <a:t>arrows</a:t>
          </a:r>
          <a:r>
            <a:rPr lang="en-US" sz="1400" dirty="0">
              <a:latin typeface="Bahnschrift" panose="020B0502040204020203" pitchFamily="34" charset="0"/>
            </a:rPr>
            <a:t> to show the flow of activities from one step to the next.</a:t>
          </a:r>
          <a:br>
            <a:rPr lang="en-US" sz="1400" dirty="0">
              <a:latin typeface="Bahnschrift" panose="020B0502040204020203" pitchFamily="34" charset="0"/>
            </a:rPr>
          </a:br>
          <a:r>
            <a:rPr lang="en-US" sz="1400" dirty="0">
              <a:latin typeface="Bahnschrift" panose="020B0502040204020203" pitchFamily="34" charset="0"/>
            </a:rPr>
            <a:t>Include cross-lane connections if tasks move between departments.</a:t>
          </a:r>
        </a:p>
      </dgm:t>
    </dgm:pt>
    <dgm:pt modelId="{628CAB2C-8DF0-48C3-A195-223E54DEA15E}" type="parTrans" cxnId="{30B20F9B-3DF2-45D0-9241-23F6D4A2D530}">
      <dgm:prSet/>
      <dgm:spPr/>
      <dgm:t>
        <a:bodyPr/>
        <a:lstStyle/>
        <a:p>
          <a:endParaRPr lang="en-MY" sz="1400">
            <a:latin typeface="Bahnschrift" panose="020B0502040204020203" pitchFamily="34" charset="0"/>
          </a:endParaRPr>
        </a:p>
      </dgm:t>
    </dgm:pt>
    <dgm:pt modelId="{4DDB913D-D5BC-48C6-9318-BF86C1543199}" type="sibTrans" cxnId="{30B20F9B-3DF2-45D0-9241-23F6D4A2D530}">
      <dgm:prSet/>
      <dgm:spPr/>
      <dgm:t>
        <a:bodyPr/>
        <a:lstStyle/>
        <a:p>
          <a:endParaRPr lang="en-MY" sz="1400">
            <a:latin typeface="Bahnschrift" panose="020B0502040204020203" pitchFamily="34" charset="0"/>
          </a:endParaRPr>
        </a:p>
      </dgm:t>
    </dgm:pt>
    <dgm:pt modelId="{BEDFAE91-00CF-4309-BCBA-F9A8F71045FF}">
      <dgm:prSet custT="1"/>
      <dgm:spPr/>
      <dgm:t>
        <a:bodyPr/>
        <a:lstStyle/>
        <a:p>
          <a:pPr>
            <a:buNone/>
          </a:pPr>
          <a:r>
            <a:rPr lang="en-US" sz="1400" b="1">
              <a:latin typeface="Bahnschrift" panose="020B0502040204020203" pitchFamily="34" charset="0"/>
            </a:rPr>
            <a:t>Step 10: Review for Clarity and Completeness</a:t>
          </a:r>
        </a:p>
      </dgm:t>
    </dgm:pt>
    <dgm:pt modelId="{EEEF0DB0-257D-42AB-A5C2-F754DE91AEE3}" type="parTrans" cxnId="{E3DB1A0A-1EFF-4955-8D6D-81CF603EA10C}">
      <dgm:prSet/>
      <dgm:spPr/>
      <dgm:t>
        <a:bodyPr/>
        <a:lstStyle/>
        <a:p>
          <a:endParaRPr lang="en-MY" sz="1400">
            <a:latin typeface="Bahnschrift" panose="020B0502040204020203" pitchFamily="34" charset="0"/>
          </a:endParaRPr>
        </a:p>
      </dgm:t>
    </dgm:pt>
    <dgm:pt modelId="{1684919F-3DDA-4457-BC49-DD782CCBC3C8}" type="sibTrans" cxnId="{E3DB1A0A-1EFF-4955-8D6D-81CF603EA10C}">
      <dgm:prSet/>
      <dgm:spPr/>
      <dgm:t>
        <a:bodyPr/>
        <a:lstStyle/>
        <a:p>
          <a:endParaRPr lang="en-MY" sz="1400">
            <a:latin typeface="Bahnschrift" panose="020B0502040204020203" pitchFamily="34" charset="0"/>
          </a:endParaRPr>
        </a:p>
      </dgm:t>
    </dgm:pt>
    <dgm:pt modelId="{EA20665D-F54D-47A1-95E2-D7FDFE94EA3C}">
      <dgm:prSet custT="1"/>
      <dgm:spPr/>
      <dgm:t>
        <a:bodyPr/>
        <a:lstStyle/>
        <a:p>
          <a:pPr>
            <a:buFont typeface="Arial" panose="020B0604020202020204" pitchFamily="34" charset="0"/>
            <a:buChar char="•"/>
          </a:pPr>
          <a:r>
            <a:rPr lang="en-US" sz="1400" dirty="0">
              <a:latin typeface="Bahnschrift" panose="020B0502040204020203" pitchFamily="34" charset="0"/>
            </a:rPr>
            <a:t>Ensure the diagram is </a:t>
          </a:r>
          <a:r>
            <a:rPr lang="en-US" sz="1400" b="1" dirty="0">
              <a:latin typeface="Bahnschrift" panose="020B0502040204020203" pitchFamily="34" charset="0"/>
            </a:rPr>
            <a:t>easy to read</a:t>
          </a:r>
          <a:r>
            <a:rPr lang="en-US" sz="1400" dirty="0">
              <a:latin typeface="Bahnschrift" panose="020B0502040204020203" pitchFamily="34" charset="0"/>
            </a:rPr>
            <a:t>, and all actors, tasks, decisions, and flows are properly shown.</a:t>
          </a:r>
        </a:p>
      </dgm:t>
    </dgm:pt>
    <dgm:pt modelId="{DB11F775-015C-4A97-873F-929D3507A0B9}" type="parTrans" cxnId="{DEEEB5F4-07E9-4025-89C7-13C7EC49E18C}">
      <dgm:prSet/>
      <dgm:spPr/>
      <dgm:t>
        <a:bodyPr/>
        <a:lstStyle/>
        <a:p>
          <a:endParaRPr lang="en-MY" sz="1400">
            <a:latin typeface="Bahnschrift" panose="020B0502040204020203" pitchFamily="34" charset="0"/>
          </a:endParaRPr>
        </a:p>
      </dgm:t>
    </dgm:pt>
    <dgm:pt modelId="{5D6F6BD7-80C8-478F-8A9D-184405E2F1B2}" type="sibTrans" cxnId="{DEEEB5F4-07E9-4025-89C7-13C7EC49E18C}">
      <dgm:prSet/>
      <dgm:spPr/>
      <dgm:t>
        <a:bodyPr/>
        <a:lstStyle/>
        <a:p>
          <a:endParaRPr lang="en-MY" sz="1400">
            <a:latin typeface="Bahnschrift" panose="020B0502040204020203" pitchFamily="34" charset="0"/>
          </a:endParaRPr>
        </a:p>
      </dgm:t>
    </dgm:pt>
    <dgm:pt modelId="{4A11B40D-6A6D-4E27-A065-A08EDA56B1BA}" type="pres">
      <dgm:prSet presAssocID="{D4E9022F-A37F-4111-B25D-C8BA3F83A49F}" presName="Name0" presStyleCnt="0">
        <dgm:presLayoutVars>
          <dgm:chPref val="3"/>
          <dgm:dir/>
          <dgm:animLvl val="lvl"/>
          <dgm:resizeHandles/>
        </dgm:presLayoutVars>
      </dgm:prSet>
      <dgm:spPr/>
    </dgm:pt>
    <dgm:pt modelId="{7B11A399-0AE0-433F-9D6F-3DADCED7C4EC}" type="pres">
      <dgm:prSet presAssocID="{ACCFE2F9-612C-4750-B7C0-C6FA0D9EE10E}" presName="horFlow" presStyleCnt="0"/>
      <dgm:spPr/>
    </dgm:pt>
    <dgm:pt modelId="{DBC6B406-1388-4FC5-9AF6-C7E54CA11915}" type="pres">
      <dgm:prSet presAssocID="{ACCFE2F9-612C-4750-B7C0-C6FA0D9EE10E}" presName="bigChev" presStyleLbl="node1" presStyleIdx="0" presStyleCnt="5"/>
      <dgm:spPr/>
    </dgm:pt>
    <dgm:pt modelId="{DAAAA793-CBD2-423C-8564-C8CC26B10FA1}" type="pres">
      <dgm:prSet presAssocID="{497FE40C-5B25-4D02-8100-5CE89A495ED1}" presName="parTrans" presStyleCnt="0"/>
      <dgm:spPr/>
    </dgm:pt>
    <dgm:pt modelId="{1373A6A6-9777-4A24-8885-D44B1E61A9BC}" type="pres">
      <dgm:prSet presAssocID="{B3F1C9CA-749D-4281-8568-E9F2EFBF5847}" presName="node" presStyleLbl="alignAccFollowNode1" presStyleIdx="0" presStyleCnt="6">
        <dgm:presLayoutVars>
          <dgm:bulletEnabled val="1"/>
        </dgm:presLayoutVars>
      </dgm:prSet>
      <dgm:spPr/>
    </dgm:pt>
    <dgm:pt modelId="{F391898E-E8E2-41FB-B5C9-E319855676B1}" type="pres">
      <dgm:prSet presAssocID="{ACCFE2F9-612C-4750-B7C0-C6FA0D9EE10E}" presName="vSp" presStyleCnt="0"/>
      <dgm:spPr/>
    </dgm:pt>
    <dgm:pt modelId="{978EA61E-23F2-41B1-B673-185B49B81ACF}" type="pres">
      <dgm:prSet presAssocID="{D6187259-E801-4AA5-841E-A7104E9526DB}" presName="horFlow" presStyleCnt="0"/>
      <dgm:spPr/>
    </dgm:pt>
    <dgm:pt modelId="{E3741845-9811-4E4D-9858-48F20710505A}" type="pres">
      <dgm:prSet presAssocID="{D6187259-E801-4AA5-841E-A7104E9526DB}" presName="bigChev" presStyleLbl="node1" presStyleIdx="1" presStyleCnt="5"/>
      <dgm:spPr/>
    </dgm:pt>
    <dgm:pt modelId="{54D56B2E-25B7-43C3-AD63-AC5C8C9451E2}" type="pres">
      <dgm:prSet presAssocID="{01742E86-C56E-4D41-A3CF-6F4935BACDE3}" presName="parTrans" presStyleCnt="0"/>
      <dgm:spPr/>
    </dgm:pt>
    <dgm:pt modelId="{1290C172-5630-4E68-8A24-FB43A3FC97CA}" type="pres">
      <dgm:prSet presAssocID="{C6737E47-A174-46A0-ADA1-F2A102EACEAF}" presName="node" presStyleLbl="alignAccFollowNode1" presStyleIdx="1" presStyleCnt="6">
        <dgm:presLayoutVars>
          <dgm:bulletEnabled val="1"/>
        </dgm:presLayoutVars>
      </dgm:prSet>
      <dgm:spPr/>
    </dgm:pt>
    <dgm:pt modelId="{FCB814BB-076B-4077-AADA-B060A39467CF}" type="pres">
      <dgm:prSet presAssocID="{92E5D8D3-8151-4002-BD58-550C754B7235}" presName="sibTrans" presStyleCnt="0"/>
      <dgm:spPr/>
    </dgm:pt>
    <dgm:pt modelId="{2925D600-CC67-4EAF-A33B-899750C58CD7}" type="pres">
      <dgm:prSet presAssocID="{2406924E-9867-4A13-8E5A-D867630A133E}" presName="node" presStyleLbl="alignAccFollowNode1" presStyleIdx="2" presStyleCnt="6">
        <dgm:presLayoutVars>
          <dgm:bulletEnabled val="1"/>
        </dgm:presLayoutVars>
      </dgm:prSet>
      <dgm:spPr/>
    </dgm:pt>
    <dgm:pt modelId="{B941A93F-F601-4289-9273-952C3C9148C1}" type="pres">
      <dgm:prSet presAssocID="{D6187259-E801-4AA5-841E-A7104E9526DB}" presName="vSp" presStyleCnt="0"/>
      <dgm:spPr/>
    </dgm:pt>
    <dgm:pt modelId="{9D16C9AF-FDB0-42E8-B465-6607BDD398BC}" type="pres">
      <dgm:prSet presAssocID="{509CCAF7-76F9-4478-B544-0951DF24E75A}" presName="horFlow" presStyleCnt="0"/>
      <dgm:spPr/>
    </dgm:pt>
    <dgm:pt modelId="{D37CB2BC-73A3-4685-ACAF-26A56A8290DA}" type="pres">
      <dgm:prSet presAssocID="{509CCAF7-76F9-4478-B544-0951DF24E75A}" presName="bigChev" presStyleLbl="node1" presStyleIdx="2" presStyleCnt="5"/>
      <dgm:spPr/>
    </dgm:pt>
    <dgm:pt modelId="{14635C35-774D-4A44-AC44-DE867BC66A32}" type="pres">
      <dgm:prSet presAssocID="{11052FE1-BCEA-488E-ACAA-737EBDE367FF}" presName="parTrans" presStyleCnt="0"/>
      <dgm:spPr/>
    </dgm:pt>
    <dgm:pt modelId="{AEFD48DD-D2DC-42C8-BF36-5C06600000C1}" type="pres">
      <dgm:prSet presAssocID="{0F5C3BF1-AD36-4CA2-8F90-D57DA7986724}" presName="node" presStyleLbl="alignAccFollowNode1" presStyleIdx="3" presStyleCnt="6" custScaleX="224448">
        <dgm:presLayoutVars>
          <dgm:bulletEnabled val="1"/>
        </dgm:presLayoutVars>
      </dgm:prSet>
      <dgm:spPr/>
    </dgm:pt>
    <dgm:pt modelId="{F0993D70-674E-44F8-B1E7-AC90C266D59D}" type="pres">
      <dgm:prSet presAssocID="{509CCAF7-76F9-4478-B544-0951DF24E75A}" presName="vSp" presStyleCnt="0"/>
      <dgm:spPr/>
    </dgm:pt>
    <dgm:pt modelId="{A0C2F28E-37CB-4DAA-A983-72031AE67FF1}" type="pres">
      <dgm:prSet presAssocID="{E6745A4B-C2C6-4ED7-B7BF-1A4A72DECB2F}" presName="horFlow" presStyleCnt="0"/>
      <dgm:spPr/>
    </dgm:pt>
    <dgm:pt modelId="{C570E9EB-E200-44EE-A69C-3D8E568861A8}" type="pres">
      <dgm:prSet presAssocID="{E6745A4B-C2C6-4ED7-B7BF-1A4A72DECB2F}" presName="bigChev" presStyleLbl="node1" presStyleIdx="3" presStyleCnt="5"/>
      <dgm:spPr/>
    </dgm:pt>
    <dgm:pt modelId="{C63BAF49-8853-4FF3-BF96-CCDF6195B5B3}" type="pres">
      <dgm:prSet presAssocID="{628CAB2C-8DF0-48C3-A195-223E54DEA15E}" presName="parTrans" presStyleCnt="0"/>
      <dgm:spPr/>
    </dgm:pt>
    <dgm:pt modelId="{84BB1CE8-509D-4BB0-A443-211B16244D37}" type="pres">
      <dgm:prSet presAssocID="{4C918C34-BEC0-47DC-86F5-C61AED449CFB}" presName="node" presStyleLbl="alignAccFollowNode1" presStyleIdx="4" presStyleCnt="6" custScaleX="236163">
        <dgm:presLayoutVars>
          <dgm:bulletEnabled val="1"/>
        </dgm:presLayoutVars>
      </dgm:prSet>
      <dgm:spPr/>
    </dgm:pt>
    <dgm:pt modelId="{02FFA6AD-7ACB-4B04-B754-D72F3CD7510A}" type="pres">
      <dgm:prSet presAssocID="{E6745A4B-C2C6-4ED7-B7BF-1A4A72DECB2F}" presName="vSp" presStyleCnt="0"/>
      <dgm:spPr/>
    </dgm:pt>
    <dgm:pt modelId="{8A86E6C0-D116-43F3-AAA7-EFD6829724A5}" type="pres">
      <dgm:prSet presAssocID="{BEDFAE91-00CF-4309-BCBA-F9A8F71045FF}" presName="horFlow" presStyleCnt="0"/>
      <dgm:spPr/>
    </dgm:pt>
    <dgm:pt modelId="{537D21FF-5CB9-482E-AC0C-5A5067F02457}" type="pres">
      <dgm:prSet presAssocID="{BEDFAE91-00CF-4309-BCBA-F9A8F71045FF}" presName="bigChev" presStyleLbl="node1" presStyleIdx="4" presStyleCnt="5"/>
      <dgm:spPr/>
    </dgm:pt>
    <dgm:pt modelId="{5B9A6C4B-B11F-4FCE-B023-2DF7578F0A6D}" type="pres">
      <dgm:prSet presAssocID="{DB11F775-015C-4A97-873F-929D3507A0B9}" presName="parTrans" presStyleCnt="0"/>
      <dgm:spPr/>
    </dgm:pt>
    <dgm:pt modelId="{6856DB7A-88D6-4B56-9C48-5974FA2E111B}" type="pres">
      <dgm:prSet presAssocID="{EA20665D-F54D-47A1-95E2-D7FDFE94EA3C}" presName="node" presStyleLbl="alignAccFollowNode1" presStyleIdx="5" presStyleCnt="6" custScaleX="238019">
        <dgm:presLayoutVars>
          <dgm:bulletEnabled val="1"/>
        </dgm:presLayoutVars>
      </dgm:prSet>
      <dgm:spPr/>
    </dgm:pt>
  </dgm:ptLst>
  <dgm:cxnLst>
    <dgm:cxn modelId="{E3DB1A0A-1EFF-4955-8D6D-81CF603EA10C}" srcId="{D4E9022F-A37F-4111-B25D-C8BA3F83A49F}" destId="{BEDFAE91-00CF-4309-BCBA-F9A8F71045FF}" srcOrd="4" destOrd="0" parTransId="{EEEF0DB0-257D-42AB-A5C2-F754DE91AEE3}" sibTransId="{1684919F-3DDA-4457-BC49-DD782CCBC3C8}"/>
    <dgm:cxn modelId="{46A20A12-BF64-4E74-B66F-AF1AB9B3E5EC}" type="presOf" srcId="{509CCAF7-76F9-4478-B544-0951DF24E75A}" destId="{D37CB2BC-73A3-4685-ACAF-26A56A8290DA}" srcOrd="0" destOrd="0" presId="urn:microsoft.com/office/officeart/2005/8/layout/lProcess3"/>
    <dgm:cxn modelId="{29CA4712-6F96-47FB-829B-8FB342937890}" type="presOf" srcId="{D6187259-E801-4AA5-841E-A7104E9526DB}" destId="{E3741845-9811-4E4D-9858-48F20710505A}" srcOrd="0" destOrd="0" presId="urn:microsoft.com/office/officeart/2005/8/layout/lProcess3"/>
    <dgm:cxn modelId="{EAFF8B12-719A-455E-B61D-7C0F3DF1B4D6}" srcId="{D6187259-E801-4AA5-841E-A7104E9526DB}" destId="{2406924E-9867-4A13-8E5A-D867630A133E}" srcOrd="1" destOrd="0" parTransId="{8C6117E7-890E-46DC-B8DF-319167DD0269}" sibTransId="{150F2FF1-8496-4817-9866-51EDDAA5DA45}"/>
    <dgm:cxn modelId="{89637113-3778-43F1-A3C3-74D81B32ED8C}" type="presOf" srcId="{EA20665D-F54D-47A1-95E2-D7FDFE94EA3C}" destId="{6856DB7A-88D6-4B56-9C48-5974FA2E111B}" srcOrd="0" destOrd="0" presId="urn:microsoft.com/office/officeart/2005/8/layout/lProcess3"/>
    <dgm:cxn modelId="{9F3B0725-27C3-4274-9422-021F478AFC3C}" type="presOf" srcId="{ACCFE2F9-612C-4750-B7C0-C6FA0D9EE10E}" destId="{DBC6B406-1388-4FC5-9AF6-C7E54CA11915}" srcOrd="0" destOrd="0" presId="urn:microsoft.com/office/officeart/2005/8/layout/lProcess3"/>
    <dgm:cxn modelId="{F7B1B95F-E4D7-4300-ABE1-AC84FBC038D6}" srcId="{509CCAF7-76F9-4478-B544-0951DF24E75A}" destId="{0F5C3BF1-AD36-4CA2-8F90-D57DA7986724}" srcOrd="0" destOrd="0" parTransId="{11052FE1-BCEA-488E-ACAA-737EBDE367FF}" sibTransId="{F3C65861-053E-43A0-9799-28FAD902E46F}"/>
    <dgm:cxn modelId="{C270B367-060F-46FE-966E-30422A3F4BD4}" srcId="{D4E9022F-A37F-4111-B25D-C8BA3F83A49F}" destId="{ACCFE2F9-612C-4750-B7C0-C6FA0D9EE10E}" srcOrd="0" destOrd="0" parTransId="{459280FA-F62F-49B2-9C77-79E21817ABFE}" sibTransId="{AD486645-2E8B-47A1-8388-7E59A1C127C1}"/>
    <dgm:cxn modelId="{824E236C-BDE2-4CA0-9965-0B9D3B3865B2}" type="presOf" srcId="{2406924E-9867-4A13-8E5A-D867630A133E}" destId="{2925D600-CC67-4EAF-A33B-899750C58CD7}" srcOrd="0" destOrd="0" presId="urn:microsoft.com/office/officeart/2005/8/layout/lProcess3"/>
    <dgm:cxn modelId="{E7D6246C-B111-44DB-8316-6591361F5D39}" srcId="{D4E9022F-A37F-4111-B25D-C8BA3F83A49F}" destId="{E6745A4B-C2C6-4ED7-B7BF-1A4A72DECB2F}" srcOrd="3" destOrd="0" parTransId="{F6CBEBB3-F0ED-47CF-A39A-8A5951C2A7FF}" sibTransId="{5C13C6A6-2A94-440E-B3A3-CC110D477BCA}"/>
    <dgm:cxn modelId="{5A649E6D-26FA-47C2-BFB2-0482E3DD74DB}" srcId="{D6187259-E801-4AA5-841E-A7104E9526DB}" destId="{C6737E47-A174-46A0-ADA1-F2A102EACEAF}" srcOrd="0" destOrd="0" parTransId="{01742E86-C56E-4D41-A3CF-6F4935BACDE3}" sibTransId="{92E5D8D3-8151-4002-BD58-550C754B7235}"/>
    <dgm:cxn modelId="{48F81150-FA69-4531-AFC0-13DAFE153826}" type="presOf" srcId="{0F5C3BF1-AD36-4CA2-8F90-D57DA7986724}" destId="{AEFD48DD-D2DC-42C8-BF36-5C06600000C1}" srcOrd="0" destOrd="0" presId="urn:microsoft.com/office/officeart/2005/8/layout/lProcess3"/>
    <dgm:cxn modelId="{49E7A28D-5723-4FAB-96D8-87ED06E8BF34}" type="presOf" srcId="{C6737E47-A174-46A0-ADA1-F2A102EACEAF}" destId="{1290C172-5630-4E68-8A24-FB43A3FC97CA}" srcOrd="0" destOrd="0" presId="urn:microsoft.com/office/officeart/2005/8/layout/lProcess3"/>
    <dgm:cxn modelId="{30B20F9B-3DF2-45D0-9241-23F6D4A2D530}" srcId="{E6745A4B-C2C6-4ED7-B7BF-1A4A72DECB2F}" destId="{4C918C34-BEC0-47DC-86F5-C61AED449CFB}" srcOrd="0" destOrd="0" parTransId="{628CAB2C-8DF0-48C3-A195-223E54DEA15E}" sibTransId="{4DDB913D-D5BC-48C6-9318-BF86C1543199}"/>
    <dgm:cxn modelId="{9A5FB79E-59A6-4B5D-A065-822733BB4AB0}" type="presOf" srcId="{B3F1C9CA-749D-4281-8568-E9F2EFBF5847}" destId="{1373A6A6-9777-4A24-8885-D44B1E61A9BC}" srcOrd="0" destOrd="0" presId="urn:microsoft.com/office/officeart/2005/8/layout/lProcess3"/>
    <dgm:cxn modelId="{6410979F-85C2-4D7B-ACCA-32AB214B766E}" type="presOf" srcId="{BEDFAE91-00CF-4309-BCBA-F9A8F71045FF}" destId="{537D21FF-5CB9-482E-AC0C-5A5067F02457}" srcOrd="0" destOrd="0" presId="urn:microsoft.com/office/officeart/2005/8/layout/lProcess3"/>
    <dgm:cxn modelId="{1A35D2AB-98AF-4BBB-A42F-AC1698B977FB}" type="presOf" srcId="{D4E9022F-A37F-4111-B25D-C8BA3F83A49F}" destId="{4A11B40D-6A6D-4E27-A065-A08EDA56B1BA}" srcOrd="0" destOrd="0" presId="urn:microsoft.com/office/officeart/2005/8/layout/lProcess3"/>
    <dgm:cxn modelId="{A248FDC6-78AF-4112-9E12-4E4AC0B867FA}" type="presOf" srcId="{E6745A4B-C2C6-4ED7-B7BF-1A4A72DECB2F}" destId="{C570E9EB-E200-44EE-A69C-3D8E568861A8}" srcOrd="0" destOrd="0" presId="urn:microsoft.com/office/officeart/2005/8/layout/lProcess3"/>
    <dgm:cxn modelId="{87206CCB-75E4-4FFA-B61D-1BD853D2F315}" srcId="{ACCFE2F9-612C-4750-B7C0-C6FA0D9EE10E}" destId="{B3F1C9CA-749D-4281-8568-E9F2EFBF5847}" srcOrd="0" destOrd="0" parTransId="{497FE40C-5B25-4D02-8100-5CE89A495ED1}" sibTransId="{9188DEA8-31F3-418F-A0EC-FBC91C63222F}"/>
    <dgm:cxn modelId="{CDE382DF-C23C-4C7C-977B-B55453323B0B}" type="presOf" srcId="{4C918C34-BEC0-47DC-86F5-C61AED449CFB}" destId="{84BB1CE8-509D-4BB0-A443-211B16244D37}" srcOrd="0" destOrd="0" presId="urn:microsoft.com/office/officeart/2005/8/layout/lProcess3"/>
    <dgm:cxn modelId="{6AF421EE-18DA-4F07-A237-4A8C9B63889E}" srcId="{D4E9022F-A37F-4111-B25D-C8BA3F83A49F}" destId="{D6187259-E801-4AA5-841E-A7104E9526DB}" srcOrd="1" destOrd="0" parTransId="{1AE26C19-9F4E-46F5-BD0B-C81B0C3B44CB}" sibTransId="{03CA2349-1271-4FCD-9D12-FC09A9A55070}"/>
    <dgm:cxn modelId="{DEEEB5F4-07E9-4025-89C7-13C7EC49E18C}" srcId="{BEDFAE91-00CF-4309-BCBA-F9A8F71045FF}" destId="{EA20665D-F54D-47A1-95E2-D7FDFE94EA3C}" srcOrd="0" destOrd="0" parTransId="{DB11F775-015C-4A97-873F-929D3507A0B9}" sibTransId="{5D6F6BD7-80C8-478F-8A9D-184405E2F1B2}"/>
    <dgm:cxn modelId="{867411F5-1144-49EF-BE65-2BC22711CE7C}" srcId="{D4E9022F-A37F-4111-B25D-C8BA3F83A49F}" destId="{509CCAF7-76F9-4478-B544-0951DF24E75A}" srcOrd="2" destOrd="0" parTransId="{8BCAB354-5173-44D3-8B21-26D99A2218E5}" sibTransId="{1ABBC823-D87C-4A2B-AE19-98796CE263FB}"/>
    <dgm:cxn modelId="{495BD9D5-2FCA-463B-9FB5-95CB3C9C174C}" type="presParOf" srcId="{4A11B40D-6A6D-4E27-A065-A08EDA56B1BA}" destId="{7B11A399-0AE0-433F-9D6F-3DADCED7C4EC}" srcOrd="0" destOrd="0" presId="urn:microsoft.com/office/officeart/2005/8/layout/lProcess3"/>
    <dgm:cxn modelId="{156E2EE4-DA7C-40D6-8068-10BF12A13656}" type="presParOf" srcId="{7B11A399-0AE0-433F-9D6F-3DADCED7C4EC}" destId="{DBC6B406-1388-4FC5-9AF6-C7E54CA11915}" srcOrd="0" destOrd="0" presId="urn:microsoft.com/office/officeart/2005/8/layout/lProcess3"/>
    <dgm:cxn modelId="{9E5AB440-CE22-4702-868B-AD3B4373E11B}" type="presParOf" srcId="{7B11A399-0AE0-433F-9D6F-3DADCED7C4EC}" destId="{DAAAA793-CBD2-423C-8564-C8CC26B10FA1}" srcOrd="1" destOrd="0" presId="urn:microsoft.com/office/officeart/2005/8/layout/lProcess3"/>
    <dgm:cxn modelId="{4525DCD4-E890-4F02-9DC7-40EAE1A660AD}" type="presParOf" srcId="{7B11A399-0AE0-433F-9D6F-3DADCED7C4EC}" destId="{1373A6A6-9777-4A24-8885-D44B1E61A9BC}" srcOrd="2" destOrd="0" presId="urn:microsoft.com/office/officeart/2005/8/layout/lProcess3"/>
    <dgm:cxn modelId="{6F88A6ED-5C8C-4260-9EB9-6251CE656C20}" type="presParOf" srcId="{4A11B40D-6A6D-4E27-A065-A08EDA56B1BA}" destId="{F391898E-E8E2-41FB-B5C9-E319855676B1}" srcOrd="1" destOrd="0" presId="urn:microsoft.com/office/officeart/2005/8/layout/lProcess3"/>
    <dgm:cxn modelId="{9A07B3E5-7FEF-4B8C-9684-67EDC65C4538}" type="presParOf" srcId="{4A11B40D-6A6D-4E27-A065-A08EDA56B1BA}" destId="{978EA61E-23F2-41B1-B673-185B49B81ACF}" srcOrd="2" destOrd="0" presId="urn:microsoft.com/office/officeart/2005/8/layout/lProcess3"/>
    <dgm:cxn modelId="{69A1004B-F602-4E71-9848-3ADCE40B7E5A}" type="presParOf" srcId="{978EA61E-23F2-41B1-B673-185B49B81ACF}" destId="{E3741845-9811-4E4D-9858-48F20710505A}" srcOrd="0" destOrd="0" presId="urn:microsoft.com/office/officeart/2005/8/layout/lProcess3"/>
    <dgm:cxn modelId="{4AC99A9F-CF2D-4618-AD41-A7F8592C963B}" type="presParOf" srcId="{978EA61E-23F2-41B1-B673-185B49B81ACF}" destId="{54D56B2E-25B7-43C3-AD63-AC5C8C9451E2}" srcOrd="1" destOrd="0" presId="urn:microsoft.com/office/officeart/2005/8/layout/lProcess3"/>
    <dgm:cxn modelId="{EAD2A3E9-DD18-4A50-867B-DA5EAF462E0A}" type="presParOf" srcId="{978EA61E-23F2-41B1-B673-185B49B81ACF}" destId="{1290C172-5630-4E68-8A24-FB43A3FC97CA}" srcOrd="2" destOrd="0" presId="urn:microsoft.com/office/officeart/2005/8/layout/lProcess3"/>
    <dgm:cxn modelId="{8258866A-2FB8-47FE-B549-355188F2CFF4}" type="presParOf" srcId="{978EA61E-23F2-41B1-B673-185B49B81ACF}" destId="{FCB814BB-076B-4077-AADA-B060A39467CF}" srcOrd="3" destOrd="0" presId="urn:microsoft.com/office/officeart/2005/8/layout/lProcess3"/>
    <dgm:cxn modelId="{A19187ED-BF3A-47EF-9653-76E6B4F1EF33}" type="presParOf" srcId="{978EA61E-23F2-41B1-B673-185B49B81ACF}" destId="{2925D600-CC67-4EAF-A33B-899750C58CD7}" srcOrd="4" destOrd="0" presId="urn:microsoft.com/office/officeart/2005/8/layout/lProcess3"/>
    <dgm:cxn modelId="{CA026553-8BD4-4D96-B9AD-43E23116DA09}" type="presParOf" srcId="{4A11B40D-6A6D-4E27-A065-A08EDA56B1BA}" destId="{B941A93F-F601-4289-9273-952C3C9148C1}" srcOrd="3" destOrd="0" presId="urn:microsoft.com/office/officeart/2005/8/layout/lProcess3"/>
    <dgm:cxn modelId="{734A3D44-8386-4814-A2E1-B88667FFBC4D}" type="presParOf" srcId="{4A11B40D-6A6D-4E27-A065-A08EDA56B1BA}" destId="{9D16C9AF-FDB0-42E8-B465-6607BDD398BC}" srcOrd="4" destOrd="0" presId="urn:microsoft.com/office/officeart/2005/8/layout/lProcess3"/>
    <dgm:cxn modelId="{6AF88B37-BA09-45C8-AFB5-4D9EF0F81135}" type="presParOf" srcId="{9D16C9AF-FDB0-42E8-B465-6607BDD398BC}" destId="{D37CB2BC-73A3-4685-ACAF-26A56A8290DA}" srcOrd="0" destOrd="0" presId="urn:microsoft.com/office/officeart/2005/8/layout/lProcess3"/>
    <dgm:cxn modelId="{2D59B63A-333A-47EA-BA5F-DC2CC875F3FE}" type="presParOf" srcId="{9D16C9AF-FDB0-42E8-B465-6607BDD398BC}" destId="{14635C35-774D-4A44-AC44-DE867BC66A32}" srcOrd="1" destOrd="0" presId="urn:microsoft.com/office/officeart/2005/8/layout/lProcess3"/>
    <dgm:cxn modelId="{F1D856C0-C841-45AA-87B0-C3EDE3A44C75}" type="presParOf" srcId="{9D16C9AF-FDB0-42E8-B465-6607BDD398BC}" destId="{AEFD48DD-D2DC-42C8-BF36-5C06600000C1}" srcOrd="2" destOrd="0" presId="urn:microsoft.com/office/officeart/2005/8/layout/lProcess3"/>
    <dgm:cxn modelId="{81848C9A-D9D5-49A9-9CAE-022181894F5D}" type="presParOf" srcId="{4A11B40D-6A6D-4E27-A065-A08EDA56B1BA}" destId="{F0993D70-674E-44F8-B1E7-AC90C266D59D}" srcOrd="5" destOrd="0" presId="urn:microsoft.com/office/officeart/2005/8/layout/lProcess3"/>
    <dgm:cxn modelId="{FCA67326-982B-4852-8340-69050D718166}" type="presParOf" srcId="{4A11B40D-6A6D-4E27-A065-A08EDA56B1BA}" destId="{A0C2F28E-37CB-4DAA-A983-72031AE67FF1}" srcOrd="6" destOrd="0" presId="urn:microsoft.com/office/officeart/2005/8/layout/lProcess3"/>
    <dgm:cxn modelId="{2225DA06-6D27-490A-9A17-C31488F05A2F}" type="presParOf" srcId="{A0C2F28E-37CB-4DAA-A983-72031AE67FF1}" destId="{C570E9EB-E200-44EE-A69C-3D8E568861A8}" srcOrd="0" destOrd="0" presId="urn:microsoft.com/office/officeart/2005/8/layout/lProcess3"/>
    <dgm:cxn modelId="{D02C163F-6827-4E3D-8A34-BCA150E80CA6}" type="presParOf" srcId="{A0C2F28E-37CB-4DAA-A983-72031AE67FF1}" destId="{C63BAF49-8853-4FF3-BF96-CCDF6195B5B3}" srcOrd="1" destOrd="0" presId="urn:microsoft.com/office/officeart/2005/8/layout/lProcess3"/>
    <dgm:cxn modelId="{284980C8-0E0A-4ECA-8B1F-3CED73DE6913}" type="presParOf" srcId="{A0C2F28E-37CB-4DAA-A983-72031AE67FF1}" destId="{84BB1CE8-509D-4BB0-A443-211B16244D37}" srcOrd="2" destOrd="0" presId="urn:microsoft.com/office/officeart/2005/8/layout/lProcess3"/>
    <dgm:cxn modelId="{DB618D40-FA67-4051-BBD8-A260F1E50D1D}" type="presParOf" srcId="{4A11B40D-6A6D-4E27-A065-A08EDA56B1BA}" destId="{02FFA6AD-7ACB-4B04-B754-D72F3CD7510A}" srcOrd="7" destOrd="0" presId="urn:microsoft.com/office/officeart/2005/8/layout/lProcess3"/>
    <dgm:cxn modelId="{6DC34010-F9CC-4CD3-A665-97E9FFFBEE43}" type="presParOf" srcId="{4A11B40D-6A6D-4E27-A065-A08EDA56B1BA}" destId="{8A86E6C0-D116-43F3-AAA7-EFD6829724A5}" srcOrd="8" destOrd="0" presId="urn:microsoft.com/office/officeart/2005/8/layout/lProcess3"/>
    <dgm:cxn modelId="{23CDFB3A-3B71-4254-BF46-0855EFBFCE7C}" type="presParOf" srcId="{8A86E6C0-D116-43F3-AAA7-EFD6829724A5}" destId="{537D21FF-5CB9-482E-AC0C-5A5067F02457}" srcOrd="0" destOrd="0" presId="urn:microsoft.com/office/officeart/2005/8/layout/lProcess3"/>
    <dgm:cxn modelId="{58321C06-88FD-4D8B-A389-18B257C06562}" type="presParOf" srcId="{8A86E6C0-D116-43F3-AAA7-EFD6829724A5}" destId="{5B9A6C4B-B11F-4FCE-B023-2DF7578F0A6D}" srcOrd="1" destOrd="0" presId="urn:microsoft.com/office/officeart/2005/8/layout/lProcess3"/>
    <dgm:cxn modelId="{F8A30B07-1104-4CAD-802B-6315D8F6E7AC}" type="presParOf" srcId="{8A86E6C0-D116-43F3-AAA7-EFD6829724A5}" destId="{6856DB7A-88D6-4B56-9C48-5974FA2E111B}" srcOrd="2" destOrd="0" presId="urn:microsoft.com/office/officeart/2005/8/layout/l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C4D073-5A4A-4132-9A6C-84817F44F9EA}">
      <dsp:nvSpPr>
        <dsp:cNvPr id="0" name=""/>
        <dsp:cNvSpPr/>
      </dsp:nvSpPr>
      <dsp:spPr>
        <a:xfrm>
          <a:off x="943650" y="0"/>
          <a:ext cx="10694706" cy="6181276"/>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FD0291F-3519-4F67-B1AD-4736C514FE5D}">
      <dsp:nvSpPr>
        <dsp:cNvPr id="0" name=""/>
        <dsp:cNvSpPr/>
      </dsp:nvSpPr>
      <dsp:spPr>
        <a:xfrm>
          <a:off x="5529" y="1854382"/>
          <a:ext cx="2417490" cy="247251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 Clarifies responsibilities – Shows who does what in a process</a:t>
          </a:r>
          <a:endParaRPr lang="en-MY" sz="2000" kern="1200" dirty="0"/>
        </a:p>
      </dsp:txBody>
      <dsp:txXfrm>
        <a:off x="123541" y="1972394"/>
        <a:ext cx="2181466" cy="2236486"/>
      </dsp:txXfrm>
    </dsp:sp>
    <dsp:sp modelId="{A8735D84-0899-4429-97DF-E81726D92129}">
      <dsp:nvSpPr>
        <dsp:cNvPr id="0" name=""/>
        <dsp:cNvSpPr/>
      </dsp:nvSpPr>
      <dsp:spPr>
        <a:xfrm>
          <a:off x="2543894" y="1854382"/>
          <a:ext cx="2417490" cy="247251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 Improves communication – Makes cross-department workflows easy to understand</a:t>
          </a:r>
          <a:endParaRPr lang="en-MY" sz="2000" kern="1200" dirty="0"/>
        </a:p>
      </dsp:txBody>
      <dsp:txXfrm>
        <a:off x="2661906" y="1972394"/>
        <a:ext cx="2181466" cy="2236486"/>
      </dsp:txXfrm>
    </dsp:sp>
    <dsp:sp modelId="{B085B6B0-D35E-4A6E-8929-4FED4C15BA43}">
      <dsp:nvSpPr>
        <dsp:cNvPr id="0" name=""/>
        <dsp:cNvSpPr/>
      </dsp:nvSpPr>
      <dsp:spPr>
        <a:xfrm>
          <a:off x="5082258" y="1854382"/>
          <a:ext cx="2417490" cy="247251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 Highlights inefficiencies – Identifies delays, redundancies, or handoff issues</a:t>
          </a:r>
          <a:endParaRPr lang="en-MY" sz="2000" kern="1200" dirty="0"/>
        </a:p>
      </dsp:txBody>
      <dsp:txXfrm>
        <a:off x="5200270" y="1972394"/>
        <a:ext cx="2181466" cy="2236486"/>
      </dsp:txXfrm>
    </dsp:sp>
    <dsp:sp modelId="{5D1A0C22-90E1-4B8B-A867-E5C7C927FA45}">
      <dsp:nvSpPr>
        <dsp:cNvPr id="0" name=""/>
        <dsp:cNvSpPr/>
      </dsp:nvSpPr>
      <dsp:spPr>
        <a:xfrm>
          <a:off x="7620623" y="1854382"/>
          <a:ext cx="2417490" cy="247251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 Simplifies process design – Helps in mapping ERP workflows and integration points</a:t>
          </a:r>
          <a:endParaRPr lang="en-MY" sz="2000" kern="1200" dirty="0"/>
        </a:p>
      </dsp:txBody>
      <dsp:txXfrm>
        <a:off x="7738635" y="1972394"/>
        <a:ext cx="2181466" cy="2236486"/>
      </dsp:txXfrm>
    </dsp:sp>
    <dsp:sp modelId="{6762C79C-1747-4D8D-BE71-64A960DFA3E5}">
      <dsp:nvSpPr>
        <dsp:cNvPr id="0" name=""/>
        <dsp:cNvSpPr/>
      </dsp:nvSpPr>
      <dsp:spPr>
        <a:xfrm>
          <a:off x="10158988" y="1854382"/>
          <a:ext cx="2417490" cy="247251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 </a:t>
          </a:r>
          <a:r>
            <a:rPr lang="en-US" sz="2000" kern="1200" dirty="0"/>
            <a:t>Supports training and documentation – Easy for staff and students to follow the end-to-end process</a:t>
          </a:r>
          <a:endParaRPr lang="en-MY" sz="2000" kern="1200" dirty="0"/>
        </a:p>
      </dsp:txBody>
      <dsp:txXfrm>
        <a:off x="10277000" y="1972394"/>
        <a:ext cx="2181466" cy="223648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EDE394-E025-476A-BB26-2485F6F05F85}">
      <dsp:nvSpPr>
        <dsp:cNvPr id="0" name=""/>
        <dsp:cNvSpPr/>
      </dsp:nvSpPr>
      <dsp:spPr>
        <a:xfrm>
          <a:off x="2394901" y="789"/>
          <a:ext cx="3136980" cy="125479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8890" rIns="0" bIns="8890" numCol="1" spcCol="1270" anchor="ctr" anchorCtr="0">
          <a:noAutofit/>
        </a:bodyPr>
        <a:lstStyle/>
        <a:p>
          <a:pPr marL="0" lvl="0" indent="0" algn="ctr" defTabSz="622300">
            <a:lnSpc>
              <a:spcPct val="90000"/>
            </a:lnSpc>
            <a:spcBef>
              <a:spcPct val="0"/>
            </a:spcBef>
            <a:spcAft>
              <a:spcPct val="35000"/>
            </a:spcAft>
            <a:buNone/>
          </a:pPr>
          <a:r>
            <a:rPr lang="en-US" sz="1400" b="1" kern="1200">
              <a:latin typeface="Bahnschrift" panose="020B0502040204020203" pitchFamily="34" charset="0"/>
            </a:rPr>
            <a:t>Step 1: Identify the Process</a:t>
          </a:r>
        </a:p>
      </dsp:txBody>
      <dsp:txXfrm>
        <a:off x="3022297" y="789"/>
        <a:ext cx="1882188" cy="1254792"/>
      </dsp:txXfrm>
    </dsp:sp>
    <dsp:sp modelId="{ED42A9AC-B061-4FDA-A5A8-305ABF40AFA0}">
      <dsp:nvSpPr>
        <dsp:cNvPr id="0" name=""/>
        <dsp:cNvSpPr/>
      </dsp:nvSpPr>
      <dsp:spPr>
        <a:xfrm>
          <a:off x="5124074" y="107446"/>
          <a:ext cx="2603693" cy="1041477"/>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 tIns="7620" rIns="0" bIns="7620" numCol="1" spcCol="1270" anchor="ctr" anchorCtr="0">
          <a:noAutofit/>
        </a:bodyPr>
        <a:lstStyle/>
        <a:p>
          <a:pPr marL="0" lvl="0" indent="0" algn="ctr" defTabSz="533400">
            <a:lnSpc>
              <a:spcPct val="90000"/>
            </a:lnSpc>
            <a:spcBef>
              <a:spcPct val="0"/>
            </a:spcBef>
            <a:spcAft>
              <a:spcPct val="35000"/>
            </a:spcAft>
            <a:buFont typeface="Arial" panose="020B0604020202020204" pitchFamily="34" charset="0"/>
            <a:buNone/>
          </a:pPr>
          <a:r>
            <a:rPr lang="en-US" sz="1200" kern="1200" dirty="0">
              <a:latin typeface="Bahnschrift" panose="020B0502040204020203" pitchFamily="34" charset="0"/>
            </a:rPr>
            <a:t>Define the </a:t>
          </a:r>
          <a:r>
            <a:rPr lang="en-US" sz="1200" b="1" kern="1200" dirty="0">
              <a:latin typeface="Bahnschrift" panose="020B0502040204020203" pitchFamily="34" charset="0"/>
            </a:rPr>
            <a:t>overall business process</a:t>
          </a:r>
          <a:r>
            <a:rPr lang="en-US" sz="1200" kern="1200" dirty="0">
              <a:latin typeface="Bahnschrift" panose="020B0502040204020203" pitchFamily="34" charset="0"/>
            </a:rPr>
            <a:t> you want to visualize.</a:t>
          </a:r>
        </a:p>
      </dsp:txBody>
      <dsp:txXfrm>
        <a:off x="5644813" y="107446"/>
        <a:ext cx="1562216" cy="1041477"/>
      </dsp:txXfrm>
    </dsp:sp>
    <dsp:sp modelId="{AD25133C-25EC-487C-9FE9-C2EE272DEB0A}">
      <dsp:nvSpPr>
        <dsp:cNvPr id="0" name=""/>
        <dsp:cNvSpPr/>
      </dsp:nvSpPr>
      <dsp:spPr>
        <a:xfrm>
          <a:off x="7363251" y="107446"/>
          <a:ext cx="2603693" cy="1041477"/>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 tIns="7620" rIns="0" bIns="7620" numCol="1" spcCol="1270" anchor="ctr" anchorCtr="0">
          <a:noAutofit/>
        </a:bodyPr>
        <a:lstStyle/>
        <a:p>
          <a:pPr marL="0" lvl="0" indent="0" algn="ctr" defTabSz="533400">
            <a:lnSpc>
              <a:spcPct val="90000"/>
            </a:lnSpc>
            <a:spcBef>
              <a:spcPct val="0"/>
            </a:spcBef>
            <a:spcAft>
              <a:spcPct val="35000"/>
            </a:spcAft>
            <a:buFont typeface="Arial" panose="020B0604020202020204" pitchFamily="34" charset="0"/>
            <a:buNone/>
          </a:pPr>
          <a:r>
            <a:rPr lang="en-US" sz="1200" kern="1200" dirty="0">
              <a:latin typeface="Bahnschrift" panose="020B0502040204020203" pitchFamily="34" charset="0"/>
            </a:rPr>
            <a:t>✳️ Example: Employee onboarding process that involves HR, IT, and Finance.</a:t>
          </a:r>
        </a:p>
      </dsp:txBody>
      <dsp:txXfrm>
        <a:off x="7883990" y="107446"/>
        <a:ext cx="1562216" cy="1041477"/>
      </dsp:txXfrm>
    </dsp:sp>
    <dsp:sp modelId="{5EA8184F-A740-44CE-9469-B6DE313B6145}">
      <dsp:nvSpPr>
        <dsp:cNvPr id="0" name=""/>
        <dsp:cNvSpPr/>
      </dsp:nvSpPr>
      <dsp:spPr>
        <a:xfrm>
          <a:off x="2394901" y="1431252"/>
          <a:ext cx="3136980" cy="125479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8890" rIns="0" bIns="8890" numCol="1" spcCol="1270" anchor="ctr" anchorCtr="0">
          <a:noAutofit/>
        </a:bodyPr>
        <a:lstStyle/>
        <a:p>
          <a:pPr marL="0" lvl="0" indent="0" algn="ctr" defTabSz="622300">
            <a:lnSpc>
              <a:spcPct val="90000"/>
            </a:lnSpc>
            <a:spcBef>
              <a:spcPct val="0"/>
            </a:spcBef>
            <a:spcAft>
              <a:spcPct val="35000"/>
            </a:spcAft>
            <a:buNone/>
          </a:pPr>
          <a:r>
            <a:rPr lang="en-US" sz="1400" b="1" kern="1200">
              <a:latin typeface="Bahnschrift" panose="020B0502040204020203" pitchFamily="34" charset="0"/>
            </a:rPr>
            <a:t>Step 2: Identify the Functional Areas (Lanes)</a:t>
          </a:r>
        </a:p>
      </dsp:txBody>
      <dsp:txXfrm>
        <a:off x="3022297" y="1431252"/>
        <a:ext cx="1882188" cy="1254792"/>
      </dsp:txXfrm>
    </dsp:sp>
    <dsp:sp modelId="{F83D7CE0-2C33-411B-9F98-CFBB263E68A7}">
      <dsp:nvSpPr>
        <dsp:cNvPr id="0" name=""/>
        <dsp:cNvSpPr/>
      </dsp:nvSpPr>
      <dsp:spPr>
        <a:xfrm>
          <a:off x="5124074" y="1537910"/>
          <a:ext cx="2603693" cy="1041477"/>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 tIns="7620" rIns="0" bIns="7620" numCol="1" spcCol="1270" anchor="ctr" anchorCtr="0">
          <a:noAutofit/>
        </a:bodyPr>
        <a:lstStyle/>
        <a:p>
          <a:pPr marL="0" lvl="0" indent="0" algn="ctr" defTabSz="533400">
            <a:lnSpc>
              <a:spcPct val="90000"/>
            </a:lnSpc>
            <a:spcBef>
              <a:spcPct val="0"/>
            </a:spcBef>
            <a:spcAft>
              <a:spcPct val="35000"/>
            </a:spcAft>
            <a:buFont typeface="Arial" panose="020B0604020202020204" pitchFamily="34" charset="0"/>
            <a:buNone/>
          </a:pPr>
          <a:r>
            <a:rPr lang="en-US" sz="1200" kern="1200" dirty="0">
              <a:latin typeface="Bahnschrift" panose="020B0502040204020203" pitchFamily="34" charset="0"/>
            </a:rPr>
            <a:t>Decide the </a:t>
          </a:r>
          <a:r>
            <a:rPr lang="en-US" sz="1200" b="1" kern="1200" dirty="0">
              <a:latin typeface="Bahnschrift" panose="020B0502040204020203" pitchFamily="34" charset="0"/>
            </a:rPr>
            <a:t>departments/actors</a:t>
          </a:r>
          <a:r>
            <a:rPr lang="en-US" sz="1200" kern="1200" dirty="0">
              <a:latin typeface="Bahnschrift" panose="020B0502040204020203" pitchFamily="34" charset="0"/>
            </a:rPr>
            <a:t> involved in the process.</a:t>
          </a:r>
          <a:br>
            <a:rPr lang="en-US" sz="1200" kern="1200" dirty="0">
              <a:latin typeface="Bahnschrift" panose="020B0502040204020203" pitchFamily="34" charset="0"/>
            </a:rPr>
          </a:br>
          <a:r>
            <a:rPr lang="en-US" sz="1200" kern="1200" dirty="0">
              <a:latin typeface="Bahnschrift" panose="020B0502040204020203" pitchFamily="34" charset="0"/>
            </a:rPr>
            <a:t>These will each have their </a:t>
          </a:r>
          <a:r>
            <a:rPr lang="en-US" sz="1200" b="1" kern="1200" dirty="0">
              <a:latin typeface="Bahnschrift" panose="020B0502040204020203" pitchFamily="34" charset="0"/>
            </a:rPr>
            <a:t>own lane</a:t>
          </a:r>
          <a:r>
            <a:rPr lang="en-US" sz="1200" kern="1200" dirty="0">
              <a:latin typeface="Bahnschrift" panose="020B0502040204020203" pitchFamily="34" charset="0"/>
            </a:rPr>
            <a:t> in the diagram.</a:t>
          </a:r>
        </a:p>
      </dsp:txBody>
      <dsp:txXfrm>
        <a:off x="5644813" y="1537910"/>
        <a:ext cx="1562216" cy="1041477"/>
      </dsp:txXfrm>
    </dsp:sp>
    <dsp:sp modelId="{4E76BBB5-C725-43EC-8C8B-FD14745A5D3A}">
      <dsp:nvSpPr>
        <dsp:cNvPr id="0" name=""/>
        <dsp:cNvSpPr/>
      </dsp:nvSpPr>
      <dsp:spPr>
        <a:xfrm>
          <a:off x="7363251" y="1537910"/>
          <a:ext cx="2603693" cy="1041477"/>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 tIns="7620" rIns="0" bIns="7620" numCol="1" spcCol="1270" anchor="t" anchorCtr="0">
          <a:noAutofit/>
        </a:bodyPr>
        <a:lstStyle/>
        <a:p>
          <a:pPr marL="0" lvl="0" indent="0" algn="l" defTabSz="533400">
            <a:lnSpc>
              <a:spcPct val="90000"/>
            </a:lnSpc>
            <a:spcBef>
              <a:spcPct val="0"/>
            </a:spcBef>
            <a:spcAft>
              <a:spcPct val="35000"/>
            </a:spcAft>
            <a:buFont typeface="Arial" panose="020B0604020202020204" pitchFamily="34" charset="0"/>
            <a:buNone/>
          </a:pPr>
          <a:r>
            <a:rPr lang="en-US" sz="1200" kern="1200" dirty="0">
              <a:latin typeface="Bahnschrift" panose="020B0502040204020203" pitchFamily="34" charset="0"/>
            </a:rPr>
            <a:t>✳️ Example Lanes:</a:t>
          </a:r>
        </a:p>
        <a:p>
          <a:pPr marL="114300" lvl="1" indent="-114300" algn="l" defTabSz="533400">
            <a:lnSpc>
              <a:spcPct val="90000"/>
            </a:lnSpc>
            <a:spcBef>
              <a:spcPct val="0"/>
            </a:spcBef>
            <a:spcAft>
              <a:spcPct val="15000"/>
            </a:spcAft>
            <a:buFont typeface="Arial" panose="020B0604020202020204" pitchFamily="34" charset="0"/>
            <a:buChar char="•"/>
          </a:pPr>
          <a:r>
            <a:rPr lang="en-MY" sz="1200" kern="1200" dirty="0">
              <a:latin typeface="Bahnschrift" panose="020B0502040204020203" pitchFamily="34" charset="0"/>
            </a:rPr>
            <a:t>HR Department</a:t>
          </a:r>
        </a:p>
        <a:p>
          <a:pPr marL="114300" lvl="1" indent="-114300" algn="l" defTabSz="533400">
            <a:lnSpc>
              <a:spcPct val="90000"/>
            </a:lnSpc>
            <a:spcBef>
              <a:spcPct val="0"/>
            </a:spcBef>
            <a:spcAft>
              <a:spcPct val="15000"/>
            </a:spcAft>
            <a:buFont typeface="Arial" panose="020B0604020202020204" pitchFamily="34" charset="0"/>
            <a:buChar char="•"/>
          </a:pPr>
          <a:r>
            <a:rPr lang="en-MY" sz="1200" kern="1200" dirty="0">
              <a:latin typeface="Bahnschrift" panose="020B0502040204020203" pitchFamily="34" charset="0"/>
            </a:rPr>
            <a:t>Finance Department</a:t>
          </a:r>
        </a:p>
        <a:p>
          <a:pPr marL="114300" lvl="1" indent="-114300" algn="l" defTabSz="533400">
            <a:lnSpc>
              <a:spcPct val="90000"/>
            </a:lnSpc>
            <a:spcBef>
              <a:spcPct val="0"/>
            </a:spcBef>
            <a:spcAft>
              <a:spcPct val="15000"/>
            </a:spcAft>
            <a:buFont typeface="Arial" panose="020B0604020202020204" pitchFamily="34" charset="0"/>
            <a:buChar char="•"/>
          </a:pPr>
          <a:r>
            <a:rPr lang="en-MY" sz="1200" kern="1200" dirty="0">
              <a:latin typeface="Bahnschrift" panose="020B0502040204020203" pitchFamily="34" charset="0"/>
            </a:rPr>
            <a:t>IT Department</a:t>
          </a:r>
        </a:p>
        <a:p>
          <a:pPr marL="114300" lvl="1" indent="-114300" algn="l" defTabSz="533400">
            <a:lnSpc>
              <a:spcPct val="90000"/>
            </a:lnSpc>
            <a:spcBef>
              <a:spcPct val="0"/>
            </a:spcBef>
            <a:spcAft>
              <a:spcPct val="15000"/>
            </a:spcAft>
            <a:buFont typeface="Arial" panose="020B0604020202020204" pitchFamily="34" charset="0"/>
            <a:buChar char="•"/>
          </a:pPr>
          <a:r>
            <a:rPr lang="en-MY" sz="1200" kern="1200" dirty="0">
              <a:latin typeface="Bahnschrift" panose="020B0502040204020203" pitchFamily="34" charset="0"/>
            </a:rPr>
            <a:t>New Employee</a:t>
          </a:r>
        </a:p>
      </dsp:txBody>
      <dsp:txXfrm>
        <a:off x="7883990" y="1537910"/>
        <a:ext cx="1562216" cy="1041477"/>
      </dsp:txXfrm>
    </dsp:sp>
    <dsp:sp modelId="{638BFE8F-B088-4FBA-BC5B-42BBDBE39B0E}">
      <dsp:nvSpPr>
        <dsp:cNvPr id="0" name=""/>
        <dsp:cNvSpPr/>
      </dsp:nvSpPr>
      <dsp:spPr>
        <a:xfrm>
          <a:off x="2394901" y="2861715"/>
          <a:ext cx="3136980" cy="125479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8890" rIns="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Bahnschrift" panose="020B0502040204020203" pitchFamily="34" charset="0"/>
            </a:rPr>
            <a:t>Step 3: List the Key Activities or Tasks</a:t>
          </a:r>
        </a:p>
      </dsp:txBody>
      <dsp:txXfrm>
        <a:off x="3022297" y="2861715"/>
        <a:ext cx="1882188" cy="1254792"/>
      </dsp:txXfrm>
    </dsp:sp>
    <dsp:sp modelId="{A578D258-C1E9-46E8-AB8F-10D02CEAA242}">
      <dsp:nvSpPr>
        <dsp:cNvPr id="0" name=""/>
        <dsp:cNvSpPr/>
      </dsp:nvSpPr>
      <dsp:spPr>
        <a:xfrm>
          <a:off x="5124074" y="2968373"/>
          <a:ext cx="2603693" cy="1041477"/>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 tIns="7620" rIns="0" bIns="7620" numCol="1" spcCol="1270" anchor="ctr" anchorCtr="0">
          <a:noAutofit/>
        </a:bodyPr>
        <a:lstStyle/>
        <a:p>
          <a:pPr marL="0" lvl="0" indent="0" algn="ctr" defTabSz="533400">
            <a:lnSpc>
              <a:spcPct val="90000"/>
            </a:lnSpc>
            <a:spcBef>
              <a:spcPct val="0"/>
            </a:spcBef>
            <a:spcAft>
              <a:spcPct val="35000"/>
            </a:spcAft>
            <a:buFont typeface="Arial" panose="020B0604020202020204" pitchFamily="34" charset="0"/>
            <a:buNone/>
          </a:pPr>
          <a:r>
            <a:rPr lang="en-US" sz="1200" kern="1200" dirty="0">
              <a:latin typeface="Bahnschrift" panose="020B0502040204020203" pitchFamily="34" charset="0"/>
            </a:rPr>
            <a:t>Break down the business process into </a:t>
          </a:r>
          <a:r>
            <a:rPr lang="en-US" sz="1200" b="1" kern="1200" dirty="0">
              <a:latin typeface="Bahnschrift" panose="020B0502040204020203" pitchFamily="34" charset="0"/>
            </a:rPr>
            <a:t>sequential tasks</a:t>
          </a:r>
          <a:r>
            <a:rPr lang="en-US" sz="1200" kern="1200" dirty="0">
              <a:latin typeface="Bahnschrift" panose="020B0502040204020203" pitchFamily="34" charset="0"/>
            </a:rPr>
            <a:t> by each functional area.</a:t>
          </a:r>
        </a:p>
      </dsp:txBody>
      <dsp:txXfrm>
        <a:off x="5644813" y="2968373"/>
        <a:ext cx="1562216" cy="1041477"/>
      </dsp:txXfrm>
    </dsp:sp>
    <dsp:sp modelId="{0807B9A6-369F-4D4B-9E36-811AE19F88CF}">
      <dsp:nvSpPr>
        <dsp:cNvPr id="0" name=""/>
        <dsp:cNvSpPr/>
      </dsp:nvSpPr>
      <dsp:spPr>
        <a:xfrm>
          <a:off x="7363251" y="2968373"/>
          <a:ext cx="2603693" cy="1041477"/>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 tIns="7620" rIns="0" bIns="7620" numCol="1" spcCol="1270" anchor="t" anchorCtr="0">
          <a:noAutofit/>
        </a:bodyPr>
        <a:lstStyle/>
        <a:p>
          <a:pPr marL="0" lvl="0" indent="0" algn="l" defTabSz="533400">
            <a:lnSpc>
              <a:spcPct val="90000"/>
            </a:lnSpc>
            <a:spcBef>
              <a:spcPct val="0"/>
            </a:spcBef>
            <a:spcAft>
              <a:spcPct val="35000"/>
            </a:spcAft>
            <a:buFont typeface="Arial" panose="020B0604020202020204" pitchFamily="34" charset="0"/>
            <a:buNone/>
          </a:pPr>
          <a:r>
            <a:rPr lang="en-US" sz="1200" kern="1200" dirty="0">
              <a:latin typeface="Bahnschrift" panose="020B0502040204020203" pitchFamily="34" charset="0"/>
            </a:rPr>
            <a:t>✳️ Example Tasks:</a:t>
          </a:r>
        </a:p>
        <a:p>
          <a:pPr marL="57150" lvl="1" indent="-57150" algn="l" defTabSz="488950">
            <a:lnSpc>
              <a:spcPct val="90000"/>
            </a:lnSpc>
            <a:spcBef>
              <a:spcPct val="0"/>
            </a:spcBef>
            <a:spcAft>
              <a:spcPct val="15000"/>
            </a:spcAft>
            <a:buFont typeface="Arial" panose="020B0604020202020204" pitchFamily="34" charset="0"/>
            <a:buChar char="•"/>
          </a:pPr>
          <a:r>
            <a:rPr lang="en-US" sz="1100" kern="1200" dirty="0">
              <a:latin typeface="Bahnschrift" panose="020B0502040204020203" pitchFamily="34" charset="0"/>
            </a:rPr>
            <a:t>HR: Interview candidate, send offer letter</a:t>
          </a:r>
        </a:p>
      </dsp:txBody>
      <dsp:txXfrm>
        <a:off x="7883990" y="2968373"/>
        <a:ext cx="1562216" cy="1041477"/>
      </dsp:txXfrm>
    </dsp:sp>
    <dsp:sp modelId="{37D81CF4-9448-48CA-AD27-E96A4DE09A37}">
      <dsp:nvSpPr>
        <dsp:cNvPr id="0" name=""/>
        <dsp:cNvSpPr/>
      </dsp:nvSpPr>
      <dsp:spPr>
        <a:xfrm>
          <a:off x="9602427" y="2968373"/>
          <a:ext cx="2603693" cy="1041477"/>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970" tIns="6985" rIns="0" bIns="6985" numCol="1" spcCol="1270" anchor="ctr" anchorCtr="0">
          <a:noAutofit/>
        </a:bodyPr>
        <a:lstStyle/>
        <a:p>
          <a:pPr marL="0" lvl="0" indent="0" algn="ctr" defTabSz="488950">
            <a:lnSpc>
              <a:spcPct val="90000"/>
            </a:lnSpc>
            <a:spcBef>
              <a:spcPct val="0"/>
            </a:spcBef>
            <a:spcAft>
              <a:spcPct val="35000"/>
            </a:spcAft>
            <a:buFont typeface="Arial" panose="020B0604020202020204" pitchFamily="34" charset="0"/>
            <a:buNone/>
          </a:pPr>
          <a:r>
            <a:rPr lang="en-MY" sz="1100" kern="1200" dirty="0">
              <a:latin typeface="Bahnschrift" panose="020B0502040204020203" pitchFamily="34" charset="0"/>
            </a:rPr>
            <a:t>Finance: Register for payroll</a:t>
          </a:r>
        </a:p>
      </dsp:txBody>
      <dsp:txXfrm>
        <a:off x="10123166" y="2968373"/>
        <a:ext cx="1562216" cy="1041477"/>
      </dsp:txXfrm>
    </dsp:sp>
    <dsp:sp modelId="{53728D0A-37DC-474D-B42D-E8D898E3EF2E}">
      <dsp:nvSpPr>
        <dsp:cNvPr id="0" name=""/>
        <dsp:cNvSpPr/>
      </dsp:nvSpPr>
      <dsp:spPr>
        <a:xfrm>
          <a:off x="11841604" y="2968373"/>
          <a:ext cx="2603693" cy="1041477"/>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970" tIns="6985" rIns="0" bIns="6985" numCol="1" spcCol="1270" anchor="ctr" anchorCtr="0">
          <a:noAutofit/>
        </a:bodyPr>
        <a:lstStyle/>
        <a:p>
          <a:pPr marL="0" lvl="0" indent="0" algn="ctr" defTabSz="488950">
            <a:lnSpc>
              <a:spcPct val="90000"/>
            </a:lnSpc>
            <a:spcBef>
              <a:spcPct val="0"/>
            </a:spcBef>
            <a:spcAft>
              <a:spcPct val="35000"/>
            </a:spcAft>
            <a:buFont typeface="Arial" panose="020B0604020202020204" pitchFamily="34" charset="0"/>
            <a:buNone/>
          </a:pPr>
          <a:r>
            <a:rPr lang="en-US" sz="1100" kern="1200" dirty="0">
              <a:latin typeface="Bahnschrift" panose="020B0502040204020203" pitchFamily="34" charset="0"/>
            </a:rPr>
            <a:t>IT: Set up email and system access</a:t>
          </a:r>
        </a:p>
      </dsp:txBody>
      <dsp:txXfrm>
        <a:off x="12362343" y="2968373"/>
        <a:ext cx="1562216" cy="1041477"/>
      </dsp:txXfrm>
    </dsp:sp>
    <dsp:sp modelId="{C2DE7DA9-293E-47D9-BD46-58114E9E37A6}">
      <dsp:nvSpPr>
        <dsp:cNvPr id="0" name=""/>
        <dsp:cNvSpPr/>
      </dsp:nvSpPr>
      <dsp:spPr>
        <a:xfrm>
          <a:off x="2394901" y="4292179"/>
          <a:ext cx="3136980" cy="125479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8890" rIns="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Bahnschrift" panose="020B0502040204020203" pitchFamily="34" charset="0"/>
            </a:rPr>
            <a:t>Step 4: Choose a Diagramming Tool</a:t>
          </a:r>
        </a:p>
      </dsp:txBody>
      <dsp:txXfrm>
        <a:off x="3022297" y="4292179"/>
        <a:ext cx="1882188" cy="1254792"/>
      </dsp:txXfrm>
    </dsp:sp>
    <dsp:sp modelId="{9E6CB73C-F323-44B8-8576-CC395A716F39}">
      <dsp:nvSpPr>
        <dsp:cNvPr id="0" name=""/>
        <dsp:cNvSpPr/>
      </dsp:nvSpPr>
      <dsp:spPr>
        <a:xfrm>
          <a:off x="5177523" y="4597373"/>
          <a:ext cx="2603693" cy="1041477"/>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 tIns="7620" rIns="0" bIns="7620" numCol="1" spcCol="1270" anchor="ctr" anchorCtr="0">
          <a:noAutofit/>
        </a:bodyPr>
        <a:lstStyle/>
        <a:p>
          <a:pPr marL="0" lvl="0" indent="0" algn="ctr" defTabSz="533400">
            <a:lnSpc>
              <a:spcPct val="90000"/>
            </a:lnSpc>
            <a:spcBef>
              <a:spcPct val="0"/>
            </a:spcBef>
            <a:spcAft>
              <a:spcPct val="35000"/>
            </a:spcAft>
            <a:buFont typeface="Arial" panose="020B0604020202020204" pitchFamily="34" charset="0"/>
            <a:buNone/>
          </a:pPr>
          <a:r>
            <a:rPr lang="en-US" sz="1200" kern="1200" dirty="0">
              <a:latin typeface="Bahnschrift" panose="020B0502040204020203" pitchFamily="34" charset="0"/>
            </a:rPr>
            <a:t>You can use tools like:</a:t>
          </a:r>
        </a:p>
      </dsp:txBody>
      <dsp:txXfrm>
        <a:off x="5698262" y="4597373"/>
        <a:ext cx="1562216" cy="1041477"/>
      </dsp:txXfrm>
    </dsp:sp>
    <dsp:sp modelId="{D4B5EFB4-2188-48F5-8DD6-0F75FC002AB5}">
      <dsp:nvSpPr>
        <dsp:cNvPr id="0" name=""/>
        <dsp:cNvSpPr/>
      </dsp:nvSpPr>
      <dsp:spPr>
        <a:xfrm>
          <a:off x="7408848" y="4643916"/>
          <a:ext cx="2603693" cy="1041477"/>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 tIns="7620" rIns="0" bIns="7620" numCol="1" spcCol="1270" anchor="ctr" anchorCtr="0">
          <a:noAutofit/>
        </a:bodyPr>
        <a:lstStyle/>
        <a:p>
          <a:pPr marL="0" lvl="0" indent="0" algn="ctr" defTabSz="533400">
            <a:lnSpc>
              <a:spcPct val="90000"/>
            </a:lnSpc>
            <a:spcBef>
              <a:spcPct val="0"/>
            </a:spcBef>
            <a:spcAft>
              <a:spcPct val="35000"/>
            </a:spcAft>
            <a:buFont typeface="Arial" panose="020B0604020202020204" pitchFamily="34" charset="0"/>
            <a:buNone/>
          </a:pPr>
          <a:r>
            <a:rPr lang="en-MY" sz="1200" b="1" kern="1200">
              <a:latin typeface="Bahnschrift" panose="020B0502040204020203" pitchFamily="34" charset="0"/>
            </a:rPr>
            <a:t>Draw.io</a:t>
          </a:r>
          <a:endParaRPr lang="en-MY" sz="1200" kern="1200">
            <a:latin typeface="Bahnschrift" panose="020B0502040204020203" pitchFamily="34" charset="0"/>
          </a:endParaRPr>
        </a:p>
      </dsp:txBody>
      <dsp:txXfrm>
        <a:off x="7929587" y="4643916"/>
        <a:ext cx="1562216" cy="1041477"/>
      </dsp:txXfrm>
    </dsp:sp>
    <dsp:sp modelId="{BEC074D5-BC66-4B14-ACA0-1D1CFE3002D8}">
      <dsp:nvSpPr>
        <dsp:cNvPr id="0" name=""/>
        <dsp:cNvSpPr/>
      </dsp:nvSpPr>
      <dsp:spPr>
        <a:xfrm>
          <a:off x="9648025" y="4643916"/>
          <a:ext cx="2603693" cy="1041477"/>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 tIns="7620" rIns="0" bIns="7620" numCol="1" spcCol="1270" anchor="ctr" anchorCtr="0">
          <a:noAutofit/>
        </a:bodyPr>
        <a:lstStyle/>
        <a:p>
          <a:pPr marL="0" lvl="0" indent="0" algn="ctr" defTabSz="533400">
            <a:lnSpc>
              <a:spcPct val="90000"/>
            </a:lnSpc>
            <a:spcBef>
              <a:spcPct val="0"/>
            </a:spcBef>
            <a:spcAft>
              <a:spcPct val="35000"/>
            </a:spcAft>
            <a:buFont typeface="Arial" panose="020B0604020202020204" pitchFamily="34" charset="0"/>
            <a:buNone/>
          </a:pPr>
          <a:r>
            <a:rPr lang="en-MY" sz="1200" b="1" kern="1200">
              <a:latin typeface="Bahnschrift" panose="020B0502040204020203" pitchFamily="34" charset="0"/>
            </a:rPr>
            <a:t>Lucidchart</a:t>
          </a:r>
          <a:endParaRPr lang="en-MY" sz="1200" kern="1200">
            <a:latin typeface="Bahnschrift" panose="020B0502040204020203" pitchFamily="34" charset="0"/>
          </a:endParaRPr>
        </a:p>
      </dsp:txBody>
      <dsp:txXfrm>
        <a:off x="10168764" y="4643916"/>
        <a:ext cx="1562216" cy="1041477"/>
      </dsp:txXfrm>
    </dsp:sp>
    <dsp:sp modelId="{C3B0BA63-EA83-440D-8BF7-D083E106EBB5}">
      <dsp:nvSpPr>
        <dsp:cNvPr id="0" name=""/>
        <dsp:cNvSpPr/>
      </dsp:nvSpPr>
      <dsp:spPr>
        <a:xfrm>
          <a:off x="11887202" y="4643916"/>
          <a:ext cx="2603693" cy="1041477"/>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 tIns="7620" rIns="0" bIns="7620" numCol="1" spcCol="1270" anchor="ctr" anchorCtr="0">
          <a:noAutofit/>
        </a:bodyPr>
        <a:lstStyle/>
        <a:p>
          <a:pPr marL="0" lvl="0" indent="0" algn="ctr" defTabSz="533400">
            <a:lnSpc>
              <a:spcPct val="90000"/>
            </a:lnSpc>
            <a:spcBef>
              <a:spcPct val="0"/>
            </a:spcBef>
            <a:spcAft>
              <a:spcPct val="35000"/>
            </a:spcAft>
            <a:buFont typeface="Arial" panose="020B0604020202020204" pitchFamily="34" charset="0"/>
            <a:buNone/>
          </a:pPr>
          <a:r>
            <a:rPr lang="en-MY" sz="1200" b="1" kern="1200">
              <a:latin typeface="Bahnschrift" panose="020B0502040204020203" pitchFamily="34" charset="0"/>
            </a:rPr>
            <a:t>Microsoft Visio</a:t>
          </a:r>
          <a:endParaRPr lang="en-MY" sz="1200" kern="1200">
            <a:latin typeface="Bahnschrift" panose="020B0502040204020203" pitchFamily="34" charset="0"/>
          </a:endParaRPr>
        </a:p>
      </dsp:txBody>
      <dsp:txXfrm>
        <a:off x="12407941" y="4643916"/>
        <a:ext cx="1562216" cy="1041477"/>
      </dsp:txXfrm>
    </dsp:sp>
    <dsp:sp modelId="{67684C60-2342-4967-9E11-F4F471D7F7B0}">
      <dsp:nvSpPr>
        <dsp:cNvPr id="0" name=""/>
        <dsp:cNvSpPr/>
      </dsp:nvSpPr>
      <dsp:spPr>
        <a:xfrm>
          <a:off x="2394901" y="5722642"/>
          <a:ext cx="3136980" cy="125479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8890" rIns="0" bIns="8890" numCol="1" spcCol="1270" anchor="ctr" anchorCtr="0">
          <a:noAutofit/>
        </a:bodyPr>
        <a:lstStyle/>
        <a:p>
          <a:pPr marL="0" lvl="0" indent="0" algn="ctr" defTabSz="622300">
            <a:lnSpc>
              <a:spcPct val="90000"/>
            </a:lnSpc>
            <a:spcBef>
              <a:spcPct val="0"/>
            </a:spcBef>
            <a:spcAft>
              <a:spcPct val="35000"/>
            </a:spcAft>
            <a:buNone/>
          </a:pPr>
          <a:r>
            <a:rPr lang="en-MY" sz="1400" b="1" kern="1200">
              <a:latin typeface="Bahnschrift" panose="020B0502040204020203" pitchFamily="34" charset="0"/>
            </a:rPr>
            <a:t>Step 5: Create Swimlanes</a:t>
          </a:r>
        </a:p>
      </dsp:txBody>
      <dsp:txXfrm>
        <a:off x="3022297" y="5722642"/>
        <a:ext cx="1882188" cy="1254792"/>
      </dsp:txXfrm>
    </dsp:sp>
    <dsp:sp modelId="{85785EEC-35AC-4D0F-BF6D-0B6E07B8BDE1}">
      <dsp:nvSpPr>
        <dsp:cNvPr id="0" name=""/>
        <dsp:cNvSpPr/>
      </dsp:nvSpPr>
      <dsp:spPr>
        <a:xfrm>
          <a:off x="5124074" y="5829299"/>
          <a:ext cx="2603693" cy="1041477"/>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 tIns="7620" rIns="0" bIns="7620" numCol="1" spcCol="1270" anchor="ctr" anchorCtr="0">
          <a:noAutofit/>
        </a:bodyPr>
        <a:lstStyle/>
        <a:p>
          <a:pPr marL="0" lvl="0" indent="0" algn="ctr" defTabSz="533400">
            <a:lnSpc>
              <a:spcPct val="90000"/>
            </a:lnSpc>
            <a:spcBef>
              <a:spcPct val="0"/>
            </a:spcBef>
            <a:spcAft>
              <a:spcPct val="35000"/>
            </a:spcAft>
            <a:buFont typeface="Arial" panose="020B0604020202020204" pitchFamily="34" charset="0"/>
            <a:buNone/>
          </a:pPr>
          <a:r>
            <a:rPr lang="en-US" sz="1200" kern="1200" dirty="0">
              <a:latin typeface="Bahnschrift" panose="020B0502040204020203" pitchFamily="34" charset="0"/>
            </a:rPr>
            <a:t>Draw </a:t>
          </a:r>
          <a:r>
            <a:rPr lang="en-US" sz="1200" b="1" kern="1200" dirty="0">
              <a:latin typeface="Bahnschrift" panose="020B0502040204020203" pitchFamily="34" charset="0"/>
            </a:rPr>
            <a:t>horizontal or vertical lanes</a:t>
          </a:r>
          <a:r>
            <a:rPr lang="en-US" sz="1200" kern="1200" dirty="0">
              <a:latin typeface="Bahnschrift" panose="020B0502040204020203" pitchFamily="34" charset="0"/>
            </a:rPr>
            <a:t>, one for each department or actor.</a:t>
          </a:r>
        </a:p>
      </dsp:txBody>
      <dsp:txXfrm>
        <a:off x="5644813" y="5829299"/>
        <a:ext cx="1562216" cy="1041477"/>
      </dsp:txXfrm>
    </dsp:sp>
    <dsp:sp modelId="{CD4CDDB5-0012-4F7E-904E-9DE8711FAAB6}">
      <dsp:nvSpPr>
        <dsp:cNvPr id="0" name=""/>
        <dsp:cNvSpPr/>
      </dsp:nvSpPr>
      <dsp:spPr>
        <a:xfrm>
          <a:off x="7363251" y="5829299"/>
          <a:ext cx="2603693" cy="1041477"/>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 tIns="7620" rIns="0" bIns="7620" numCol="1" spcCol="1270" anchor="ctr" anchorCtr="0">
          <a:noAutofit/>
        </a:bodyPr>
        <a:lstStyle/>
        <a:p>
          <a:pPr marL="0" lvl="0" indent="0" algn="ctr" defTabSz="533400">
            <a:lnSpc>
              <a:spcPct val="90000"/>
            </a:lnSpc>
            <a:spcBef>
              <a:spcPct val="0"/>
            </a:spcBef>
            <a:spcAft>
              <a:spcPct val="35000"/>
            </a:spcAft>
            <a:buFont typeface="Arial" panose="020B0604020202020204" pitchFamily="34" charset="0"/>
            <a:buNone/>
          </a:pPr>
          <a:r>
            <a:rPr lang="en-MY" sz="1200" kern="1200" dirty="0">
              <a:latin typeface="Bahnschrift" panose="020B0502040204020203" pitchFamily="34" charset="0"/>
            </a:rPr>
            <a:t>Label each lane clearly.</a:t>
          </a:r>
        </a:p>
      </dsp:txBody>
      <dsp:txXfrm>
        <a:off x="7883990" y="5829299"/>
        <a:ext cx="1562216" cy="104147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C6B406-1388-4FC5-9AF6-C7E54CA11915}">
      <dsp:nvSpPr>
        <dsp:cNvPr id="0" name=""/>
        <dsp:cNvSpPr/>
      </dsp:nvSpPr>
      <dsp:spPr>
        <a:xfrm>
          <a:off x="4912361" y="3127"/>
          <a:ext cx="3134878" cy="1253951"/>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8890" rIns="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Bahnschrift" panose="020B0502040204020203" pitchFamily="34" charset="0"/>
            </a:rPr>
            <a:t>Step 6: Add Start and End Points</a:t>
          </a:r>
        </a:p>
      </dsp:txBody>
      <dsp:txXfrm>
        <a:off x="5539337" y="3127"/>
        <a:ext cx="1880927" cy="1253951"/>
      </dsp:txXfrm>
    </dsp:sp>
    <dsp:sp modelId="{1373A6A6-9777-4A24-8885-D44B1E61A9BC}">
      <dsp:nvSpPr>
        <dsp:cNvPr id="0" name=""/>
        <dsp:cNvSpPr/>
      </dsp:nvSpPr>
      <dsp:spPr>
        <a:xfrm>
          <a:off x="7639705" y="109713"/>
          <a:ext cx="2601949" cy="1040779"/>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8890" rIns="0" bIns="8890" numCol="1" spcCol="1270" anchor="ctr" anchorCtr="0">
          <a:noAutofit/>
        </a:bodyPr>
        <a:lstStyle/>
        <a:p>
          <a:pPr marL="0" lvl="0" indent="0" algn="ctr" defTabSz="622300">
            <a:lnSpc>
              <a:spcPct val="90000"/>
            </a:lnSpc>
            <a:spcBef>
              <a:spcPct val="0"/>
            </a:spcBef>
            <a:spcAft>
              <a:spcPct val="35000"/>
            </a:spcAft>
            <a:buFont typeface="Arial" panose="020B0604020202020204" pitchFamily="34" charset="0"/>
            <a:buNone/>
          </a:pPr>
          <a:r>
            <a:rPr lang="en-US" sz="1400" kern="1200" dirty="0">
              <a:latin typeface="Bahnschrift" panose="020B0502040204020203" pitchFamily="34" charset="0"/>
            </a:rPr>
            <a:t>Use </a:t>
          </a:r>
          <a:r>
            <a:rPr lang="en-US" sz="1400" b="1" kern="1200" dirty="0">
              <a:latin typeface="Bahnschrift" panose="020B0502040204020203" pitchFamily="34" charset="0"/>
            </a:rPr>
            <a:t>oval shapes</a:t>
          </a:r>
          <a:r>
            <a:rPr lang="en-US" sz="1400" kern="1200" dirty="0">
              <a:latin typeface="Bahnschrift" panose="020B0502040204020203" pitchFamily="34" charset="0"/>
            </a:rPr>
            <a:t> to indicate where the process </a:t>
          </a:r>
          <a:r>
            <a:rPr lang="en-US" sz="1400" b="1" kern="1200" dirty="0">
              <a:latin typeface="Bahnschrift" panose="020B0502040204020203" pitchFamily="34" charset="0"/>
            </a:rPr>
            <a:t>starts</a:t>
          </a:r>
          <a:r>
            <a:rPr lang="en-US" sz="1400" kern="1200" dirty="0">
              <a:latin typeface="Bahnschrift" panose="020B0502040204020203" pitchFamily="34" charset="0"/>
            </a:rPr>
            <a:t> and </a:t>
          </a:r>
          <a:r>
            <a:rPr lang="en-US" sz="1400" b="1" kern="1200" dirty="0">
              <a:latin typeface="Bahnschrift" panose="020B0502040204020203" pitchFamily="34" charset="0"/>
            </a:rPr>
            <a:t>ends</a:t>
          </a:r>
          <a:r>
            <a:rPr lang="en-US" sz="1400" kern="1200" dirty="0">
              <a:latin typeface="Bahnschrift" panose="020B0502040204020203" pitchFamily="34" charset="0"/>
            </a:rPr>
            <a:t>.</a:t>
          </a:r>
        </a:p>
      </dsp:txBody>
      <dsp:txXfrm>
        <a:off x="8160095" y="109713"/>
        <a:ext cx="1561170" cy="1040779"/>
      </dsp:txXfrm>
    </dsp:sp>
    <dsp:sp modelId="{E3741845-9811-4E4D-9858-48F20710505A}">
      <dsp:nvSpPr>
        <dsp:cNvPr id="0" name=""/>
        <dsp:cNvSpPr/>
      </dsp:nvSpPr>
      <dsp:spPr>
        <a:xfrm>
          <a:off x="4912361" y="1432631"/>
          <a:ext cx="3134878" cy="1253951"/>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8890" rIns="0" bIns="8890" numCol="1" spcCol="1270" anchor="ctr" anchorCtr="0">
          <a:noAutofit/>
        </a:bodyPr>
        <a:lstStyle/>
        <a:p>
          <a:pPr marL="0" lvl="0" indent="0" algn="ctr" defTabSz="622300">
            <a:lnSpc>
              <a:spcPct val="90000"/>
            </a:lnSpc>
            <a:spcBef>
              <a:spcPct val="0"/>
            </a:spcBef>
            <a:spcAft>
              <a:spcPct val="35000"/>
            </a:spcAft>
            <a:buNone/>
          </a:pPr>
          <a:r>
            <a:rPr lang="en-US" sz="1400" b="1" kern="1200">
              <a:latin typeface="Bahnschrift" panose="020B0502040204020203" pitchFamily="34" charset="0"/>
            </a:rPr>
            <a:t>Step 7: Fill in Tasks (Processes)</a:t>
          </a:r>
        </a:p>
      </dsp:txBody>
      <dsp:txXfrm>
        <a:off x="5539337" y="1432631"/>
        <a:ext cx="1880927" cy="1253951"/>
      </dsp:txXfrm>
    </dsp:sp>
    <dsp:sp modelId="{1290C172-5630-4E68-8A24-FB43A3FC97CA}">
      <dsp:nvSpPr>
        <dsp:cNvPr id="0" name=""/>
        <dsp:cNvSpPr/>
      </dsp:nvSpPr>
      <dsp:spPr>
        <a:xfrm>
          <a:off x="7639705" y="1539217"/>
          <a:ext cx="2601949" cy="1040779"/>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8890" rIns="0" bIns="8890" numCol="1" spcCol="1270" anchor="ctr" anchorCtr="0">
          <a:noAutofit/>
        </a:bodyPr>
        <a:lstStyle/>
        <a:p>
          <a:pPr marL="0" lvl="0" indent="0" algn="ctr" defTabSz="622300">
            <a:lnSpc>
              <a:spcPct val="90000"/>
            </a:lnSpc>
            <a:spcBef>
              <a:spcPct val="0"/>
            </a:spcBef>
            <a:spcAft>
              <a:spcPct val="35000"/>
            </a:spcAft>
            <a:buFont typeface="Arial" panose="020B0604020202020204" pitchFamily="34" charset="0"/>
            <a:buNone/>
          </a:pPr>
          <a:r>
            <a:rPr lang="en-US" sz="1400" kern="1200" dirty="0">
              <a:latin typeface="Bahnschrift" panose="020B0502040204020203" pitchFamily="34" charset="0"/>
            </a:rPr>
            <a:t>Use </a:t>
          </a:r>
          <a:r>
            <a:rPr lang="en-US" sz="1400" b="1" kern="1200" dirty="0">
              <a:latin typeface="Bahnschrift" panose="020B0502040204020203" pitchFamily="34" charset="0"/>
            </a:rPr>
            <a:t>rectangles</a:t>
          </a:r>
          <a:r>
            <a:rPr lang="en-US" sz="1400" kern="1200" dirty="0">
              <a:latin typeface="Bahnschrift" panose="020B0502040204020203" pitchFamily="34" charset="0"/>
            </a:rPr>
            <a:t> for tasks or operations.</a:t>
          </a:r>
        </a:p>
      </dsp:txBody>
      <dsp:txXfrm>
        <a:off x="8160095" y="1539217"/>
        <a:ext cx="1561170" cy="1040779"/>
      </dsp:txXfrm>
    </dsp:sp>
    <dsp:sp modelId="{2925D600-CC67-4EAF-A33B-899750C58CD7}">
      <dsp:nvSpPr>
        <dsp:cNvPr id="0" name=""/>
        <dsp:cNvSpPr/>
      </dsp:nvSpPr>
      <dsp:spPr>
        <a:xfrm>
          <a:off x="9877381" y="1539217"/>
          <a:ext cx="2601949" cy="1040779"/>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8890" rIns="0" bIns="8890" numCol="1" spcCol="1270" anchor="ctr" anchorCtr="0">
          <a:noAutofit/>
        </a:bodyPr>
        <a:lstStyle/>
        <a:p>
          <a:pPr marL="0" lvl="0" indent="0" algn="ctr" defTabSz="622300">
            <a:lnSpc>
              <a:spcPct val="90000"/>
            </a:lnSpc>
            <a:spcBef>
              <a:spcPct val="0"/>
            </a:spcBef>
            <a:spcAft>
              <a:spcPct val="35000"/>
            </a:spcAft>
            <a:buFont typeface="Arial" panose="020B0604020202020204" pitchFamily="34" charset="0"/>
            <a:buNone/>
          </a:pPr>
          <a:r>
            <a:rPr lang="en-US" sz="1400" kern="1200" dirty="0">
              <a:latin typeface="Bahnschrift" panose="020B0502040204020203" pitchFamily="34" charset="0"/>
            </a:rPr>
            <a:t>Place each task in the appropriate swimlane according to who performs it.</a:t>
          </a:r>
        </a:p>
      </dsp:txBody>
      <dsp:txXfrm>
        <a:off x="10397771" y="1539217"/>
        <a:ext cx="1561170" cy="1040779"/>
      </dsp:txXfrm>
    </dsp:sp>
    <dsp:sp modelId="{D37CB2BC-73A3-4685-ACAF-26A56A8290DA}">
      <dsp:nvSpPr>
        <dsp:cNvPr id="0" name=""/>
        <dsp:cNvSpPr/>
      </dsp:nvSpPr>
      <dsp:spPr>
        <a:xfrm>
          <a:off x="4912361" y="2862136"/>
          <a:ext cx="3134878" cy="1253951"/>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8890" rIns="0" bIns="8890" numCol="1" spcCol="1270" anchor="ctr" anchorCtr="0">
          <a:noAutofit/>
        </a:bodyPr>
        <a:lstStyle/>
        <a:p>
          <a:pPr marL="0" lvl="0" indent="0" algn="ctr" defTabSz="622300">
            <a:lnSpc>
              <a:spcPct val="90000"/>
            </a:lnSpc>
            <a:spcBef>
              <a:spcPct val="0"/>
            </a:spcBef>
            <a:spcAft>
              <a:spcPct val="35000"/>
            </a:spcAft>
            <a:buNone/>
          </a:pPr>
          <a:r>
            <a:rPr lang="en-US" sz="1400" b="1" kern="1200">
              <a:latin typeface="Bahnschrift" panose="020B0502040204020203" pitchFamily="34" charset="0"/>
            </a:rPr>
            <a:t>Step 8: Add Decision Points</a:t>
          </a:r>
        </a:p>
      </dsp:txBody>
      <dsp:txXfrm>
        <a:off x="5539337" y="2862136"/>
        <a:ext cx="1880927" cy="1253951"/>
      </dsp:txXfrm>
    </dsp:sp>
    <dsp:sp modelId="{AEFD48DD-D2DC-42C8-BF36-5C06600000C1}">
      <dsp:nvSpPr>
        <dsp:cNvPr id="0" name=""/>
        <dsp:cNvSpPr/>
      </dsp:nvSpPr>
      <dsp:spPr>
        <a:xfrm>
          <a:off x="7639705" y="2968722"/>
          <a:ext cx="5840022" cy="1040779"/>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8890" rIns="0" bIns="8890" numCol="1" spcCol="1270" anchor="ctr" anchorCtr="0">
          <a:noAutofit/>
        </a:bodyPr>
        <a:lstStyle/>
        <a:p>
          <a:pPr marL="0" lvl="0" indent="0" algn="ctr" defTabSz="622300">
            <a:lnSpc>
              <a:spcPct val="90000"/>
            </a:lnSpc>
            <a:spcBef>
              <a:spcPct val="0"/>
            </a:spcBef>
            <a:spcAft>
              <a:spcPct val="35000"/>
            </a:spcAft>
            <a:buFont typeface="Arial" panose="020B0604020202020204" pitchFamily="34" charset="0"/>
            <a:buNone/>
          </a:pPr>
          <a:r>
            <a:rPr lang="en-US" sz="1400" kern="1200" dirty="0">
              <a:latin typeface="Bahnschrift" panose="020B0502040204020203" pitchFamily="34" charset="0"/>
            </a:rPr>
            <a:t>Use </a:t>
          </a:r>
          <a:r>
            <a:rPr lang="en-US" sz="1400" b="1" kern="1200" dirty="0">
              <a:latin typeface="Bahnschrift" panose="020B0502040204020203" pitchFamily="34" charset="0"/>
            </a:rPr>
            <a:t>diamond shapes</a:t>
          </a:r>
          <a:r>
            <a:rPr lang="en-US" sz="1400" kern="1200" dirty="0">
              <a:latin typeface="Bahnschrift" panose="020B0502040204020203" pitchFamily="34" charset="0"/>
            </a:rPr>
            <a:t> to show decisions (Yes/No paths).</a:t>
          </a:r>
          <a:br>
            <a:rPr lang="en-US" sz="1400" kern="1200" dirty="0">
              <a:latin typeface="Bahnschrift" panose="020B0502040204020203" pitchFamily="34" charset="0"/>
            </a:rPr>
          </a:br>
          <a:r>
            <a:rPr lang="en-US" sz="1400" kern="1200" dirty="0">
              <a:latin typeface="Bahnschrift" panose="020B0502040204020203" pitchFamily="34" charset="0"/>
            </a:rPr>
            <a:t>✳️ Example: “Is candidate background check successful?”</a:t>
          </a:r>
        </a:p>
      </dsp:txBody>
      <dsp:txXfrm>
        <a:off x="8160095" y="2968722"/>
        <a:ext cx="4799243" cy="1040779"/>
      </dsp:txXfrm>
    </dsp:sp>
    <dsp:sp modelId="{C570E9EB-E200-44EE-A69C-3D8E568861A8}">
      <dsp:nvSpPr>
        <dsp:cNvPr id="0" name=""/>
        <dsp:cNvSpPr/>
      </dsp:nvSpPr>
      <dsp:spPr>
        <a:xfrm>
          <a:off x="4912361" y="4291640"/>
          <a:ext cx="3134878" cy="1253951"/>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8890" rIns="0" bIns="8890" numCol="1" spcCol="1270" anchor="ctr" anchorCtr="0">
          <a:noAutofit/>
        </a:bodyPr>
        <a:lstStyle/>
        <a:p>
          <a:pPr marL="0" lvl="0" indent="0" algn="ctr" defTabSz="622300">
            <a:lnSpc>
              <a:spcPct val="90000"/>
            </a:lnSpc>
            <a:spcBef>
              <a:spcPct val="0"/>
            </a:spcBef>
            <a:spcAft>
              <a:spcPct val="35000"/>
            </a:spcAft>
            <a:buNone/>
          </a:pPr>
          <a:r>
            <a:rPr lang="en-US" sz="1400" b="1" kern="1200">
              <a:latin typeface="Bahnschrift" panose="020B0502040204020203" pitchFamily="34" charset="0"/>
            </a:rPr>
            <a:t>Step 9: Connect the Activities</a:t>
          </a:r>
        </a:p>
      </dsp:txBody>
      <dsp:txXfrm>
        <a:off x="5539337" y="4291640"/>
        <a:ext cx="1880927" cy="1253951"/>
      </dsp:txXfrm>
    </dsp:sp>
    <dsp:sp modelId="{84BB1CE8-509D-4BB0-A443-211B16244D37}">
      <dsp:nvSpPr>
        <dsp:cNvPr id="0" name=""/>
        <dsp:cNvSpPr/>
      </dsp:nvSpPr>
      <dsp:spPr>
        <a:xfrm>
          <a:off x="7639705" y="4398226"/>
          <a:ext cx="6144841" cy="1040779"/>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8890" rIns="0" bIns="8890" numCol="1" spcCol="1270" anchor="ctr" anchorCtr="0">
          <a:noAutofit/>
        </a:bodyPr>
        <a:lstStyle/>
        <a:p>
          <a:pPr marL="0" lvl="0" indent="0" algn="ctr" defTabSz="622300">
            <a:lnSpc>
              <a:spcPct val="90000"/>
            </a:lnSpc>
            <a:spcBef>
              <a:spcPct val="0"/>
            </a:spcBef>
            <a:spcAft>
              <a:spcPct val="35000"/>
            </a:spcAft>
            <a:buFont typeface="Arial" panose="020B0604020202020204" pitchFamily="34" charset="0"/>
            <a:buNone/>
          </a:pPr>
          <a:r>
            <a:rPr lang="en-US" sz="1400" kern="1200" dirty="0">
              <a:latin typeface="Bahnschrift" panose="020B0502040204020203" pitchFamily="34" charset="0"/>
            </a:rPr>
            <a:t>Use </a:t>
          </a:r>
          <a:r>
            <a:rPr lang="en-US" sz="1400" b="1" kern="1200" dirty="0">
              <a:latin typeface="Bahnschrift" panose="020B0502040204020203" pitchFamily="34" charset="0"/>
            </a:rPr>
            <a:t>arrows</a:t>
          </a:r>
          <a:r>
            <a:rPr lang="en-US" sz="1400" kern="1200" dirty="0">
              <a:latin typeface="Bahnschrift" panose="020B0502040204020203" pitchFamily="34" charset="0"/>
            </a:rPr>
            <a:t> to show the flow of activities from one step to the next.</a:t>
          </a:r>
          <a:br>
            <a:rPr lang="en-US" sz="1400" kern="1200" dirty="0">
              <a:latin typeface="Bahnschrift" panose="020B0502040204020203" pitchFamily="34" charset="0"/>
            </a:rPr>
          </a:br>
          <a:r>
            <a:rPr lang="en-US" sz="1400" kern="1200" dirty="0">
              <a:latin typeface="Bahnschrift" panose="020B0502040204020203" pitchFamily="34" charset="0"/>
            </a:rPr>
            <a:t>Include cross-lane connections if tasks move between departments.</a:t>
          </a:r>
        </a:p>
      </dsp:txBody>
      <dsp:txXfrm>
        <a:off x="8160095" y="4398226"/>
        <a:ext cx="5104062" cy="1040779"/>
      </dsp:txXfrm>
    </dsp:sp>
    <dsp:sp modelId="{537D21FF-5CB9-482E-AC0C-5A5067F02457}">
      <dsp:nvSpPr>
        <dsp:cNvPr id="0" name=""/>
        <dsp:cNvSpPr/>
      </dsp:nvSpPr>
      <dsp:spPr>
        <a:xfrm>
          <a:off x="4912361" y="5721145"/>
          <a:ext cx="3134878" cy="1253951"/>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8890" rIns="0" bIns="8890" numCol="1" spcCol="1270" anchor="ctr" anchorCtr="0">
          <a:noAutofit/>
        </a:bodyPr>
        <a:lstStyle/>
        <a:p>
          <a:pPr marL="0" lvl="0" indent="0" algn="ctr" defTabSz="622300">
            <a:lnSpc>
              <a:spcPct val="90000"/>
            </a:lnSpc>
            <a:spcBef>
              <a:spcPct val="0"/>
            </a:spcBef>
            <a:spcAft>
              <a:spcPct val="35000"/>
            </a:spcAft>
            <a:buNone/>
          </a:pPr>
          <a:r>
            <a:rPr lang="en-US" sz="1400" b="1" kern="1200">
              <a:latin typeface="Bahnschrift" panose="020B0502040204020203" pitchFamily="34" charset="0"/>
            </a:rPr>
            <a:t>Step 10: Review for Clarity and Completeness</a:t>
          </a:r>
        </a:p>
      </dsp:txBody>
      <dsp:txXfrm>
        <a:off x="5539337" y="5721145"/>
        <a:ext cx="1880927" cy="1253951"/>
      </dsp:txXfrm>
    </dsp:sp>
    <dsp:sp modelId="{6856DB7A-88D6-4B56-9C48-5974FA2E111B}">
      <dsp:nvSpPr>
        <dsp:cNvPr id="0" name=""/>
        <dsp:cNvSpPr/>
      </dsp:nvSpPr>
      <dsp:spPr>
        <a:xfrm>
          <a:off x="7639705" y="5827731"/>
          <a:ext cx="6193133" cy="1040779"/>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 tIns="8890" rIns="0" bIns="8890" numCol="1" spcCol="1270" anchor="ctr" anchorCtr="0">
          <a:noAutofit/>
        </a:bodyPr>
        <a:lstStyle/>
        <a:p>
          <a:pPr marL="0" lvl="0" indent="0" algn="ctr" defTabSz="622300">
            <a:lnSpc>
              <a:spcPct val="90000"/>
            </a:lnSpc>
            <a:spcBef>
              <a:spcPct val="0"/>
            </a:spcBef>
            <a:spcAft>
              <a:spcPct val="35000"/>
            </a:spcAft>
            <a:buFont typeface="Arial" panose="020B0604020202020204" pitchFamily="34" charset="0"/>
            <a:buNone/>
          </a:pPr>
          <a:r>
            <a:rPr lang="en-US" sz="1400" kern="1200" dirty="0">
              <a:latin typeface="Bahnschrift" panose="020B0502040204020203" pitchFamily="34" charset="0"/>
            </a:rPr>
            <a:t>Ensure the diagram is </a:t>
          </a:r>
          <a:r>
            <a:rPr lang="en-US" sz="1400" b="1" kern="1200" dirty="0">
              <a:latin typeface="Bahnschrift" panose="020B0502040204020203" pitchFamily="34" charset="0"/>
            </a:rPr>
            <a:t>easy to read</a:t>
          </a:r>
          <a:r>
            <a:rPr lang="en-US" sz="1400" kern="1200" dirty="0">
              <a:latin typeface="Bahnschrift" panose="020B0502040204020203" pitchFamily="34" charset="0"/>
            </a:rPr>
            <a:t>, and all actors, tasks, decisions, and flows are properly shown.</a:t>
          </a:r>
        </a:p>
      </dsp:txBody>
      <dsp:txXfrm>
        <a:off x="8160095" y="5827731"/>
        <a:ext cx="5152354" cy="1040779"/>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635625" cy="488950"/>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idx="1"/>
          </p:nvPr>
        </p:nvSpPr>
        <p:spPr>
          <a:xfrm>
            <a:off x="7366000" y="0"/>
            <a:ext cx="5635625" cy="488950"/>
          </a:xfrm>
          <a:prstGeom prst="rect">
            <a:avLst/>
          </a:prstGeom>
        </p:spPr>
        <p:txBody>
          <a:bodyPr vert="horz" lIns="91440" tIns="45720" rIns="91440" bIns="45720" rtlCol="0"/>
          <a:lstStyle>
            <a:lvl1pPr algn="r">
              <a:defRPr sz="1200"/>
            </a:lvl1pPr>
          </a:lstStyle>
          <a:p>
            <a:fld id="{2A85555D-1C67-4D75-BD37-82AFCF326D1D}" type="datetimeFigureOut">
              <a:rPr lang="en-MY" smtClean="0"/>
              <a:t>14/7/2025</a:t>
            </a:fld>
            <a:endParaRPr lang="en-MY"/>
          </a:p>
        </p:txBody>
      </p:sp>
      <p:sp>
        <p:nvSpPr>
          <p:cNvPr id="4" name="Slide Image Placeholder 3"/>
          <p:cNvSpPr>
            <a:spLocks noGrp="1" noRot="1" noChangeAspect="1"/>
          </p:cNvSpPr>
          <p:nvPr>
            <p:ph type="sldImg" idx="2"/>
          </p:nvPr>
        </p:nvSpPr>
        <p:spPr>
          <a:xfrm>
            <a:off x="4306888" y="1219200"/>
            <a:ext cx="4391025" cy="3292475"/>
          </a:xfrm>
          <a:prstGeom prst="rect">
            <a:avLst/>
          </a:prstGeom>
          <a:noFill/>
          <a:ln w="12700">
            <a:solidFill>
              <a:prstClr val="black"/>
            </a:solidFill>
          </a:ln>
        </p:spPr>
        <p:txBody>
          <a:bodyPr vert="horz" lIns="91440" tIns="45720" rIns="91440" bIns="45720" rtlCol="0" anchor="ctr"/>
          <a:lstStyle/>
          <a:p>
            <a:endParaRPr lang="en-MY"/>
          </a:p>
        </p:txBody>
      </p:sp>
      <p:sp>
        <p:nvSpPr>
          <p:cNvPr id="5" name="Notes Placeholder 4"/>
          <p:cNvSpPr>
            <a:spLocks noGrp="1"/>
          </p:cNvSpPr>
          <p:nvPr>
            <p:ph type="body" sz="quarter" idx="3"/>
          </p:nvPr>
        </p:nvSpPr>
        <p:spPr>
          <a:xfrm>
            <a:off x="1300163" y="4694238"/>
            <a:ext cx="10404475" cy="384016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Footer Placeholder 5"/>
          <p:cNvSpPr>
            <a:spLocks noGrp="1"/>
          </p:cNvSpPr>
          <p:nvPr>
            <p:ph type="ftr" sz="quarter" idx="4"/>
          </p:nvPr>
        </p:nvSpPr>
        <p:spPr>
          <a:xfrm>
            <a:off x="0" y="9264650"/>
            <a:ext cx="5635625" cy="488950"/>
          </a:xfrm>
          <a:prstGeom prst="rect">
            <a:avLst/>
          </a:prstGeom>
        </p:spPr>
        <p:txBody>
          <a:bodyPr vert="horz" lIns="91440" tIns="45720" rIns="91440" bIns="45720" rtlCol="0" anchor="b"/>
          <a:lstStyle>
            <a:lvl1pPr algn="l">
              <a:defRPr sz="1200"/>
            </a:lvl1pPr>
          </a:lstStyle>
          <a:p>
            <a:endParaRPr lang="en-MY"/>
          </a:p>
        </p:txBody>
      </p:sp>
      <p:sp>
        <p:nvSpPr>
          <p:cNvPr id="7" name="Slide Number Placeholder 6"/>
          <p:cNvSpPr>
            <a:spLocks noGrp="1"/>
          </p:cNvSpPr>
          <p:nvPr>
            <p:ph type="sldNum" sz="quarter" idx="5"/>
          </p:nvPr>
        </p:nvSpPr>
        <p:spPr>
          <a:xfrm>
            <a:off x="7366000" y="9264650"/>
            <a:ext cx="5635625" cy="488950"/>
          </a:xfrm>
          <a:prstGeom prst="rect">
            <a:avLst/>
          </a:prstGeom>
        </p:spPr>
        <p:txBody>
          <a:bodyPr vert="horz" lIns="91440" tIns="45720" rIns="91440" bIns="45720" rtlCol="0" anchor="b"/>
          <a:lstStyle>
            <a:lvl1pPr algn="r">
              <a:defRPr sz="1200"/>
            </a:lvl1pPr>
          </a:lstStyle>
          <a:p>
            <a:fld id="{DF500944-8AB9-47E2-98F2-938CCDD820B4}" type="slidenum">
              <a:rPr lang="en-MY" smtClean="0"/>
              <a:t>‹#›</a:t>
            </a:fld>
            <a:endParaRPr lang="en-MY"/>
          </a:p>
        </p:txBody>
      </p:sp>
    </p:spTree>
    <p:extLst>
      <p:ext uri="{BB962C8B-B14F-4D97-AF65-F5344CB8AC3E}">
        <p14:creationId xmlns:p14="http://schemas.microsoft.com/office/powerpoint/2010/main" val="8747326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flowchart illustrates the end-to-end procurement process within an SAP ERP system, starting from determining the type of procurement (local or import) to the final payment to the supplier. It covers key stages such as purchase requisition creation, approval workflows, purchase order generation, goods receipt, invoice processing, and payment execution, providing a comprehensive overview of the materials procurement cycle.</a:t>
            </a:r>
          </a:p>
          <a:p>
            <a:endParaRPr lang="en-MY" dirty="0"/>
          </a:p>
        </p:txBody>
      </p:sp>
      <p:sp>
        <p:nvSpPr>
          <p:cNvPr id="4" name="Slide Number Placeholder 3"/>
          <p:cNvSpPr>
            <a:spLocks noGrp="1"/>
          </p:cNvSpPr>
          <p:nvPr>
            <p:ph type="sldNum" sz="quarter" idx="5"/>
          </p:nvPr>
        </p:nvSpPr>
        <p:spPr/>
        <p:txBody>
          <a:bodyPr/>
          <a:lstStyle/>
          <a:p>
            <a:fld id="{DF500944-8AB9-47E2-98F2-938CCDD820B4}" type="slidenum">
              <a:rPr lang="en-MY" smtClean="0"/>
              <a:t>10</a:t>
            </a:fld>
            <a:endParaRPr lang="en-MY"/>
          </a:p>
        </p:txBody>
      </p:sp>
    </p:spTree>
    <p:extLst>
      <p:ext uri="{BB962C8B-B14F-4D97-AF65-F5344CB8AC3E}">
        <p14:creationId xmlns:p14="http://schemas.microsoft.com/office/powerpoint/2010/main" val="1580114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DF500944-8AB9-47E2-98F2-938CCDD820B4}" type="slidenum">
              <a:rPr lang="en-MY" smtClean="0"/>
              <a:t>11</a:t>
            </a:fld>
            <a:endParaRPr lang="en-MY"/>
          </a:p>
        </p:txBody>
      </p:sp>
    </p:spTree>
    <p:extLst>
      <p:ext uri="{BB962C8B-B14F-4D97-AF65-F5344CB8AC3E}">
        <p14:creationId xmlns:p14="http://schemas.microsoft.com/office/powerpoint/2010/main" val="4345061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077A1-E342-487B-9E37-5518537CE5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9C100D-5F16-19BA-4152-26A14BCFF9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68148E-52F9-FA2C-1C0D-F834B3F84CC5}"/>
              </a:ext>
            </a:extLst>
          </p:cNvPr>
          <p:cNvSpPr>
            <a:spLocks noGrp="1"/>
          </p:cNvSpPr>
          <p:nvPr>
            <p:ph type="body" idx="1"/>
          </p:nvPr>
        </p:nvSpPr>
        <p:spPr/>
        <p:txBody>
          <a:bodyPr/>
          <a:lstStyle/>
          <a:p>
            <a:endParaRPr lang="en-MY" dirty="0"/>
          </a:p>
        </p:txBody>
      </p:sp>
      <p:sp>
        <p:nvSpPr>
          <p:cNvPr id="4" name="Slide Number Placeholder 3">
            <a:extLst>
              <a:ext uri="{FF2B5EF4-FFF2-40B4-BE49-F238E27FC236}">
                <a16:creationId xmlns:a16="http://schemas.microsoft.com/office/drawing/2014/main" id="{A96DC9CB-F75A-9074-75D2-3DCF36EEC6B1}"/>
              </a:ext>
            </a:extLst>
          </p:cNvPr>
          <p:cNvSpPr>
            <a:spLocks noGrp="1"/>
          </p:cNvSpPr>
          <p:nvPr>
            <p:ph type="sldNum" sz="quarter" idx="5"/>
          </p:nvPr>
        </p:nvSpPr>
        <p:spPr/>
        <p:txBody>
          <a:bodyPr/>
          <a:lstStyle/>
          <a:p>
            <a:fld id="{DF500944-8AB9-47E2-98F2-938CCDD820B4}" type="slidenum">
              <a:rPr lang="en-MY" smtClean="0"/>
              <a:t>12</a:t>
            </a:fld>
            <a:endParaRPr lang="en-MY"/>
          </a:p>
        </p:txBody>
      </p:sp>
    </p:spTree>
    <p:extLst>
      <p:ext uri="{BB962C8B-B14F-4D97-AF65-F5344CB8AC3E}">
        <p14:creationId xmlns:p14="http://schemas.microsoft.com/office/powerpoint/2010/main" val="31227490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0EA97-A17D-6EB1-6B31-032B4918E2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EBC833-791D-48B4-0076-9610486AE0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F096E6-8DB8-C72A-65E5-5AC781AE4474}"/>
              </a:ext>
            </a:extLst>
          </p:cNvPr>
          <p:cNvSpPr>
            <a:spLocks noGrp="1"/>
          </p:cNvSpPr>
          <p:nvPr>
            <p:ph type="body" idx="1"/>
          </p:nvPr>
        </p:nvSpPr>
        <p:spPr/>
        <p:txBody>
          <a:bodyPr/>
          <a:lstStyle/>
          <a:p>
            <a:endParaRPr lang="en-MY" dirty="0"/>
          </a:p>
        </p:txBody>
      </p:sp>
      <p:sp>
        <p:nvSpPr>
          <p:cNvPr id="4" name="Slide Number Placeholder 3">
            <a:extLst>
              <a:ext uri="{FF2B5EF4-FFF2-40B4-BE49-F238E27FC236}">
                <a16:creationId xmlns:a16="http://schemas.microsoft.com/office/drawing/2014/main" id="{ED49BA32-5B9A-72B0-CFB5-7D8555D2A20B}"/>
              </a:ext>
            </a:extLst>
          </p:cNvPr>
          <p:cNvSpPr>
            <a:spLocks noGrp="1"/>
          </p:cNvSpPr>
          <p:nvPr>
            <p:ph type="sldNum" sz="quarter" idx="5"/>
          </p:nvPr>
        </p:nvSpPr>
        <p:spPr/>
        <p:txBody>
          <a:bodyPr/>
          <a:lstStyle/>
          <a:p>
            <a:fld id="{DF500944-8AB9-47E2-98F2-938CCDD820B4}" type="slidenum">
              <a:rPr lang="en-MY" smtClean="0"/>
              <a:t>13</a:t>
            </a:fld>
            <a:endParaRPr lang="en-MY"/>
          </a:p>
        </p:txBody>
      </p:sp>
    </p:spTree>
    <p:extLst>
      <p:ext uri="{BB962C8B-B14F-4D97-AF65-F5344CB8AC3E}">
        <p14:creationId xmlns:p14="http://schemas.microsoft.com/office/powerpoint/2010/main" val="34763061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75360" y="3023616"/>
            <a:ext cx="11054080" cy="2048255"/>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950720" y="5462016"/>
            <a:ext cx="9103360" cy="24384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7/14/2025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7/14/2025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sz="half" idx="2"/>
          </p:nvPr>
        </p:nvSpPr>
        <p:spPr>
          <a:xfrm>
            <a:off x="650240" y="2243328"/>
            <a:ext cx="5657088" cy="6437376"/>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697472" y="2243328"/>
            <a:ext cx="5657088" cy="6437376"/>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7/14/2025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7/14/2025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7/14/2025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650240" y="390144"/>
            <a:ext cx="11704320" cy="1560576"/>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650240" y="2243328"/>
            <a:ext cx="11704320" cy="6437376"/>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421632" y="9070848"/>
            <a:ext cx="4161536" cy="48768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50240" y="9070848"/>
            <a:ext cx="2991104" cy="48768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7/14/2025</a:t>
            </a:fld>
            <a:endParaRPr lang="en-US"/>
          </a:p>
        </p:txBody>
      </p:sp>
      <p:sp>
        <p:nvSpPr>
          <p:cNvPr id="6" name="Holder 6"/>
          <p:cNvSpPr>
            <a:spLocks noGrp="1"/>
          </p:cNvSpPr>
          <p:nvPr>
            <p:ph type="sldNum" sz="quarter" idx="7"/>
          </p:nvPr>
        </p:nvSpPr>
        <p:spPr>
          <a:xfrm>
            <a:off x="9363456" y="9070848"/>
            <a:ext cx="2991104" cy="48768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598400" cy="9753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090400" cy="97536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2000" cy="97536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1684000" cy="97536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rcRect t="84375"/>
          <a:stretch>
            <a:fillRect/>
          </a:stretch>
        </p:blipFill>
        <p:spPr>
          <a:xfrm>
            <a:off x="0" y="8229600"/>
            <a:ext cx="12293600" cy="1524000"/>
          </a:xfrm>
          <a:prstGeom prst="rect">
            <a:avLst/>
          </a:prstGeom>
        </p:spPr>
      </p:pic>
      <p:pic>
        <p:nvPicPr>
          <p:cNvPr id="4" name="Picture 3">
            <a:extLst>
              <a:ext uri="{FF2B5EF4-FFF2-40B4-BE49-F238E27FC236}">
                <a16:creationId xmlns:a16="http://schemas.microsoft.com/office/drawing/2014/main" id="{00770A01-A5BD-8A31-9CEA-A3E9DAF145FD}"/>
              </a:ext>
            </a:extLst>
          </p:cNvPr>
          <p:cNvPicPr>
            <a:picLocks noChangeAspect="1"/>
          </p:cNvPicPr>
          <p:nvPr/>
        </p:nvPicPr>
        <p:blipFill>
          <a:blip r:embed="rId3"/>
          <a:srcRect t="8594" b="10937"/>
          <a:stretch>
            <a:fillRect/>
          </a:stretch>
        </p:blipFill>
        <p:spPr>
          <a:xfrm>
            <a:off x="3251200" y="331839"/>
            <a:ext cx="6502400" cy="78486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2000" cy="97536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293600" cy="97536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090400" cy="97536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090400" cy="97536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0B6C8F4-C930-3514-476C-33DCEE5419AE}"/>
              </a:ext>
            </a:extLst>
          </p:cNvPr>
          <p:cNvPicPr>
            <a:picLocks noChangeAspect="1"/>
          </p:cNvPicPr>
          <p:nvPr/>
        </p:nvPicPr>
        <p:blipFill>
          <a:blip r:embed="rId3"/>
          <a:stretch>
            <a:fillRect/>
          </a:stretch>
        </p:blipFill>
        <p:spPr>
          <a:xfrm>
            <a:off x="212035" y="0"/>
            <a:ext cx="12580730" cy="9753600"/>
          </a:xfrm>
          <a:prstGeom prst="rect">
            <a:avLst/>
          </a:prstGeom>
        </p:spPr>
      </p:pic>
    </p:spTree>
    <p:extLst>
      <p:ext uri="{BB962C8B-B14F-4D97-AF65-F5344CB8AC3E}">
        <p14:creationId xmlns:p14="http://schemas.microsoft.com/office/powerpoint/2010/main" val="23398974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800" cy="97536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3004797" cy="2262388"/>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656326" cy="2262388"/>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656318" y="-1"/>
            <a:ext cx="4348478" cy="2262388"/>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973" y="-1"/>
            <a:ext cx="12514822" cy="2271904"/>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9CF3C1-B690-7759-7692-D9A7795D2FD6}"/>
              </a:ext>
            </a:extLst>
          </p:cNvPr>
          <p:cNvSpPr>
            <a:spLocks noGrp="1"/>
          </p:cNvSpPr>
          <p:nvPr>
            <p:ph type="title"/>
          </p:nvPr>
        </p:nvSpPr>
        <p:spPr>
          <a:xfrm>
            <a:off x="512910" y="675771"/>
            <a:ext cx="10555682" cy="1470107"/>
          </a:xfrm>
        </p:spPr>
        <p:txBody>
          <a:bodyPr>
            <a:normAutofit/>
          </a:bodyPr>
          <a:lstStyle/>
          <a:p>
            <a:r>
              <a:rPr lang="en-MY" sz="6000" b="1" dirty="0">
                <a:solidFill>
                  <a:srgbClr val="FFFFFF"/>
                </a:solidFill>
                <a:latin typeface="Bahnschrift" panose="020B0502040204020203" pitchFamily="34" charset="0"/>
              </a:rPr>
              <a:t>Swimlane Diagram</a:t>
            </a:r>
          </a:p>
        </p:txBody>
      </p:sp>
      <p:sp>
        <p:nvSpPr>
          <p:cNvPr id="3" name="Text Placeholder 2">
            <a:extLst>
              <a:ext uri="{FF2B5EF4-FFF2-40B4-BE49-F238E27FC236}">
                <a16:creationId xmlns:a16="http://schemas.microsoft.com/office/drawing/2014/main" id="{38D77B5F-989B-36C6-338F-5C32B6750E9B}"/>
              </a:ext>
            </a:extLst>
          </p:cNvPr>
          <p:cNvSpPr>
            <a:spLocks noGrp="1"/>
          </p:cNvSpPr>
          <p:nvPr>
            <p:ph type="body" idx="1"/>
          </p:nvPr>
        </p:nvSpPr>
        <p:spPr>
          <a:xfrm>
            <a:off x="244986" y="2145878"/>
            <a:ext cx="12514822" cy="2038153"/>
          </a:xfrm>
        </p:spPr>
        <p:txBody>
          <a:bodyPr anchor="ctr">
            <a:normAutofit/>
          </a:bodyPr>
          <a:lstStyle/>
          <a:p>
            <a:pPr algn="just"/>
            <a:r>
              <a:rPr lang="en-US" sz="2500" dirty="0">
                <a:latin typeface="Bahnschrift" panose="020B0502040204020203" pitchFamily="34" charset="0"/>
              </a:rPr>
              <a:t>A Swimlane diagram is a type of process flowchart that visually separates the steps of a business process into lanes, where each lane represents a functional area, role, or department.</a:t>
            </a:r>
            <a:endParaRPr lang="en-MY" sz="2500" dirty="0">
              <a:latin typeface="Bahnschrift" panose="020B0502040204020203" pitchFamily="34" charset="0"/>
            </a:endParaRPr>
          </a:p>
        </p:txBody>
      </p:sp>
      <p:graphicFrame>
        <p:nvGraphicFramePr>
          <p:cNvPr id="7" name="Diagram 6">
            <a:extLst>
              <a:ext uri="{FF2B5EF4-FFF2-40B4-BE49-F238E27FC236}">
                <a16:creationId xmlns:a16="http://schemas.microsoft.com/office/drawing/2014/main" id="{819152BA-58D2-60AB-0313-44384C5B46FA}"/>
              </a:ext>
            </a:extLst>
          </p:cNvPr>
          <p:cNvGraphicFramePr/>
          <p:nvPr>
            <p:extLst>
              <p:ext uri="{D42A27DB-BD31-4B8C-83A1-F6EECF244321}">
                <p14:modId xmlns:p14="http://schemas.microsoft.com/office/powerpoint/2010/main" val="30996799"/>
              </p:ext>
            </p:extLst>
          </p:nvPr>
        </p:nvGraphicFramePr>
        <p:xfrm>
          <a:off x="177801" y="3724724"/>
          <a:ext cx="12582008" cy="61812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456768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1F7E2C2-1A37-91A9-CF48-05CD5792D11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4C811A5-597E-CA31-483E-F090B9F0E0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800" cy="97536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EBAA8A2-CAC4-ABF0-3C30-8CC61F46D4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3004797" cy="2262388"/>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E03C12C-F1DC-C6FC-7002-E2F80372CF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656326" cy="2262388"/>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E3BB8EE-840D-8382-AF5B-785C96A65B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656318" y="-1"/>
            <a:ext cx="4348478" cy="2262388"/>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C4257E3-9552-795F-652F-D9ABF87FDA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973" y="-1"/>
            <a:ext cx="12514822" cy="2271904"/>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E962272-8154-4195-555A-713E7D202616}"/>
              </a:ext>
            </a:extLst>
          </p:cNvPr>
          <p:cNvSpPr>
            <a:spLocks noGrp="1"/>
          </p:cNvSpPr>
          <p:nvPr>
            <p:ph type="title"/>
          </p:nvPr>
        </p:nvSpPr>
        <p:spPr>
          <a:xfrm>
            <a:off x="512910" y="675771"/>
            <a:ext cx="10555682" cy="1470107"/>
          </a:xfrm>
        </p:spPr>
        <p:txBody>
          <a:bodyPr>
            <a:normAutofit/>
          </a:bodyPr>
          <a:lstStyle/>
          <a:p>
            <a:r>
              <a:rPr lang="en-MY" sz="6000" b="1" dirty="0">
                <a:solidFill>
                  <a:srgbClr val="FFFFFF"/>
                </a:solidFill>
                <a:latin typeface="Bahnschrift" panose="020B0502040204020203" pitchFamily="34" charset="0"/>
              </a:rPr>
              <a:t>Swimlane Diagram</a:t>
            </a:r>
          </a:p>
        </p:txBody>
      </p:sp>
      <p:sp>
        <p:nvSpPr>
          <p:cNvPr id="3" name="Text Placeholder 2">
            <a:extLst>
              <a:ext uri="{FF2B5EF4-FFF2-40B4-BE49-F238E27FC236}">
                <a16:creationId xmlns:a16="http://schemas.microsoft.com/office/drawing/2014/main" id="{A3541725-58FB-6C9F-BAB8-81E2CDB8A096}"/>
              </a:ext>
            </a:extLst>
          </p:cNvPr>
          <p:cNvSpPr>
            <a:spLocks noGrp="1"/>
          </p:cNvSpPr>
          <p:nvPr>
            <p:ph type="body" idx="1"/>
          </p:nvPr>
        </p:nvSpPr>
        <p:spPr>
          <a:xfrm>
            <a:off x="244986" y="913532"/>
            <a:ext cx="12514822" cy="2038153"/>
          </a:xfrm>
        </p:spPr>
        <p:txBody>
          <a:bodyPr anchor="ctr">
            <a:normAutofit/>
          </a:bodyPr>
          <a:lstStyle/>
          <a:p>
            <a:pPr algn="just"/>
            <a:r>
              <a:rPr lang="en-US" sz="2500" dirty="0">
                <a:solidFill>
                  <a:schemeClr val="bg1"/>
                </a:solidFill>
                <a:latin typeface="Bahnschrift" panose="020B0502040204020203" pitchFamily="34" charset="0"/>
              </a:rPr>
              <a:t>Step by Step:</a:t>
            </a:r>
            <a:endParaRPr lang="en-MY" sz="2500" dirty="0">
              <a:solidFill>
                <a:schemeClr val="bg1"/>
              </a:solidFill>
              <a:latin typeface="Bahnschrift" panose="020B0502040204020203" pitchFamily="34" charset="0"/>
            </a:endParaRPr>
          </a:p>
        </p:txBody>
      </p:sp>
      <p:graphicFrame>
        <p:nvGraphicFramePr>
          <p:cNvPr id="7" name="Diagram 6">
            <a:extLst>
              <a:ext uri="{FF2B5EF4-FFF2-40B4-BE49-F238E27FC236}">
                <a16:creationId xmlns:a16="http://schemas.microsoft.com/office/drawing/2014/main" id="{F1B73DC4-2CAB-9838-4457-574886E97F1E}"/>
              </a:ext>
            </a:extLst>
          </p:cNvPr>
          <p:cNvGraphicFramePr/>
          <p:nvPr>
            <p:extLst>
              <p:ext uri="{D42A27DB-BD31-4B8C-83A1-F6EECF244321}">
                <p14:modId xmlns:p14="http://schemas.microsoft.com/office/powerpoint/2010/main" val="2513748574"/>
              </p:ext>
            </p:extLst>
          </p:nvPr>
        </p:nvGraphicFramePr>
        <p:xfrm>
          <a:off x="-2032000" y="2518880"/>
          <a:ext cx="16840200" cy="69782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953323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F9CB9B5-E908-98E8-A082-B446E8C2FD7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0AD481D-580B-608E-E813-84B132E206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800" cy="97536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BCA1944-AE60-3ADB-DCFF-06712EDB80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3004797" cy="2262388"/>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8D887AB-B40E-19D9-2E25-87C5B2528D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656326" cy="2262388"/>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24E18F0-330D-B84F-CAF3-1B3ED1DE88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656318" y="-1"/>
            <a:ext cx="4348478" cy="2262388"/>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CBF4B6A-3CCB-A839-1AE9-9AE6B77DFB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973" y="-1"/>
            <a:ext cx="12514822" cy="2271904"/>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2FFE54-EB26-0167-F477-379A28C9FF45}"/>
              </a:ext>
            </a:extLst>
          </p:cNvPr>
          <p:cNvSpPr>
            <a:spLocks noGrp="1"/>
          </p:cNvSpPr>
          <p:nvPr>
            <p:ph type="title"/>
          </p:nvPr>
        </p:nvSpPr>
        <p:spPr>
          <a:xfrm>
            <a:off x="512910" y="675771"/>
            <a:ext cx="10555682" cy="1470107"/>
          </a:xfrm>
        </p:spPr>
        <p:txBody>
          <a:bodyPr>
            <a:normAutofit/>
          </a:bodyPr>
          <a:lstStyle/>
          <a:p>
            <a:r>
              <a:rPr lang="en-MY" sz="6000" b="1" dirty="0">
                <a:solidFill>
                  <a:srgbClr val="FFFFFF"/>
                </a:solidFill>
                <a:latin typeface="Bahnschrift" panose="020B0502040204020203" pitchFamily="34" charset="0"/>
              </a:rPr>
              <a:t>Swimlane Diagram</a:t>
            </a:r>
          </a:p>
        </p:txBody>
      </p:sp>
      <p:graphicFrame>
        <p:nvGraphicFramePr>
          <p:cNvPr id="7" name="Diagram 6">
            <a:extLst>
              <a:ext uri="{FF2B5EF4-FFF2-40B4-BE49-F238E27FC236}">
                <a16:creationId xmlns:a16="http://schemas.microsoft.com/office/drawing/2014/main" id="{E9EB6342-8E34-8935-51EE-923879DF23DE}"/>
              </a:ext>
            </a:extLst>
          </p:cNvPr>
          <p:cNvGraphicFramePr/>
          <p:nvPr>
            <p:extLst>
              <p:ext uri="{D42A27DB-BD31-4B8C-83A1-F6EECF244321}">
                <p14:modId xmlns:p14="http://schemas.microsoft.com/office/powerpoint/2010/main" val="4109621105"/>
              </p:ext>
            </p:extLst>
          </p:nvPr>
        </p:nvGraphicFramePr>
        <p:xfrm>
          <a:off x="-4470400" y="2271903"/>
          <a:ext cx="18745200" cy="69782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92214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8468BA8-3F40-908C-D597-0B49A75D13F0}"/>
              </a:ext>
            </a:extLst>
          </p:cNvPr>
          <p:cNvPicPr>
            <a:picLocks noChangeAspect="1"/>
          </p:cNvPicPr>
          <p:nvPr/>
        </p:nvPicPr>
        <p:blipFill>
          <a:blip r:embed="rId2"/>
          <a:stretch>
            <a:fillRect/>
          </a:stretch>
        </p:blipFill>
        <p:spPr>
          <a:xfrm>
            <a:off x="177800" y="1131851"/>
            <a:ext cx="6534151" cy="3325848"/>
          </a:xfrm>
          <a:prstGeom prst="rect">
            <a:avLst/>
          </a:prstGeom>
        </p:spPr>
      </p:pic>
      <p:pic>
        <p:nvPicPr>
          <p:cNvPr id="1026" name="Picture 2" descr="bpm - How to rotate swimlanes in a finished diagram in Visio? - Super User">
            <a:extLst>
              <a:ext uri="{FF2B5EF4-FFF2-40B4-BE49-F238E27FC236}">
                <a16:creationId xmlns:a16="http://schemas.microsoft.com/office/drawing/2014/main" id="{3B6E3DDE-D699-84F9-AB49-0B2A2F809D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11950" y="4655351"/>
            <a:ext cx="6019799" cy="39663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9131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9855200" cy="97536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2000" cy="97536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2000" cy="97536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08705DC-89E1-B33F-17B8-AF45EFAB837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1103ABA-19E5-A1DB-8341-1E9E63E02B74}"/>
              </a:ext>
            </a:extLst>
          </p:cNvPr>
          <p:cNvPicPr>
            <a:picLocks noChangeAspect="1"/>
          </p:cNvPicPr>
          <p:nvPr/>
        </p:nvPicPr>
        <p:blipFill>
          <a:blip r:embed="rId2"/>
          <a:stretch>
            <a:fillRect/>
          </a:stretch>
        </p:blipFill>
        <p:spPr>
          <a:xfrm>
            <a:off x="1325562" y="1252537"/>
            <a:ext cx="10353675" cy="7248525"/>
          </a:xfrm>
          <a:prstGeom prst="rect">
            <a:avLst/>
          </a:prstGeom>
        </p:spPr>
      </p:pic>
    </p:spTree>
    <p:extLst>
      <p:ext uri="{BB962C8B-B14F-4D97-AF65-F5344CB8AC3E}">
        <p14:creationId xmlns:p14="http://schemas.microsoft.com/office/powerpoint/2010/main" val="5659971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9855200" cy="97536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1988800" cy="97536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9855200" cy="97536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1988800" cy="97536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1988800" cy="97536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293600" cy="97536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9855200" cy="97536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598400" cy="97536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2000" cy="97536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496800" cy="97536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625" y="0"/>
            <a:ext cx="13001549" cy="975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Picture 1">
            <a:extLst>
              <a:ext uri="{FF2B5EF4-FFF2-40B4-BE49-F238E27FC236}">
                <a16:creationId xmlns:a16="http://schemas.microsoft.com/office/drawing/2014/main" id="{A4241522-3B53-3F69-350C-FAA8B507BACD}"/>
              </a:ext>
            </a:extLst>
          </p:cNvPr>
          <p:cNvPicPr>
            <a:picLocks noChangeAspect="1"/>
          </p:cNvPicPr>
          <p:nvPr/>
        </p:nvPicPr>
        <p:blipFill>
          <a:blip r:embed="rId2"/>
          <a:srcRect l="9317"/>
          <a:stretch>
            <a:fillRect/>
          </a:stretch>
        </p:blipFill>
        <p:spPr>
          <a:xfrm>
            <a:off x="20" y="1823"/>
            <a:ext cx="13004780" cy="9751777"/>
          </a:xfrm>
          <a:prstGeom prst="rect">
            <a:avLst/>
          </a:prstGeom>
        </p:spPr>
      </p:pic>
    </p:spTree>
    <p:extLst>
      <p:ext uri="{BB962C8B-B14F-4D97-AF65-F5344CB8AC3E}">
        <p14:creationId xmlns:p14="http://schemas.microsoft.com/office/powerpoint/2010/main" val="2883320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1887200" cy="97536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2000" cy="97536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1277600" cy="97536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395200" cy="97536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090400" cy="97536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090400" cy="97536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090400" cy="97536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1887200" cy="97536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1988800" cy="97536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700000" cy="97536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0985500" cy="97536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204700" cy="97536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1785600" cy="97536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2000" cy="97536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564C74F618614CA838BA6D6D72AB6C" ma:contentTypeVersion="5" ma:contentTypeDescription="Create a new document." ma:contentTypeScope="" ma:versionID="6d5f4807e556fbe766768ee3e6e64d73">
  <xsd:schema xmlns:xsd="http://www.w3.org/2001/XMLSchema" xmlns:xs="http://www.w3.org/2001/XMLSchema" xmlns:p="http://schemas.microsoft.com/office/2006/metadata/properties" xmlns:ns2="61210c74-7046-444b-9e6c-7757b62ea557" targetNamespace="http://schemas.microsoft.com/office/2006/metadata/properties" ma:root="true" ma:fieldsID="f9ebc22d833cc31d435be24bad7c7d13" ns2:_="">
    <xsd:import namespace="61210c74-7046-444b-9e6c-7757b62ea557"/>
    <xsd:element name="properties">
      <xsd:complexType>
        <xsd:sequence>
          <xsd:element name="documentManagement">
            <xsd:complexType>
              <xsd:all>
                <xsd:element ref="ns2:SharedWithUsers" minOccurs="0"/>
                <xsd:element ref="ns2: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1210c74-7046-444b-9e6c-7757b62ea557"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3140A4C-03B3-4C45-B784-3546468EAEBA}"/>
</file>

<file path=customXml/itemProps2.xml><?xml version="1.0" encoding="utf-8"?>
<ds:datastoreItem xmlns:ds="http://schemas.openxmlformats.org/officeDocument/2006/customXml" ds:itemID="{13C4CA31-F1C1-4E46-822C-60F6DBFA6D18}"/>
</file>

<file path=customXml/itemProps3.xml><?xml version="1.0" encoding="utf-8"?>
<ds:datastoreItem xmlns:ds="http://schemas.openxmlformats.org/officeDocument/2006/customXml" ds:itemID="{6FE5BF0A-400D-4B46-B3B3-463C0C1DF0E0}"/>
</file>

<file path=docProps/app.xml><?xml version="1.0" encoding="utf-8"?>
<Properties xmlns="http://schemas.openxmlformats.org/officeDocument/2006/extended-properties" xmlns:vt="http://schemas.openxmlformats.org/officeDocument/2006/docPropsVTypes">
  <Template/>
  <TotalTime>57</TotalTime>
  <Words>483</Words>
  <Application>Microsoft Office PowerPoint</Application>
  <PresentationFormat>Custom</PresentationFormat>
  <Paragraphs>50</Paragraphs>
  <Slides>43</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43</vt:i4>
      </vt:variant>
    </vt:vector>
  </HeadingPairs>
  <TitlesOfParts>
    <vt:vector size="48" baseType="lpstr">
      <vt:lpstr>Aptos</vt:lpstr>
      <vt:lpstr>Arial</vt:lpstr>
      <vt:lpstr>Bahnschrift</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Swimlane Diagram</vt:lpstr>
      <vt:lpstr>Swimlane Diagram</vt:lpstr>
      <vt:lpstr>Swimlane Diagram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Nazleeni Samiha Bt Haron (FSMC/UTP)</dc:creator>
  <cp:lastModifiedBy>Nazleeni Samiha Bt Haron (FSMC/UTP)</cp:lastModifiedBy>
  <cp:revision>4</cp:revision>
  <dcterms:created xsi:type="dcterms:W3CDTF">2025-07-14T00:37:28Z</dcterms:created>
  <dcterms:modified xsi:type="dcterms:W3CDTF">2025-07-14T01:35:37Z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2018-05-19T00:00:00Z</vt:filetime>
  </property>
  <property fmtid="{D5CDD505-2E9C-101B-9397-08002B2CF9AE}" pid="3" name="LastSaved">
    <vt:filetime>2025-07-14T00:00:00Z</vt:filetime>
  </property>
  <property fmtid="{D5CDD505-2E9C-101B-9397-08002B2CF9AE}" pid="4" name="Producer">
    <vt:lpwstr>3-Heights(TM) PDF Security Shell 4.8.25.2 (http://www.pdf-tools.com)</vt:lpwstr>
  </property>
  <property fmtid="{D5CDD505-2E9C-101B-9397-08002B2CF9AE}" pid="5" name="ContentTypeId">
    <vt:lpwstr>0x010100AF564C74F618614CA838BA6D6D72AB6C</vt:lpwstr>
  </property>
</Properties>
</file>