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151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0240" y="390144"/>
            <a:ext cx="1170432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240" y="2243328"/>
            <a:ext cx="1170432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598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7856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9888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887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887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684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4968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8016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4079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7856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7856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2936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887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904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64C74F618614CA838BA6D6D72AB6C" ma:contentTypeVersion="5" ma:contentTypeDescription="Create a new document." ma:contentTypeScope="" ma:versionID="6d5f4807e556fbe766768ee3e6e64d73">
  <xsd:schema xmlns:xsd="http://www.w3.org/2001/XMLSchema" xmlns:xs="http://www.w3.org/2001/XMLSchema" xmlns:p="http://schemas.microsoft.com/office/2006/metadata/properties" xmlns:ns2="61210c74-7046-444b-9e6c-7757b62ea557" targetNamespace="http://schemas.microsoft.com/office/2006/metadata/properties" ma:root="true" ma:fieldsID="f9ebc22d833cc31d435be24bad7c7d13" ns2:_="">
    <xsd:import namespace="61210c74-7046-444b-9e6c-7757b62ea55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10c74-7046-444b-9e6c-7757b62ea55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3D5DD-4021-4BD4-805C-83C20E85C54B}"/>
</file>

<file path=customXml/itemProps2.xml><?xml version="1.0" encoding="utf-8"?>
<ds:datastoreItem xmlns:ds="http://schemas.openxmlformats.org/officeDocument/2006/customXml" ds:itemID="{B13E2A75-2397-4D7F-8553-E2DA4E4E954D}"/>
</file>

<file path=customXml/itemProps3.xml><?xml version="1.0" encoding="utf-8"?>
<ds:datastoreItem xmlns:ds="http://schemas.openxmlformats.org/officeDocument/2006/customXml" ds:itemID="{84B85AA7-3B6A-469E-AB01-EE86EAB2D41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0</Words>
  <Application>Microsoft Office PowerPoint</Application>
  <PresentationFormat>Custom</PresentationFormat>
  <Paragraphs>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Nazleeni Samiha Bt Haron (FSMC/UTP)</cp:lastModifiedBy>
  <cp:revision>1</cp:revision>
  <dcterms:created xsi:type="dcterms:W3CDTF">2025-07-13T23:43:44Z</dcterms:created>
  <dcterms:modified xsi:type="dcterms:W3CDTF">2025-07-22T01:37:38Z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2018-05-19T00:00:00Z</vt:filetime>
  </property>
  <property fmtid="{D5CDD505-2E9C-101B-9397-08002B2CF9AE}" pid="3" name="LastSaved">
    <vt:filetime>2025-07-13T00:00:00Z</vt:filetime>
  </property>
  <property fmtid="{D5CDD505-2E9C-101B-9397-08002B2CF9AE}" pid="4" name="Producer">
    <vt:lpwstr>3-Heights(TM) PDF Security Shell 4.8.25.2 (http://www.pdf-tools.com)</vt:lpwstr>
  </property>
  <property fmtid="{D5CDD505-2E9C-101B-9397-08002B2CF9AE}" pid="5" name="ContentTypeId">
    <vt:lpwstr>0x010100AF564C74F618614CA838BA6D6D72AB6C</vt:lpwstr>
  </property>
</Properties>
</file>