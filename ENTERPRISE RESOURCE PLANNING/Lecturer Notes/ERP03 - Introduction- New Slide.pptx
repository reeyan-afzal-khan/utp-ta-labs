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5"/>
  </p:notesMasterIdLst>
  <p:sldIdLst>
    <p:sldId id="285" r:id="rId5"/>
    <p:sldId id="300" r:id="rId6"/>
    <p:sldId id="342" r:id="rId7"/>
    <p:sldId id="339" r:id="rId8"/>
    <p:sldId id="340" r:id="rId9"/>
    <p:sldId id="344" r:id="rId10"/>
    <p:sldId id="343" r:id="rId11"/>
    <p:sldId id="338" r:id="rId12"/>
    <p:sldId id="288" r:id="rId13"/>
    <p:sldId id="328" r:id="rId14"/>
    <p:sldId id="304" r:id="rId15"/>
    <p:sldId id="329" r:id="rId16"/>
    <p:sldId id="330" r:id="rId17"/>
    <p:sldId id="336" r:id="rId18"/>
    <p:sldId id="337" r:id="rId19"/>
    <p:sldId id="332" r:id="rId20"/>
    <p:sldId id="333" r:id="rId21"/>
    <p:sldId id="334" r:id="rId22"/>
    <p:sldId id="335" r:id="rId23"/>
    <p:sldId id="28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D403FB7-EF22-4211-B94D-E94FE4BDD63E}">
          <p14:sldIdLst>
            <p14:sldId id="285"/>
            <p14:sldId id="300"/>
            <p14:sldId id="342"/>
            <p14:sldId id="339"/>
            <p14:sldId id="340"/>
            <p14:sldId id="344"/>
            <p14:sldId id="343"/>
            <p14:sldId id="338"/>
            <p14:sldId id="288"/>
            <p14:sldId id="328"/>
            <p14:sldId id="304"/>
            <p14:sldId id="329"/>
            <p14:sldId id="330"/>
            <p14:sldId id="336"/>
            <p14:sldId id="337"/>
            <p14:sldId id="332"/>
            <p14:sldId id="333"/>
            <p14:sldId id="334"/>
            <p14:sldId id="335"/>
          </p14:sldIdLst>
        </p14:section>
        <p14:section name="Untitled Section" id="{CADDDADC-6354-45CD-9EDE-E670B1F583F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ur Syafiqah Zamri" initials="NS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5F1"/>
    <a:srgbClr val="B8CCE4"/>
    <a:srgbClr val="D08E0C"/>
    <a:srgbClr val="C88B11"/>
    <a:srgbClr val="FF9933"/>
    <a:srgbClr val="004B84"/>
    <a:srgbClr val="004B85"/>
    <a:srgbClr val="A72005"/>
    <a:srgbClr val="CC2706"/>
    <a:srgbClr val="D42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7" autoAdjust="0"/>
    <p:restoredTop sz="95761" autoAdjust="0"/>
  </p:normalViewPr>
  <p:slideViewPr>
    <p:cSldViewPr snapToGrid="0">
      <p:cViewPr>
        <p:scale>
          <a:sx n="100" d="100"/>
          <a:sy n="100" d="100"/>
        </p:scale>
        <p:origin x="856" y="63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40F2B4-708D-404F-A634-276E3BE3E3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4DBB44-771D-4F5D-B568-392F6FE771D7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Understand Fitter Snacker’s sales process problems</a:t>
          </a:r>
          <a:endParaRPr lang="en-US"/>
        </a:p>
      </dgm:t>
    </dgm:pt>
    <dgm:pt modelId="{D9041965-9CF9-4C1F-8BF2-3A4ADFBAF7B7}" type="parTrans" cxnId="{73BA9948-12D8-4D74-9592-2E11DB9C7E79}">
      <dgm:prSet/>
      <dgm:spPr/>
      <dgm:t>
        <a:bodyPr/>
        <a:lstStyle/>
        <a:p>
          <a:endParaRPr lang="en-US"/>
        </a:p>
      </dgm:t>
    </dgm:pt>
    <dgm:pt modelId="{C7BC3663-7143-4262-B85D-A6F251AEC307}" type="sibTrans" cxnId="{73BA9948-12D8-4D74-9592-2E11DB9C7E79}">
      <dgm:prSet/>
      <dgm:spPr/>
      <dgm:t>
        <a:bodyPr/>
        <a:lstStyle/>
        <a:p>
          <a:endParaRPr lang="en-US"/>
        </a:p>
      </dgm:t>
    </dgm:pt>
    <dgm:pt modelId="{1E353DD3-CB69-4997-8408-D3652A0ED026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Explain issues caused by non-integrated systems</a:t>
          </a:r>
          <a:endParaRPr lang="en-US"/>
        </a:p>
      </dgm:t>
    </dgm:pt>
    <dgm:pt modelId="{6FE3694B-FCCE-441A-BAF1-9DD9BF18A5D5}" type="parTrans" cxnId="{A1C8BD24-B2C2-4435-9E1B-4B0E3AE64E39}">
      <dgm:prSet/>
      <dgm:spPr/>
      <dgm:t>
        <a:bodyPr/>
        <a:lstStyle/>
        <a:p>
          <a:endParaRPr lang="en-US"/>
        </a:p>
      </dgm:t>
    </dgm:pt>
    <dgm:pt modelId="{53FB8C5F-7F23-40B1-8F4B-477BC231FA60}" type="sibTrans" cxnId="{A1C8BD24-B2C2-4435-9E1B-4B0E3AE64E39}">
      <dgm:prSet/>
      <dgm:spPr/>
      <dgm:t>
        <a:bodyPr/>
        <a:lstStyle/>
        <a:p>
          <a:endParaRPr lang="en-US"/>
        </a:p>
      </dgm:t>
    </dgm:pt>
    <dgm:pt modelId="{48B968F2-B69C-4B70-8219-F68DBEF81286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Learn sales &amp; distribution in SAP ERP</a:t>
          </a:r>
          <a:endParaRPr lang="en-US"/>
        </a:p>
      </dgm:t>
    </dgm:pt>
    <dgm:pt modelId="{FF266164-732D-4880-8171-CC78B974B465}" type="parTrans" cxnId="{2FAC1FDD-0815-4C39-82C8-13F174C9FCA3}">
      <dgm:prSet/>
      <dgm:spPr/>
      <dgm:t>
        <a:bodyPr/>
        <a:lstStyle/>
        <a:p>
          <a:endParaRPr lang="en-US"/>
        </a:p>
      </dgm:t>
    </dgm:pt>
    <dgm:pt modelId="{324FE3AE-BB29-4807-B524-6497CF498ADA}" type="sibTrans" cxnId="{2FAC1FDD-0815-4C39-82C8-13F174C9FCA3}">
      <dgm:prSet/>
      <dgm:spPr/>
      <dgm:t>
        <a:bodyPr/>
        <a:lstStyle/>
        <a:p>
          <a:endParaRPr lang="en-US"/>
        </a:p>
      </dgm:t>
    </dgm:pt>
    <dgm:pt modelId="{EA2AFB78-FC6D-4334-A253-07C1F03D9303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Understand how SAP processes sales orders</a:t>
          </a:r>
          <a:endParaRPr lang="en-US"/>
        </a:p>
      </dgm:t>
    </dgm:pt>
    <dgm:pt modelId="{8BA672E0-8A26-4ED0-8BBB-4F9AFEAD2356}" type="parTrans" cxnId="{20C8AC72-FFD6-4B0D-BBE7-E15DD6EFE7A4}">
      <dgm:prSet/>
      <dgm:spPr/>
      <dgm:t>
        <a:bodyPr/>
        <a:lstStyle/>
        <a:p>
          <a:endParaRPr lang="en-US"/>
        </a:p>
      </dgm:t>
    </dgm:pt>
    <dgm:pt modelId="{39E7C3A2-837B-4B35-8C60-8F9675F87B5A}" type="sibTrans" cxnId="{20C8AC72-FFD6-4B0D-BBE7-E15DD6EFE7A4}">
      <dgm:prSet/>
      <dgm:spPr/>
      <dgm:t>
        <a:bodyPr/>
        <a:lstStyle/>
        <a:p>
          <a:endParaRPr lang="en-US"/>
        </a:p>
      </dgm:t>
    </dgm:pt>
    <dgm:pt modelId="{118ED4B1-69E9-47E8-A5F8-16DD455E60E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Identify the benefits of CRM in ERP systems</a:t>
          </a:r>
          <a:endParaRPr lang="en-US"/>
        </a:p>
      </dgm:t>
    </dgm:pt>
    <dgm:pt modelId="{03954F30-2020-46F9-A29F-526C7B76DCD4}" type="parTrans" cxnId="{805F9272-9298-4446-BDC5-0D0DB5AF199D}">
      <dgm:prSet/>
      <dgm:spPr/>
      <dgm:t>
        <a:bodyPr/>
        <a:lstStyle/>
        <a:p>
          <a:endParaRPr lang="en-US"/>
        </a:p>
      </dgm:t>
    </dgm:pt>
    <dgm:pt modelId="{DA7B9B8B-50C7-4EBD-9D9B-60595C581131}" type="sibTrans" cxnId="{805F9272-9298-4446-BDC5-0D0DB5AF199D}">
      <dgm:prSet/>
      <dgm:spPr/>
      <dgm:t>
        <a:bodyPr/>
        <a:lstStyle/>
        <a:p>
          <a:endParaRPr lang="en-US"/>
        </a:p>
      </dgm:t>
    </dgm:pt>
    <dgm:pt modelId="{F9231695-3E41-4580-AC3B-66E6C2A7DB1A}" type="pres">
      <dgm:prSet presAssocID="{B940F2B4-708D-404F-A634-276E3BE3E381}" presName="root" presStyleCnt="0">
        <dgm:presLayoutVars>
          <dgm:dir/>
          <dgm:resizeHandles val="exact"/>
        </dgm:presLayoutVars>
      </dgm:prSet>
      <dgm:spPr/>
    </dgm:pt>
    <dgm:pt modelId="{A538C75C-B667-4E96-83D2-D03331395B27}" type="pres">
      <dgm:prSet presAssocID="{D14DBB44-771D-4F5D-B568-392F6FE771D7}" presName="compNode" presStyleCnt="0"/>
      <dgm:spPr/>
    </dgm:pt>
    <dgm:pt modelId="{147E6C69-15E3-4D6D-8D03-3A4DE260E4A8}" type="pres">
      <dgm:prSet presAssocID="{D14DBB44-771D-4F5D-B568-392F6FE771D7}" presName="bgRect" presStyleLbl="bgShp" presStyleIdx="0" presStyleCnt="5"/>
      <dgm:spPr/>
    </dgm:pt>
    <dgm:pt modelId="{100532DA-2DB7-4DC3-AC58-34F38D1D0E0F}" type="pres">
      <dgm:prSet presAssocID="{D14DBB44-771D-4F5D-B568-392F6FE771D7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D7906D3-1356-454A-BE56-8931E9E808E3}" type="pres">
      <dgm:prSet presAssocID="{D14DBB44-771D-4F5D-B568-392F6FE771D7}" presName="spaceRect" presStyleCnt="0"/>
      <dgm:spPr/>
    </dgm:pt>
    <dgm:pt modelId="{337941D4-12DF-470A-A458-17ADD7165BFE}" type="pres">
      <dgm:prSet presAssocID="{D14DBB44-771D-4F5D-B568-392F6FE771D7}" presName="parTx" presStyleLbl="revTx" presStyleIdx="0" presStyleCnt="5">
        <dgm:presLayoutVars>
          <dgm:chMax val="0"/>
          <dgm:chPref val="0"/>
        </dgm:presLayoutVars>
      </dgm:prSet>
      <dgm:spPr/>
    </dgm:pt>
    <dgm:pt modelId="{0CCFCB65-9498-400F-B9DB-4AE23F937CA7}" type="pres">
      <dgm:prSet presAssocID="{C7BC3663-7143-4262-B85D-A6F251AEC307}" presName="sibTrans" presStyleCnt="0"/>
      <dgm:spPr/>
    </dgm:pt>
    <dgm:pt modelId="{626DFF02-9D29-4EC9-BE2F-96C834F57E49}" type="pres">
      <dgm:prSet presAssocID="{1E353DD3-CB69-4997-8408-D3652A0ED026}" presName="compNode" presStyleCnt="0"/>
      <dgm:spPr/>
    </dgm:pt>
    <dgm:pt modelId="{465B7CF5-FE74-49BB-82E3-F6E3465D882C}" type="pres">
      <dgm:prSet presAssocID="{1E353DD3-CB69-4997-8408-D3652A0ED026}" presName="bgRect" presStyleLbl="bgShp" presStyleIdx="1" presStyleCnt="5"/>
      <dgm:spPr/>
    </dgm:pt>
    <dgm:pt modelId="{CD07D2EB-2B1E-49E0-8D25-FDD63196E9F3}" type="pres">
      <dgm:prSet presAssocID="{1E353DD3-CB69-4997-8408-D3652A0ED02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EC7E626-D446-4E04-A720-1C9F51C188DF}" type="pres">
      <dgm:prSet presAssocID="{1E353DD3-CB69-4997-8408-D3652A0ED026}" presName="spaceRect" presStyleCnt="0"/>
      <dgm:spPr/>
    </dgm:pt>
    <dgm:pt modelId="{7D021013-F406-4727-B822-24B08B4213E9}" type="pres">
      <dgm:prSet presAssocID="{1E353DD3-CB69-4997-8408-D3652A0ED026}" presName="parTx" presStyleLbl="revTx" presStyleIdx="1" presStyleCnt="5">
        <dgm:presLayoutVars>
          <dgm:chMax val="0"/>
          <dgm:chPref val="0"/>
        </dgm:presLayoutVars>
      </dgm:prSet>
      <dgm:spPr/>
    </dgm:pt>
    <dgm:pt modelId="{A3301BA4-5DD0-4957-9396-835B30B8E9AD}" type="pres">
      <dgm:prSet presAssocID="{53FB8C5F-7F23-40B1-8F4B-477BC231FA60}" presName="sibTrans" presStyleCnt="0"/>
      <dgm:spPr/>
    </dgm:pt>
    <dgm:pt modelId="{3A8D5083-9851-4C0C-B46D-3CA1BAF0C535}" type="pres">
      <dgm:prSet presAssocID="{48B968F2-B69C-4B70-8219-F68DBEF81286}" presName="compNode" presStyleCnt="0"/>
      <dgm:spPr/>
    </dgm:pt>
    <dgm:pt modelId="{63EF0262-E5FD-453A-86E3-F4D4F6F87577}" type="pres">
      <dgm:prSet presAssocID="{48B968F2-B69C-4B70-8219-F68DBEF81286}" presName="bgRect" presStyleLbl="bgShp" presStyleIdx="2" presStyleCnt="5"/>
      <dgm:spPr/>
    </dgm:pt>
    <dgm:pt modelId="{C26681B2-BE50-4B99-911F-C43B6711A762}" type="pres">
      <dgm:prSet presAssocID="{48B968F2-B69C-4B70-8219-F68DBEF8128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90A889DD-F934-40A1-80A2-4850AFA8A010}" type="pres">
      <dgm:prSet presAssocID="{48B968F2-B69C-4B70-8219-F68DBEF81286}" presName="spaceRect" presStyleCnt="0"/>
      <dgm:spPr/>
    </dgm:pt>
    <dgm:pt modelId="{15C2940C-34CF-4A78-A9DE-DC094A513ED6}" type="pres">
      <dgm:prSet presAssocID="{48B968F2-B69C-4B70-8219-F68DBEF81286}" presName="parTx" presStyleLbl="revTx" presStyleIdx="2" presStyleCnt="5">
        <dgm:presLayoutVars>
          <dgm:chMax val="0"/>
          <dgm:chPref val="0"/>
        </dgm:presLayoutVars>
      </dgm:prSet>
      <dgm:spPr/>
    </dgm:pt>
    <dgm:pt modelId="{5A83F9B1-7F57-4CAF-BBC2-A6AC8B36537E}" type="pres">
      <dgm:prSet presAssocID="{324FE3AE-BB29-4807-B524-6497CF498ADA}" presName="sibTrans" presStyleCnt="0"/>
      <dgm:spPr/>
    </dgm:pt>
    <dgm:pt modelId="{E597FE91-54AD-4C61-A402-41FCC01BE5B4}" type="pres">
      <dgm:prSet presAssocID="{EA2AFB78-FC6D-4334-A253-07C1F03D9303}" presName="compNode" presStyleCnt="0"/>
      <dgm:spPr/>
    </dgm:pt>
    <dgm:pt modelId="{8ED91EFD-37A3-43B1-A295-FE948A7A0134}" type="pres">
      <dgm:prSet presAssocID="{EA2AFB78-FC6D-4334-A253-07C1F03D9303}" presName="bgRect" presStyleLbl="bgShp" presStyleIdx="3" presStyleCnt="5"/>
      <dgm:spPr/>
    </dgm:pt>
    <dgm:pt modelId="{E147A7B1-A133-4410-99D0-A0CAE30FD19D}" type="pres">
      <dgm:prSet presAssocID="{EA2AFB78-FC6D-4334-A253-07C1F03D930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396EDEF-6B0B-4333-82A6-79399AF202EE}" type="pres">
      <dgm:prSet presAssocID="{EA2AFB78-FC6D-4334-A253-07C1F03D9303}" presName="spaceRect" presStyleCnt="0"/>
      <dgm:spPr/>
    </dgm:pt>
    <dgm:pt modelId="{DA6427C0-C129-4329-8B0E-3852CEA061C0}" type="pres">
      <dgm:prSet presAssocID="{EA2AFB78-FC6D-4334-A253-07C1F03D9303}" presName="parTx" presStyleLbl="revTx" presStyleIdx="3" presStyleCnt="5">
        <dgm:presLayoutVars>
          <dgm:chMax val="0"/>
          <dgm:chPref val="0"/>
        </dgm:presLayoutVars>
      </dgm:prSet>
      <dgm:spPr/>
    </dgm:pt>
    <dgm:pt modelId="{7DCBCB82-F2CA-4D71-8E2A-B70759957929}" type="pres">
      <dgm:prSet presAssocID="{39E7C3A2-837B-4B35-8C60-8F9675F87B5A}" presName="sibTrans" presStyleCnt="0"/>
      <dgm:spPr/>
    </dgm:pt>
    <dgm:pt modelId="{9D85419C-5D50-4B4F-A53F-4134F80CD036}" type="pres">
      <dgm:prSet presAssocID="{118ED4B1-69E9-47E8-A5F8-16DD455E60EE}" presName="compNode" presStyleCnt="0"/>
      <dgm:spPr/>
    </dgm:pt>
    <dgm:pt modelId="{AA3209B0-6C85-4669-A6AC-D0A833358234}" type="pres">
      <dgm:prSet presAssocID="{118ED4B1-69E9-47E8-A5F8-16DD455E60EE}" presName="bgRect" presStyleLbl="bgShp" presStyleIdx="4" presStyleCnt="5"/>
      <dgm:spPr/>
    </dgm:pt>
    <dgm:pt modelId="{DC0719E0-4CF6-44C9-8D9A-F5D2631B4821}" type="pres">
      <dgm:prSet presAssocID="{118ED4B1-69E9-47E8-A5F8-16DD455E60E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235993C-2932-452A-AB9D-3EBE63A7EC69}" type="pres">
      <dgm:prSet presAssocID="{118ED4B1-69E9-47E8-A5F8-16DD455E60EE}" presName="spaceRect" presStyleCnt="0"/>
      <dgm:spPr/>
    </dgm:pt>
    <dgm:pt modelId="{BFAF4FD6-D152-43E3-9C78-D798D89306A1}" type="pres">
      <dgm:prSet presAssocID="{118ED4B1-69E9-47E8-A5F8-16DD455E60E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CED0906-1335-4F6E-9E03-F10E3584C435}" type="presOf" srcId="{EA2AFB78-FC6D-4334-A253-07C1F03D9303}" destId="{DA6427C0-C129-4329-8B0E-3852CEA061C0}" srcOrd="0" destOrd="0" presId="urn:microsoft.com/office/officeart/2018/2/layout/IconVerticalSolidList"/>
    <dgm:cxn modelId="{8C17BF21-291A-4115-92E8-5D3FFEDDFBBE}" type="presOf" srcId="{48B968F2-B69C-4B70-8219-F68DBEF81286}" destId="{15C2940C-34CF-4A78-A9DE-DC094A513ED6}" srcOrd="0" destOrd="0" presId="urn:microsoft.com/office/officeart/2018/2/layout/IconVerticalSolidList"/>
    <dgm:cxn modelId="{A1C8BD24-B2C2-4435-9E1B-4B0E3AE64E39}" srcId="{B940F2B4-708D-404F-A634-276E3BE3E381}" destId="{1E353DD3-CB69-4997-8408-D3652A0ED026}" srcOrd="1" destOrd="0" parTransId="{6FE3694B-FCCE-441A-BAF1-9DD9BF18A5D5}" sibTransId="{53FB8C5F-7F23-40B1-8F4B-477BC231FA60}"/>
    <dgm:cxn modelId="{73BA9948-12D8-4D74-9592-2E11DB9C7E79}" srcId="{B940F2B4-708D-404F-A634-276E3BE3E381}" destId="{D14DBB44-771D-4F5D-B568-392F6FE771D7}" srcOrd="0" destOrd="0" parTransId="{D9041965-9CF9-4C1F-8BF2-3A4ADFBAF7B7}" sibTransId="{C7BC3663-7143-4262-B85D-A6F251AEC307}"/>
    <dgm:cxn modelId="{B008936A-FDBB-48AB-A10B-EE0762A9A3A8}" type="presOf" srcId="{118ED4B1-69E9-47E8-A5F8-16DD455E60EE}" destId="{BFAF4FD6-D152-43E3-9C78-D798D89306A1}" srcOrd="0" destOrd="0" presId="urn:microsoft.com/office/officeart/2018/2/layout/IconVerticalSolidList"/>
    <dgm:cxn modelId="{A09D7C6E-444C-4CB0-ADBD-A6C63B69FEFA}" type="presOf" srcId="{B940F2B4-708D-404F-A634-276E3BE3E381}" destId="{F9231695-3E41-4580-AC3B-66E6C2A7DB1A}" srcOrd="0" destOrd="0" presId="urn:microsoft.com/office/officeart/2018/2/layout/IconVerticalSolidList"/>
    <dgm:cxn modelId="{805F9272-9298-4446-BDC5-0D0DB5AF199D}" srcId="{B940F2B4-708D-404F-A634-276E3BE3E381}" destId="{118ED4B1-69E9-47E8-A5F8-16DD455E60EE}" srcOrd="4" destOrd="0" parTransId="{03954F30-2020-46F9-A29F-526C7B76DCD4}" sibTransId="{DA7B9B8B-50C7-4EBD-9D9B-60595C581131}"/>
    <dgm:cxn modelId="{20C8AC72-FFD6-4B0D-BBE7-E15DD6EFE7A4}" srcId="{B940F2B4-708D-404F-A634-276E3BE3E381}" destId="{EA2AFB78-FC6D-4334-A253-07C1F03D9303}" srcOrd="3" destOrd="0" parTransId="{8BA672E0-8A26-4ED0-8BBB-4F9AFEAD2356}" sibTransId="{39E7C3A2-837B-4B35-8C60-8F9675F87B5A}"/>
    <dgm:cxn modelId="{6646FD85-0766-4B79-B064-29A7D90DD28F}" type="presOf" srcId="{D14DBB44-771D-4F5D-B568-392F6FE771D7}" destId="{337941D4-12DF-470A-A458-17ADD7165BFE}" srcOrd="0" destOrd="0" presId="urn:microsoft.com/office/officeart/2018/2/layout/IconVerticalSolidList"/>
    <dgm:cxn modelId="{EE36B8C7-C724-49A4-A0FB-791C881FACDE}" type="presOf" srcId="{1E353DD3-CB69-4997-8408-D3652A0ED026}" destId="{7D021013-F406-4727-B822-24B08B4213E9}" srcOrd="0" destOrd="0" presId="urn:microsoft.com/office/officeart/2018/2/layout/IconVerticalSolidList"/>
    <dgm:cxn modelId="{2FAC1FDD-0815-4C39-82C8-13F174C9FCA3}" srcId="{B940F2B4-708D-404F-A634-276E3BE3E381}" destId="{48B968F2-B69C-4B70-8219-F68DBEF81286}" srcOrd="2" destOrd="0" parTransId="{FF266164-732D-4880-8171-CC78B974B465}" sibTransId="{324FE3AE-BB29-4807-B524-6497CF498ADA}"/>
    <dgm:cxn modelId="{C9FCC89E-2BAA-4A00-914F-D3FBAC3F32A6}" type="presParOf" srcId="{F9231695-3E41-4580-AC3B-66E6C2A7DB1A}" destId="{A538C75C-B667-4E96-83D2-D03331395B27}" srcOrd="0" destOrd="0" presId="urn:microsoft.com/office/officeart/2018/2/layout/IconVerticalSolidList"/>
    <dgm:cxn modelId="{AFC1FAB8-B8C5-4F5C-9882-A8C10ED6D978}" type="presParOf" srcId="{A538C75C-B667-4E96-83D2-D03331395B27}" destId="{147E6C69-15E3-4D6D-8D03-3A4DE260E4A8}" srcOrd="0" destOrd="0" presId="urn:microsoft.com/office/officeart/2018/2/layout/IconVerticalSolidList"/>
    <dgm:cxn modelId="{C46D5981-D34C-4C11-B23F-9900D38FC6C8}" type="presParOf" srcId="{A538C75C-B667-4E96-83D2-D03331395B27}" destId="{100532DA-2DB7-4DC3-AC58-34F38D1D0E0F}" srcOrd="1" destOrd="0" presId="urn:microsoft.com/office/officeart/2018/2/layout/IconVerticalSolidList"/>
    <dgm:cxn modelId="{23C2461D-CAEB-4042-943C-775C9F87204B}" type="presParOf" srcId="{A538C75C-B667-4E96-83D2-D03331395B27}" destId="{2D7906D3-1356-454A-BE56-8931E9E808E3}" srcOrd="2" destOrd="0" presId="urn:microsoft.com/office/officeart/2018/2/layout/IconVerticalSolidList"/>
    <dgm:cxn modelId="{8FB24958-AB88-468A-B2CD-ABEE9C9288F2}" type="presParOf" srcId="{A538C75C-B667-4E96-83D2-D03331395B27}" destId="{337941D4-12DF-470A-A458-17ADD7165BFE}" srcOrd="3" destOrd="0" presId="urn:microsoft.com/office/officeart/2018/2/layout/IconVerticalSolidList"/>
    <dgm:cxn modelId="{E70E75A7-9CFE-442D-B0F0-BE25B860B665}" type="presParOf" srcId="{F9231695-3E41-4580-AC3B-66E6C2A7DB1A}" destId="{0CCFCB65-9498-400F-B9DB-4AE23F937CA7}" srcOrd="1" destOrd="0" presId="urn:microsoft.com/office/officeart/2018/2/layout/IconVerticalSolidList"/>
    <dgm:cxn modelId="{CA2F9B43-D00E-4BD5-90F5-DCB30BF9E364}" type="presParOf" srcId="{F9231695-3E41-4580-AC3B-66E6C2A7DB1A}" destId="{626DFF02-9D29-4EC9-BE2F-96C834F57E49}" srcOrd="2" destOrd="0" presId="urn:microsoft.com/office/officeart/2018/2/layout/IconVerticalSolidList"/>
    <dgm:cxn modelId="{D87D9CEC-CBBD-4A3E-B672-01FA9D394B61}" type="presParOf" srcId="{626DFF02-9D29-4EC9-BE2F-96C834F57E49}" destId="{465B7CF5-FE74-49BB-82E3-F6E3465D882C}" srcOrd="0" destOrd="0" presId="urn:microsoft.com/office/officeart/2018/2/layout/IconVerticalSolidList"/>
    <dgm:cxn modelId="{5D6139A6-6B4F-45FE-9CC6-00111C705A4F}" type="presParOf" srcId="{626DFF02-9D29-4EC9-BE2F-96C834F57E49}" destId="{CD07D2EB-2B1E-49E0-8D25-FDD63196E9F3}" srcOrd="1" destOrd="0" presId="urn:microsoft.com/office/officeart/2018/2/layout/IconVerticalSolidList"/>
    <dgm:cxn modelId="{885CE89C-B480-4F41-9C67-1187AA7E00AB}" type="presParOf" srcId="{626DFF02-9D29-4EC9-BE2F-96C834F57E49}" destId="{7EC7E626-D446-4E04-A720-1C9F51C188DF}" srcOrd="2" destOrd="0" presId="urn:microsoft.com/office/officeart/2018/2/layout/IconVerticalSolidList"/>
    <dgm:cxn modelId="{BD3596EF-3705-4FE9-8507-D947E9776069}" type="presParOf" srcId="{626DFF02-9D29-4EC9-BE2F-96C834F57E49}" destId="{7D021013-F406-4727-B822-24B08B4213E9}" srcOrd="3" destOrd="0" presId="urn:microsoft.com/office/officeart/2018/2/layout/IconVerticalSolidList"/>
    <dgm:cxn modelId="{64C93FF8-BC98-4FF5-A351-473B976B6B96}" type="presParOf" srcId="{F9231695-3E41-4580-AC3B-66E6C2A7DB1A}" destId="{A3301BA4-5DD0-4957-9396-835B30B8E9AD}" srcOrd="3" destOrd="0" presId="urn:microsoft.com/office/officeart/2018/2/layout/IconVerticalSolidList"/>
    <dgm:cxn modelId="{87E29B26-D61D-4661-85C8-D96DD70F244A}" type="presParOf" srcId="{F9231695-3E41-4580-AC3B-66E6C2A7DB1A}" destId="{3A8D5083-9851-4C0C-B46D-3CA1BAF0C535}" srcOrd="4" destOrd="0" presId="urn:microsoft.com/office/officeart/2018/2/layout/IconVerticalSolidList"/>
    <dgm:cxn modelId="{8A840D4C-A403-473D-A93E-C026FE553208}" type="presParOf" srcId="{3A8D5083-9851-4C0C-B46D-3CA1BAF0C535}" destId="{63EF0262-E5FD-453A-86E3-F4D4F6F87577}" srcOrd="0" destOrd="0" presId="urn:microsoft.com/office/officeart/2018/2/layout/IconVerticalSolidList"/>
    <dgm:cxn modelId="{492D3816-C7B7-4137-8F8C-839DFDD794EE}" type="presParOf" srcId="{3A8D5083-9851-4C0C-B46D-3CA1BAF0C535}" destId="{C26681B2-BE50-4B99-911F-C43B6711A762}" srcOrd="1" destOrd="0" presId="urn:microsoft.com/office/officeart/2018/2/layout/IconVerticalSolidList"/>
    <dgm:cxn modelId="{D85EB4CF-ECA1-428E-A87B-532265FE4A4C}" type="presParOf" srcId="{3A8D5083-9851-4C0C-B46D-3CA1BAF0C535}" destId="{90A889DD-F934-40A1-80A2-4850AFA8A010}" srcOrd="2" destOrd="0" presId="urn:microsoft.com/office/officeart/2018/2/layout/IconVerticalSolidList"/>
    <dgm:cxn modelId="{6547EEAC-877E-46B0-B360-9B7404F8C323}" type="presParOf" srcId="{3A8D5083-9851-4C0C-B46D-3CA1BAF0C535}" destId="{15C2940C-34CF-4A78-A9DE-DC094A513ED6}" srcOrd="3" destOrd="0" presId="urn:microsoft.com/office/officeart/2018/2/layout/IconVerticalSolidList"/>
    <dgm:cxn modelId="{D64808F9-2E37-41C3-9A06-617B44E46915}" type="presParOf" srcId="{F9231695-3E41-4580-AC3B-66E6C2A7DB1A}" destId="{5A83F9B1-7F57-4CAF-BBC2-A6AC8B36537E}" srcOrd="5" destOrd="0" presId="urn:microsoft.com/office/officeart/2018/2/layout/IconVerticalSolidList"/>
    <dgm:cxn modelId="{B3726C60-BBC3-49BC-9272-50E6401B2A26}" type="presParOf" srcId="{F9231695-3E41-4580-AC3B-66E6C2A7DB1A}" destId="{E597FE91-54AD-4C61-A402-41FCC01BE5B4}" srcOrd="6" destOrd="0" presId="urn:microsoft.com/office/officeart/2018/2/layout/IconVerticalSolidList"/>
    <dgm:cxn modelId="{DD9F5BC8-B3A9-49D2-A20C-A820DC1B944F}" type="presParOf" srcId="{E597FE91-54AD-4C61-A402-41FCC01BE5B4}" destId="{8ED91EFD-37A3-43B1-A295-FE948A7A0134}" srcOrd="0" destOrd="0" presId="urn:microsoft.com/office/officeart/2018/2/layout/IconVerticalSolidList"/>
    <dgm:cxn modelId="{3029B33E-9708-40B9-BE7E-F8E351887F3B}" type="presParOf" srcId="{E597FE91-54AD-4C61-A402-41FCC01BE5B4}" destId="{E147A7B1-A133-4410-99D0-A0CAE30FD19D}" srcOrd="1" destOrd="0" presId="urn:microsoft.com/office/officeart/2018/2/layout/IconVerticalSolidList"/>
    <dgm:cxn modelId="{48384BAB-062A-4F1B-B680-CC9AF6F1F5DC}" type="presParOf" srcId="{E597FE91-54AD-4C61-A402-41FCC01BE5B4}" destId="{6396EDEF-6B0B-4333-82A6-79399AF202EE}" srcOrd="2" destOrd="0" presId="urn:microsoft.com/office/officeart/2018/2/layout/IconVerticalSolidList"/>
    <dgm:cxn modelId="{458B8C8B-344F-4EF5-A14C-3CD12CAFC1FC}" type="presParOf" srcId="{E597FE91-54AD-4C61-A402-41FCC01BE5B4}" destId="{DA6427C0-C129-4329-8B0E-3852CEA061C0}" srcOrd="3" destOrd="0" presId="urn:microsoft.com/office/officeart/2018/2/layout/IconVerticalSolidList"/>
    <dgm:cxn modelId="{8156BCBA-0A95-447B-B399-D6FB6FD9F4F1}" type="presParOf" srcId="{F9231695-3E41-4580-AC3B-66E6C2A7DB1A}" destId="{7DCBCB82-F2CA-4D71-8E2A-B70759957929}" srcOrd="7" destOrd="0" presId="urn:microsoft.com/office/officeart/2018/2/layout/IconVerticalSolidList"/>
    <dgm:cxn modelId="{E1F7EDF9-98FF-435E-BC7A-2C77844EE3F4}" type="presParOf" srcId="{F9231695-3E41-4580-AC3B-66E6C2A7DB1A}" destId="{9D85419C-5D50-4B4F-A53F-4134F80CD036}" srcOrd="8" destOrd="0" presId="urn:microsoft.com/office/officeart/2018/2/layout/IconVerticalSolidList"/>
    <dgm:cxn modelId="{1DFAB817-DAC6-4E6D-BACF-DFCCAA967991}" type="presParOf" srcId="{9D85419C-5D50-4B4F-A53F-4134F80CD036}" destId="{AA3209B0-6C85-4669-A6AC-D0A833358234}" srcOrd="0" destOrd="0" presId="urn:microsoft.com/office/officeart/2018/2/layout/IconVerticalSolidList"/>
    <dgm:cxn modelId="{7E2ABE7A-5FE9-4AD5-ABFB-8E9ED815B588}" type="presParOf" srcId="{9D85419C-5D50-4B4F-A53F-4134F80CD036}" destId="{DC0719E0-4CF6-44C9-8D9A-F5D2631B4821}" srcOrd="1" destOrd="0" presId="urn:microsoft.com/office/officeart/2018/2/layout/IconVerticalSolidList"/>
    <dgm:cxn modelId="{80B4B3B4-E64C-499F-AAE7-2D900CFB2FDD}" type="presParOf" srcId="{9D85419C-5D50-4B4F-A53F-4134F80CD036}" destId="{B235993C-2932-452A-AB9D-3EBE63A7EC69}" srcOrd="2" destOrd="0" presId="urn:microsoft.com/office/officeart/2018/2/layout/IconVerticalSolidList"/>
    <dgm:cxn modelId="{ECD2F093-EAA7-45CF-99CE-7731955B3B89}" type="presParOf" srcId="{9D85419C-5D50-4B4F-A53F-4134F80CD036}" destId="{BFAF4FD6-D152-43E3-9C78-D798D89306A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F26949-81C7-4102-BBD4-39A3D61D2FC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903ED7-FB80-4B8E-9D0B-BFD21DEAA0DF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Marketing role:</a:t>
          </a:r>
          <a:br>
            <a:rPr lang="en-MY"/>
          </a:br>
          <a:r>
            <a:rPr lang="en-MY"/>
            <a:t>1. Product Decide what to produce</a:t>
          </a:r>
          <a:endParaRPr lang="en-US"/>
        </a:p>
      </dgm:t>
    </dgm:pt>
    <dgm:pt modelId="{4035183A-151F-4271-9C37-6E65534EB30D}" type="parTrans" cxnId="{D8383425-E537-4092-A913-FD4E7A55A941}">
      <dgm:prSet/>
      <dgm:spPr/>
      <dgm:t>
        <a:bodyPr/>
        <a:lstStyle/>
        <a:p>
          <a:endParaRPr lang="en-US"/>
        </a:p>
      </dgm:t>
    </dgm:pt>
    <dgm:pt modelId="{6A8BE7F8-D2CA-4F6A-92B2-326047EA3190}" type="sibTrans" cxnId="{D8383425-E537-4092-A913-FD4E7A55A941}">
      <dgm:prSet/>
      <dgm:spPr/>
      <dgm:t>
        <a:bodyPr/>
        <a:lstStyle/>
        <a:p>
          <a:endParaRPr lang="en-US"/>
        </a:p>
      </dgm:t>
    </dgm:pt>
    <dgm:pt modelId="{E562EE82-FD81-4138-8C70-6638BC045DE4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2. Pricing decide price for products</a:t>
          </a:r>
          <a:endParaRPr lang="en-US"/>
        </a:p>
      </dgm:t>
    </dgm:pt>
    <dgm:pt modelId="{2D909660-ABF9-4DFE-A986-530758195D96}" type="parTrans" cxnId="{E232A35F-8825-45F6-9FD8-8B3B19A8C9B1}">
      <dgm:prSet/>
      <dgm:spPr/>
      <dgm:t>
        <a:bodyPr/>
        <a:lstStyle/>
        <a:p>
          <a:endParaRPr lang="en-US"/>
        </a:p>
      </dgm:t>
    </dgm:pt>
    <dgm:pt modelId="{908BEEBE-0211-48E9-8153-784A1557F739}" type="sibTrans" cxnId="{E232A35F-8825-45F6-9FD8-8B3B19A8C9B1}">
      <dgm:prSet/>
      <dgm:spPr/>
      <dgm:t>
        <a:bodyPr/>
        <a:lstStyle/>
        <a:p>
          <a:endParaRPr lang="en-US"/>
        </a:p>
      </dgm:t>
    </dgm:pt>
    <dgm:pt modelId="{30C016D7-FD4B-4A50-981F-98A35DDC8B7C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3. Promotion adversiting and Marketing </a:t>
          </a:r>
          <a:endParaRPr lang="en-US"/>
        </a:p>
      </dgm:t>
    </dgm:pt>
    <dgm:pt modelId="{D1272ADA-A67E-41ED-BE83-3D256E24F01E}" type="parTrans" cxnId="{1A5C52FA-29E6-4983-AF1C-94C87588C227}">
      <dgm:prSet/>
      <dgm:spPr/>
      <dgm:t>
        <a:bodyPr/>
        <a:lstStyle/>
        <a:p>
          <a:endParaRPr lang="en-US"/>
        </a:p>
      </dgm:t>
    </dgm:pt>
    <dgm:pt modelId="{F6F165C2-9396-4BB2-933F-C3327F969421}" type="sibTrans" cxnId="{1A5C52FA-29E6-4983-AF1C-94C87588C227}">
      <dgm:prSet/>
      <dgm:spPr/>
      <dgm:t>
        <a:bodyPr/>
        <a:lstStyle/>
        <a:p>
          <a:endParaRPr lang="en-US"/>
        </a:p>
      </dgm:t>
    </dgm:pt>
    <dgm:pt modelId="{6177E9B6-AF13-43F8-B85F-C23BCF20F50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4. Distribution customer delivery </a:t>
          </a:r>
          <a:endParaRPr lang="en-US"/>
        </a:p>
      </dgm:t>
    </dgm:pt>
    <dgm:pt modelId="{DA2C0F00-5238-4234-A25D-3B61344B2E7C}" type="parTrans" cxnId="{FDBF63BD-688F-4094-A65A-FEF5F85FF352}">
      <dgm:prSet/>
      <dgm:spPr/>
      <dgm:t>
        <a:bodyPr/>
        <a:lstStyle/>
        <a:p>
          <a:endParaRPr lang="en-US"/>
        </a:p>
      </dgm:t>
    </dgm:pt>
    <dgm:pt modelId="{6B451953-A217-4073-9BBF-0164DFB58EBF}" type="sibTrans" cxnId="{FDBF63BD-688F-4094-A65A-FEF5F85FF352}">
      <dgm:prSet/>
      <dgm:spPr/>
      <dgm:t>
        <a:bodyPr/>
        <a:lstStyle/>
        <a:p>
          <a:endParaRPr lang="en-US"/>
        </a:p>
      </dgm:t>
    </dgm:pt>
    <dgm:pt modelId="{B24AFAF5-F04C-4B20-98B5-935F66EB21DE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Sales and Marketing Data Purposes:</a:t>
          </a:r>
          <a:br>
            <a:rPr lang="en-MY"/>
          </a:br>
          <a:r>
            <a:rPr lang="en-MY"/>
            <a:t>1. Sales Records</a:t>
          </a:r>
          <a:br>
            <a:rPr lang="en-MY"/>
          </a:br>
          <a:r>
            <a:rPr lang="en-MY"/>
            <a:t>2. Customer billing </a:t>
          </a:r>
          <a:br>
            <a:rPr lang="en-MY"/>
          </a:br>
          <a:r>
            <a:rPr lang="en-MY"/>
            <a:t>3. Credit management </a:t>
          </a:r>
          <a:endParaRPr lang="en-US"/>
        </a:p>
      </dgm:t>
    </dgm:pt>
    <dgm:pt modelId="{4C958C53-7580-489C-9FB1-C5F1191CF894}" type="parTrans" cxnId="{44DD8526-04BB-453B-9F22-C2EEF3EF71B7}">
      <dgm:prSet/>
      <dgm:spPr/>
      <dgm:t>
        <a:bodyPr/>
        <a:lstStyle/>
        <a:p>
          <a:endParaRPr lang="en-US"/>
        </a:p>
      </dgm:t>
    </dgm:pt>
    <dgm:pt modelId="{E9FFD1B5-2ED7-4EF7-AFF8-F020F34A6A99}" type="sibTrans" cxnId="{44DD8526-04BB-453B-9F22-C2EEF3EF71B7}">
      <dgm:prSet/>
      <dgm:spPr/>
      <dgm:t>
        <a:bodyPr/>
        <a:lstStyle/>
        <a:p>
          <a:endParaRPr lang="en-US"/>
        </a:p>
      </dgm:t>
    </dgm:pt>
    <dgm:pt modelId="{03E90633-6FB9-489D-B62B-3DC4AB406B5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/>
            <a:t>ERP Integration </a:t>
          </a:r>
          <a:br>
            <a:rPr lang="en-MY"/>
          </a:br>
          <a:r>
            <a:rPr lang="en-MY"/>
            <a:t>1. Shared databases</a:t>
          </a:r>
          <a:br>
            <a:rPr lang="en-MY"/>
          </a:br>
          <a:r>
            <a:rPr lang="en-MY"/>
            <a:t>2. Real-time information</a:t>
          </a:r>
          <a:br>
            <a:rPr lang="en-MY"/>
          </a:br>
          <a:r>
            <a:rPr lang="en-MY"/>
            <a:t>3. Faster Communication</a:t>
          </a:r>
          <a:br>
            <a:rPr lang="en-MY"/>
          </a:br>
          <a:r>
            <a:rPr lang="en-MY"/>
            <a:t>4.Better decision Making </a:t>
          </a:r>
          <a:br>
            <a:rPr lang="en-MY"/>
          </a:br>
          <a:br>
            <a:rPr lang="en-MY"/>
          </a:br>
          <a:r>
            <a:rPr lang="en-MY"/>
            <a:t>Take notes: wrong data in one module affects all departments</a:t>
          </a:r>
          <a:endParaRPr lang="en-US"/>
        </a:p>
      </dgm:t>
    </dgm:pt>
    <dgm:pt modelId="{1F1B9053-2059-4B34-9AC1-599EA5EE6598}" type="parTrans" cxnId="{0E8691D3-A2BA-4453-9B79-A3F6FBBB92EB}">
      <dgm:prSet/>
      <dgm:spPr/>
      <dgm:t>
        <a:bodyPr/>
        <a:lstStyle/>
        <a:p>
          <a:endParaRPr lang="en-US"/>
        </a:p>
      </dgm:t>
    </dgm:pt>
    <dgm:pt modelId="{8FF1625B-3DE3-4DA8-BE31-B446A816DB34}" type="sibTrans" cxnId="{0E8691D3-A2BA-4453-9B79-A3F6FBBB92EB}">
      <dgm:prSet/>
      <dgm:spPr/>
      <dgm:t>
        <a:bodyPr/>
        <a:lstStyle/>
        <a:p>
          <a:endParaRPr lang="en-US"/>
        </a:p>
      </dgm:t>
    </dgm:pt>
    <dgm:pt modelId="{512CB3D7-E87A-4746-BA09-C24866704022}" type="pres">
      <dgm:prSet presAssocID="{4DF26949-81C7-4102-BBD4-39A3D61D2FC6}" presName="root" presStyleCnt="0">
        <dgm:presLayoutVars>
          <dgm:dir/>
          <dgm:resizeHandles val="exact"/>
        </dgm:presLayoutVars>
      </dgm:prSet>
      <dgm:spPr/>
    </dgm:pt>
    <dgm:pt modelId="{D41F6450-046F-40A8-AB7F-274550C8C992}" type="pres">
      <dgm:prSet presAssocID="{03903ED7-FB80-4B8E-9D0B-BFD21DEAA0DF}" presName="compNode" presStyleCnt="0"/>
      <dgm:spPr/>
    </dgm:pt>
    <dgm:pt modelId="{3D4BBCA6-262D-416B-8FEF-4E27C5971F79}" type="pres">
      <dgm:prSet presAssocID="{03903ED7-FB80-4B8E-9D0B-BFD21DEAA0D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vertising"/>
        </a:ext>
      </dgm:extLst>
    </dgm:pt>
    <dgm:pt modelId="{72832C48-6E73-4855-B5E8-88AF7937B324}" type="pres">
      <dgm:prSet presAssocID="{03903ED7-FB80-4B8E-9D0B-BFD21DEAA0DF}" presName="spaceRect" presStyleCnt="0"/>
      <dgm:spPr/>
    </dgm:pt>
    <dgm:pt modelId="{F096FBBC-3D67-40DA-8C5F-A97341A276FA}" type="pres">
      <dgm:prSet presAssocID="{03903ED7-FB80-4B8E-9D0B-BFD21DEAA0DF}" presName="textRect" presStyleLbl="revTx" presStyleIdx="0" presStyleCnt="6">
        <dgm:presLayoutVars>
          <dgm:chMax val="1"/>
          <dgm:chPref val="1"/>
        </dgm:presLayoutVars>
      </dgm:prSet>
      <dgm:spPr/>
    </dgm:pt>
    <dgm:pt modelId="{EF30F383-5B40-4A85-AFC3-3AB95BB64BFE}" type="pres">
      <dgm:prSet presAssocID="{6A8BE7F8-D2CA-4F6A-92B2-326047EA3190}" presName="sibTrans" presStyleCnt="0"/>
      <dgm:spPr/>
    </dgm:pt>
    <dgm:pt modelId="{C8E37A8D-EECB-4BC1-8FEB-C3DBB6DCB379}" type="pres">
      <dgm:prSet presAssocID="{E562EE82-FD81-4138-8C70-6638BC045DE4}" presName="compNode" presStyleCnt="0"/>
      <dgm:spPr/>
    </dgm:pt>
    <dgm:pt modelId="{2FB25BFB-728F-4974-A118-91A094BAA278}" type="pres">
      <dgm:prSet presAssocID="{E562EE82-FD81-4138-8C70-6638BC045DE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3DBE3D8B-0C71-412F-88BC-2893927FE473}" type="pres">
      <dgm:prSet presAssocID="{E562EE82-FD81-4138-8C70-6638BC045DE4}" presName="spaceRect" presStyleCnt="0"/>
      <dgm:spPr/>
    </dgm:pt>
    <dgm:pt modelId="{CD64931F-F93E-4AD7-826B-C790554F5AEA}" type="pres">
      <dgm:prSet presAssocID="{E562EE82-FD81-4138-8C70-6638BC045DE4}" presName="textRect" presStyleLbl="revTx" presStyleIdx="1" presStyleCnt="6">
        <dgm:presLayoutVars>
          <dgm:chMax val="1"/>
          <dgm:chPref val="1"/>
        </dgm:presLayoutVars>
      </dgm:prSet>
      <dgm:spPr/>
    </dgm:pt>
    <dgm:pt modelId="{B6AF21A4-B19A-4BB3-991B-942061A8A4A4}" type="pres">
      <dgm:prSet presAssocID="{908BEEBE-0211-48E9-8153-784A1557F739}" presName="sibTrans" presStyleCnt="0"/>
      <dgm:spPr/>
    </dgm:pt>
    <dgm:pt modelId="{96F19972-27D2-4426-A811-6BB45E5DDCD2}" type="pres">
      <dgm:prSet presAssocID="{30C016D7-FD4B-4A50-981F-98A35DDC8B7C}" presName="compNode" presStyleCnt="0"/>
      <dgm:spPr/>
    </dgm:pt>
    <dgm:pt modelId="{298F6E12-C4AA-4D27-BF22-A60738BCD4CD}" type="pres">
      <dgm:prSet presAssocID="{30C016D7-FD4B-4A50-981F-98A35DDC8B7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3E801603-D785-4AD4-840D-064BC844CA57}" type="pres">
      <dgm:prSet presAssocID="{30C016D7-FD4B-4A50-981F-98A35DDC8B7C}" presName="spaceRect" presStyleCnt="0"/>
      <dgm:spPr/>
    </dgm:pt>
    <dgm:pt modelId="{9DBFE11C-A648-48D1-AE22-2F6D8022056F}" type="pres">
      <dgm:prSet presAssocID="{30C016D7-FD4B-4A50-981F-98A35DDC8B7C}" presName="textRect" presStyleLbl="revTx" presStyleIdx="2" presStyleCnt="6">
        <dgm:presLayoutVars>
          <dgm:chMax val="1"/>
          <dgm:chPref val="1"/>
        </dgm:presLayoutVars>
      </dgm:prSet>
      <dgm:spPr/>
    </dgm:pt>
    <dgm:pt modelId="{9CB4A517-F016-4654-86F7-003DB28FFCEE}" type="pres">
      <dgm:prSet presAssocID="{F6F165C2-9396-4BB2-933F-C3327F969421}" presName="sibTrans" presStyleCnt="0"/>
      <dgm:spPr/>
    </dgm:pt>
    <dgm:pt modelId="{4E93102C-59FB-4E68-B469-55313DA25365}" type="pres">
      <dgm:prSet presAssocID="{6177E9B6-AF13-43F8-B85F-C23BCF20F50E}" presName="compNode" presStyleCnt="0"/>
      <dgm:spPr/>
    </dgm:pt>
    <dgm:pt modelId="{D353AC99-8D68-4F61-AAF2-E4555EA7FBAC}" type="pres">
      <dgm:prSet presAssocID="{6177E9B6-AF13-43F8-B85F-C23BCF20F50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48DF098C-CDF5-4E74-BB3C-228AA3FAC3B7}" type="pres">
      <dgm:prSet presAssocID="{6177E9B6-AF13-43F8-B85F-C23BCF20F50E}" presName="spaceRect" presStyleCnt="0"/>
      <dgm:spPr/>
    </dgm:pt>
    <dgm:pt modelId="{B4624C76-3051-4247-8F20-3CD71FC17D9B}" type="pres">
      <dgm:prSet presAssocID="{6177E9B6-AF13-43F8-B85F-C23BCF20F50E}" presName="textRect" presStyleLbl="revTx" presStyleIdx="3" presStyleCnt="6">
        <dgm:presLayoutVars>
          <dgm:chMax val="1"/>
          <dgm:chPref val="1"/>
        </dgm:presLayoutVars>
      </dgm:prSet>
      <dgm:spPr/>
    </dgm:pt>
    <dgm:pt modelId="{4B553924-EB9B-4A71-B453-F55B7FB122F6}" type="pres">
      <dgm:prSet presAssocID="{6B451953-A217-4073-9BBF-0164DFB58EBF}" presName="sibTrans" presStyleCnt="0"/>
      <dgm:spPr/>
    </dgm:pt>
    <dgm:pt modelId="{5B238BE0-0B9E-495E-8BF4-03DAF5C49EA5}" type="pres">
      <dgm:prSet presAssocID="{B24AFAF5-F04C-4B20-98B5-935F66EB21DE}" presName="compNode" presStyleCnt="0"/>
      <dgm:spPr/>
    </dgm:pt>
    <dgm:pt modelId="{2881DAC5-7883-4067-9169-9FB80E1A3994}" type="pres">
      <dgm:prSet presAssocID="{B24AFAF5-F04C-4B20-98B5-935F66EB21D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8C9223AE-505C-45AC-92A2-FB1F6F79FDE6}" type="pres">
      <dgm:prSet presAssocID="{B24AFAF5-F04C-4B20-98B5-935F66EB21DE}" presName="spaceRect" presStyleCnt="0"/>
      <dgm:spPr/>
    </dgm:pt>
    <dgm:pt modelId="{DC13EC80-15B3-4411-BAF5-D3C64943503C}" type="pres">
      <dgm:prSet presAssocID="{B24AFAF5-F04C-4B20-98B5-935F66EB21DE}" presName="textRect" presStyleLbl="revTx" presStyleIdx="4" presStyleCnt="6">
        <dgm:presLayoutVars>
          <dgm:chMax val="1"/>
          <dgm:chPref val="1"/>
        </dgm:presLayoutVars>
      </dgm:prSet>
      <dgm:spPr/>
    </dgm:pt>
    <dgm:pt modelId="{D6109383-6D15-48D7-81DA-854AF6C70E8F}" type="pres">
      <dgm:prSet presAssocID="{E9FFD1B5-2ED7-4EF7-AFF8-F020F34A6A99}" presName="sibTrans" presStyleCnt="0"/>
      <dgm:spPr/>
    </dgm:pt>
    <dgm:pt modelId="{95DCFDB3-0831-4D1C-A56D-6D77E02755E0}" type="pres">
      <dgm:prSet presAssocID="{03E90633-6FB9-489D-B62B-3DC4AB406B5B}" presName="compNode" presStyleCnt="0"/>
      <dgm:spPr/>
    </dgm:pt>
    <dgm:pt modelId="{3F41CD36-DCC5-4B2F-9C37-9D889CCC2481}" type="pres">
      <dgm:prSet presAssocID="{03E90633-6FB9-489D-B62B-3DC4AB406B5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CF1D384-06AC-4E23-A92B-37BFAF5AC649}" type="pres">
      <dgm:prSet presAssocID="{03E90633-6FB9-489D-B62B-3DC4AB406B5B}" presName="spaceRect" presStyleCnt="0"/>
      <dgm:spPr/>
    </dgm:pt>
    <dgm:pt modelId="{021D7450-A80A-4D0C-84EB-F33A46AA8321}" type="pres">
      <dgm:prSet presAssocID="{03E90633-6FB9-489D-B62B-3DC4AB406B5B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8383425-E537-4092-A913-FD4E7A55A941}" srcId="{4DF26949-81C7-4102-BBD4-39A3D61D2FC6}" destId="{03903ED7-FB80-4B8E-9D0B-BFD21DEAA0DF}" srcOrd="0" destOrd="0" parTransId="{4035183A-151F-4271-9C37-6E65534EB30D}" sibTransId="{6A8BE7F8-D2CA-4F6A-92B2-326047EA3190}"/>
    <dgm:cxn modelId="{44DD8526-04BB-453B-9F22-C2EEF3EF71B7}" srcId="{4DF26949-81C7-4102-BBD4-39A3D61D2FC6}" destId="{B24AFAF5-F04C-4B20-98B5-935F66EB21DE}" srcOrd="4" destOrd="0" parTransId="{4C958C53-7580-489C-9FB1-C5F1191CF894}" sibTransId="{E9FFD1B5-2ED7-4EF7-AFF8-F020F34A6A99}"/>
    <dgm:cxn modelId="{18F2ED26-FC59-4A31-8462-4C991B87028D}" type="presOf" srcId="{03903ED7-FB80-4B8E-9D0B-BFD21DEAA0DF}" destId="{F096FBBC-3D67-40DA-8C5F-A97341A276FA}" srcOrd="0" destOrd="0" presId="urn:microsoft.com/office/officeart/2018/2/layout/IconLabelList"/>
    <dgm:cxn modelId="{A1AF6F41-E4C2-4EB5-B833-EE2B9B1A66F8}" type="presOf" srcId="{6177E9B6-AF13-43F8-B85F-C23BCF20F50E}" destId="{B4624C76-3051-4247-8F20-3CD71FC17D9B}" srcOrd="0" destOrd="0" presId="urn:microsoft.com/office/officeart/2018/2/layout/IconLabelList"/>
    <dgm:cxn modelId="{057EC356-F871-42CD-88A5-7F6F2660CFF1}" type="presOf" srcId="{B24AFAF5-F04C-4B20-98B5-935F66EB21DE}" destId="{DC13EC80-15B3-4411-BAF5-D3C64943503C}" srcOrd="0" destOrd="0" presId="urn:microsoft.com/office/officeart/2018/2/layout/IconLabelList"/>
    <dgm:cxn modelId="{E232A35F-8825-45F6-9FD8-8B3B19A8C9B1}" srcId="{4DF26949-81C7-4102-BBD4-39A3D61D2FC6}" destId="{E562EE82-FD81-4138-8C70-6638BC045DE4}" srcOrd="1" destOrd="0" parTransId="{2D909660-ABF9-4DFE-A986-530758195D96}" sibTransId="{908BEEBE-0211-48E9-8153-784A1557F739}"/>
    <dgm:cxn modelId="{BF28756F-A85A-4370-B561-576B0999F477}" type="presOf" srcId="{03E90633-6FB9-489D-B62B-3DC4AB406B5B}" destId="{021D7450-A80A-4D0C-84EB-F33A46AA8321}" srcOrd="0" destOrd="0" presId="urn:microsoft.com/office/officeart/2018/2/layout/IconLabelList"/>
    <dgm:cxn modelId="{81E12284-E578-4738-A8C7-AE92FC6FB2ED}" type="presOf" srcId="{E562EE82-FD81-4138-8C70-6638BC045DE4}" destId="{CD64931F-F93E-4AD7-826B-C790554F5AEA}" srcOrd="0" destOrd="0" presId="urn:microsoft.com/office/officeart/2018/2/layout/IconLabelList"/>
    <dgm:cxn modelId="{8A293899-01AF-413E-BD37-F58E591179B0}" type="presOf" srcId="{4DF26949-81C7-4102-BBD4-39A3D61D2FC6}" destId="{512CB3D7-E87A-4746-BA09-C24866704022}" srcOrd="0" destOrd="0" presId="urn:microsoft.com/office/officeart/2018/2/layout/IconLabelList"/>
    <dgm:cxn modelId="{FDBF63BD-688F-4094-A65A-FEF5F85FF352}" srcId="{4DF26949-81C7-4102-BBD4-39A3D61D2FC6}" destId="{6177E9B6-AF13-43F8-B85F-C23BCF20F50E}" srcOrd="3" destOrd="0" parTransId="{DA2C0F00-5238-4234-A25D-3B61344B2E7C}" sibTransId="{6B451953-A217-4073-9BBF-0164DFB58EBF}"/>
    <dgm:cxn modelId="{46161FCE-6B91-4042-8271-2AE21BCB02CB}" type="presOf" srcId="{30C016D7-FD4B-4A50-981F-98A35DDC8B7C}" destId="{9DBFE11C-A648-48D1-AE22-2F6D8022056F}" srcOrd="0" destOrd="0" presId="urn:microsoft.com/office/officeart/2018/2/layout/IconLabelList"/>
    <dgm:cxn modelId="{0E8691D3-A2BA-4453-9B79-A3F6FBBB92EB}" srcId="{4DF26949-81C7-4102-BBD4-39A3D61D2FC6}" destId="{03E90633-6FB9-489D-B62B-3DC4AB406B5B}" srcOrd="5" destOrd="0" parTransId="{1F1B9053-2059-4B34-9AC1-599EA5EE6598}" sibTransId="{8FF1625B-3DE3-4DA8-BE31-B446A816DB34}"/>
    <dgm:cxn modelId="{1A5C52FA-29E6-4983-AF1C-94C87588C227}" srcId="{4DF26949-81C7-4102-BBD4-39A3D61D2FC6}" destId="{30C016D7-FD4B-4A50-981F-98A35DDC8B7C}" srcOrd="2" destOrd="0" parTransId="{D1272ADA-A67E-41ED-BE83-3D256E24F01E}" sibTransId="{F6F165C2-9396-4BB2-933F-C3327F969421}"/>
    <dgm:cxn modelId="{DA45A33B-E628-4854-92B5-353CAA48D585}" type="presParOf" srcId="{512CB3D7-E87A-4746-BA09-C24866704022}" destId="{D41F6450-046F-40A8-AB7F-274550C8C992}" srcOrd="0" destOrd="0" presId="urn:microsoft.com/office/officeart/2018/2/layout/IconLabelList"/>
    <dgm:cxn modelId="{30BC36B6-99AD-4459-920F-CC674465B093}" type="presParOf" srcId="{D41F6450-046F-40A8-AB7F-274550C8C992}" destId="{3D4BBCA6-262D-416B-8FEF-4E27C5971F79}" srcOrd="0" destOrd="0" presId="urn:microsoft.com/office/officeart/2018/2/layout/IconLabelList"/>
    <dgm:cxn modelId="{DA7A8EEB-18DA-4C53-984F-459EB36AABA6}" type="presParOf" srcId="{D41F6450-046F-40A8-AB7F-274550C8C992}" destId="{72832C48-6E73-4855-B5E8-88AF7937B324}" srcOrd="1" destOrd="0" presId="urn:microsoft.com/office/officeart/2018/2/layout/IconLabelList"/>
    <dgm:cxn modelId="{571D6DE7-3E96-43E2-8681-5DFD213834D9}" type="presParOf" srcId="{D41F6450-046F-40A8-AB7F-274550C8C992}" destId="{F096FBBC-3D67-40DA-8C5F-A97341A276FA}" srcOrd="2" destOrd="0" presId="urn:microsoft.com/office/officeart/2018/2/layout/IconLabelList"/>
    <dgm:cxn modelId="{1D752171-B9BB-46F3-A55C-7D31FA11B210}" type="presParOf" srcId="{512CB3D7-E87A-4746-BA09-C24866704022}" destId="{EF30F383-5B40-4A85-AFC3-3AB95BB64BFE}" srcOrd="1" destOrd="0" presId="urn:microsoft.com/office/officeart/2018/2/layout/IconLabelList"/>
    <dgm:cxn modelId="{615BBDE9-B6AD-4662-92D1-78465DBC44F5}" type="presParOf" srcId="{512CB3D7-E87A-4746-BA09-C24866704022}" destId="{C8E37A8D-EECB-4BC1-8FEB-C3DBB6DCB379}" srcOrd="2" destOrd="0" presId="urn:microsoft.com/office/officeart/2018/2/layout/IconLabelList"/>
    <dgm:cxn modelId="{73C05EC1-D842-4A5E-9871-08DDA6D8D731}" type="presParOf" srcId="{C8E37A8D-EECB-4BC1-8FEB-C3DBB6DCB379}" destId="{2FB25BFB-728F-4974-A118-91A094BAA278}" srcOrd="0" destOrd="0" presId="urn:microsoft.com/office/officeart/2018/2/layout/IconLabelList"/>
    <dgm:cxn modelId="{D314D345-578B-45F1-934F-A7244DA27665}" type="presParOf" srcId="{C8E37A8D-EECB-4BC1-8FEB-C3DBB6DCB379}" destId="{3DBE3D8B-0C71-412F-88BC-2893927FE473}" srcOrd="1" destOrd="0" presId="urn:microsoft.com/office/officeart/2018/2/layout/IconLabelList"/>
    <dgm:cxn modelId="{81E15A38-5C92-4A5A-87A8-FCA96C21F0BD}" type="presParOf" srcId="{C8E37A8D-EECB-4BC1-8FEB-C3DBB6DCB379}" destId="{CD64931F-F93E-4AD7-826B-C790554F5AEA}" srcOrd="2" destOrd="0" presId="urn:microsoft.com/office/officeart/2018/2/layout/IconLabelList"/>
    <dgm:cxn modelId="{99DE377C-486A-4B41-82B4-80E28CB96C66}" type="presParOf" srcId="{512CB3D7-E87A-4746-BA09-C24866704022}" destId="{B6AF21A4-B19A-4BB3-991B-942061A8A4A4}" srcOrd="3" destOrd="0" presId="urn:microsoft.com/office/officeart/2018/2/layout/IconLabelList"/>
    <dgm:cxn modelId="{0F97BDEB-DA7A-4AD3-B0D5-4788EE217228}" type="presParOf" srcId="{512CB3D7-E87A-4746-BA09-C24866704022}" destId="{96F19972-27D2-4426-A811-6BB45E5DDCD2}" srcOrd="4" destOrd="0" presId="urn:microsoft.com/office/officeart/2018/2/layout/IconLabelList"/>
    <dgm:cxn modelId="{A7413625-EB87-4023-940D-B16B7758C7A7}" type="presParOf" srcId="{96F19972-27D2-4426-A811-6BB45E5DDCD2}" destId="{298F6E12-C4AA-4D27-BF22-A60738BCD4CD}" srcOrd="0" destOrd="0" presId="urn:microsoft.com/office/officeart/2018/2/layout/IconLabelList"/>
    <dgm:cxn modelId="{9076B2A7-D275-46B6-984F-0FE90DA09986}" type="presParOf" srcId="{96F19972-27D2-4426-A811-6BB45E5DDCD2}" destId="{3E801603-D785-4AD4-840D-064BC844CA57}" srcOrd="1" destOrd="0" presId="urn:microsoft.com/office/officeart/2018/2/layout/IconLabelList"/>
    <dgm:cxn modelId="{48906362-3BB4-45AA-AE83-58B37C320E09}" type="presParOf" srcId="{96F19972-27D2-4426-A811-6BB45E5DDCD2}" destId="{9DBFE11C-A648-48D1-AE22-2F6D8022056F}" srcOrd="2" destOrd="0" presId="urn:microsoft.com/office/officeart/2018/2/layout/IconLabelList"/>
    <dgm:cxn modelId="{5216831A-EAD3-4E3C-B86E-D72903AB78F6}" type="presParOf" srcId="{512CB3D7-E87A-4746-BA09-C24866704022}" destId="{9CB4A517-F016-4654-86F7-003DB28FFCEE}" srcOrd="5" destOrd="0" presId="urn:microsoft.com/office/officeart/2018/2/layout/IconLabelList"/>
    <dgm:cxn modelId="{492C9C49-BDF1-4839-A8B5-869FCB9E9562}" type="presParOf" srcId="{512CB3D7-E87A-4746-BA09-C24866704022}" destId="{4E93102C-59FB-4E68-B469-55313DA25365}" srcOrd="6" destOrd="0" presId="urn:microsoft.com/office/officeart/2018/2/layout/IconLabelList"/>
    <dgm:cxn modelId="{108EEC9C-ADEF-499F-977C-345EA34B9D93}" type="presParOf" srcId="{4E93102C-59FB-4E68-B469-55313DA25365}" destId="{D353AC99-8D68-4F61-AAF2-E4555EA7FBAC}" srcOrd="0" destOrd="0" presId="urn:microsoft.com/office/officeart/2018/2/layout/IconLabelList"/>
    <dgm:cxn modelId="{7FFE449A-08BC-4DAD-A3FE-BB4A1C4899FD}" type="presParOf" srcId="{4E93102C-59FB-4E68-B469-55313DA25365}" destId="{48DF098C-CDF5-4E74-BB3C-228AA3FAC3B7}" srcOrd="1" destOrd="0" presId="urn:microsoft.com/office/officeart/2018/2/layout/IconLabelList"/>
    <dgm:cxn modelId="{EFB675E5-C22A-4CE7-A7C7-46CB64EBEE9E}" type="presParOf" srcId="{4E93102C-59FB-4E68-B469-55313DA25365}" destId="{B4624C76-3051-4247-8F20-3CD71FC17D9B}" srcOrd="2" destOrd="0" presId="urn:microsoft.com/office/officeart/2018/2/layout/IconLabelList"/>
    <dgm:cxn modelId="{CE395187-9FDB-4322-A8D9-BF6CC47E4979}" type="presParOf" srcId="{512CB3D7-E87A-4746-BA09-C24866704022}" destId="{4B553924-EB9B-4A71-B453-F55B7FB122F6}" srcOrd="7" destOrd="0" presId="urn:microsoft.com/office/officeart/2018/2/layout/IconLabelList"/>
    <dgm:cxn modelId="{6595CAF4-85E9-4F33-B1BE-7A9C7B08045E}" type="presParOf" srcId="{512CB3D7-E87A-4746-BA09-C24866704022}" destId="{5B238BE0-0B9E-495E-8BF4-03DAF5C49EA5}" srcOrd="8" destOrd="0" presId="urn:microsoft.com/office/officeart/2018/2/layout/IconLabelList"/>
    <dgm:cxn modelId="{C4C7BA01-7CB1-422C-8523-2461C5A95774}" type="presParOf" srcId="{5B238BE0-0B9E-495E-8BF4-03DAF5C49EA5}" destId="{2881DAC5-7883-4067-9169-9FB80E1A3994}" srcOrd="0" destOrd="0" presId="urn:microsoft.com/office/officeart/2018/2/layout/IconLabelList"/>
    <dgm:cxn modelId="{260AB707-A46B-4624-BBA4-33FD55FE081F}" type="presParOf" srcId="{5B238BE0-0B9E-495E-8BF4-03DAF5C49EA5}" destId="{8C9223AE-505C-45AC-92A2-FB1F6F79FDE6}" srcOrd="1" destOrd="0" presId="urn:microsoft.com/office/officeart/2018/2/layout/IconLabelList"/>
    <dgm:cxn modelId="{4EE4C4EB-C481-4251-BEF3-0ED8508FDA89}" type="presParOf" srcId="{5B238BE0-0B9E-495E-8BF4-03DAF5C49EA5}" destId="{DC13EC80-15B3-4411-BAF5-D3C64943503C}" srcOrd="2" destOrd="0" presId="urn:microsoft.com/office/officeart/2018/2/layout/IconLabelList"/>
    <dgm:cxn modelId="{79D945E5-503D-4760-A28C-3F8EE5D52BE1}" type="presParOf" srcId="{512CB3D7-E87A-4746-BA09-C24866704022}" destId="{D6109383-6D15-48D7-81DA-854AF6C70E8F}" srcOrd="9" destOrd="0" presId="urn:microsoft.com/office/officeart/2018/2/layout/IconLabelList"/>
    <dgm:cxn modelId="{7A8A2D67-C128-4DED-BEEA-F8A6866DE6F9}" type="presParOf" srcId="{512CB3D7-E87A-4746-BA09-C24866704022}" destId="{95DCFDB3-0831-4D1C-A56D-6D77E02755E0}" srcOrd="10" destOrd="0" presId="urn:microsoft.com/office/officeart/2018/2/layout/IconLabelList"/>
    <dgm:cxn modelId="{ED43BF6A-394F-4135-B20F-6EBF29DD174D}" type="presParOf" srcId="{95DCFDB3-0831-4D1C-A56D-6D77E02755E0}" destId="{3F41CD36-DCC5-4B2F-9C37-9D889CCC2481}" srcOrd="0" destOrd="0" presId="urn:microsoft.com/office/officeart/2018/2/layout/IconLabelList"/>
    <dgm:cxn modelId="{38F98F4D-3BC0-4DCD-A3EC-2C5C8B2880A2}" type="presParOf" srcId="{95DCFDB3-0831-4D1C-A56D-6D77E02755E0}" destId="{7CF1D384-06AC-4E23-A92B-37BFAF5AC649}" srcOrd="1" destOrd="0" presId="urn:microsoft.com/office/officeart/2018/2/layout/IconLabelList"/>
    <dgm:cxn modelId="{23624F14-0BFB-4C6F-B5AC-79D871A75F38}" type="presParOf" srcId="{95DCFDB3-0831-4D1C-A56D-6D77E02755E0}" destId="{021D7450-A80A-4D0C-84EB-F33A46AA832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89876E-7B40-6D40-B451-D901A5B41E37}" type="doc">
      <dgm:prSet loTypeId="urn:microsoft.com/office/officeart/2005/8/layout/process4" loCatId="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22126E6D-6243-6744-88AD-B2EE36751E5D}">
      <dgm:prSet phldrT="[Text]" custT="1"/>
      <dgm:spPr/>
      <dgm:t>
        <a:bodyPr/>
        <a:lstStyle/>
        <a:p>
          <a:r>
            <a:rPr lang="en-GB" sz="1500" b="1" dirty="0">
              <a:latin typeface="Avenir Next" panose="020B0503020202020204" pitchFamily="34" charset="0"/>
            </a:rPr>
            <a:t>Marketing Tools</a:t>
          </a:r>
        </a:p>
      </dgm:t>
    </dgm:pt>
    <dgm:pt modelId="{DEAEB895-0038-FF48-9FF0-E017166BD8D2}" type="parTrans" cxnId="{CC775436-DA9B-A948-998C-3F82527122F7}">
      <dgm:prSet/>
      <dgm:spPr/>
      <dgm:t>
        <a:bodyPr/>
        <a:lstStyle/>
        <a:p>
          <a:endParaRPr lang="en-GB"/>
        </a:p>
      </dgm:t>
    </dgm:pt>
    <dgm:pt modelId="{C1D48BB8-836D-0D40-AB0C-A8868986899D}" type="sibTrans" cxnId="{CC775436-DA9B-A948-998C-3F82527122F7}">
      <dgm:prSet/>
      <dgm:spPr/>
      <dgm:t>
        <a:bodyPr/>
        <a:lstStyle/>
        <a:p>
          <a:endParaRPr lang="en-GB"/>
        </a:p>
      </dgm:t>
    </dgm:pt>
    <dgm:pt modelId="{AFCDF92E-67D5-334C-B35B-0726F16027BF}">
      <dgm:prSet phldrT="[Text]" custT="1"/>
      <dgm:spPr/>
      <dgm:t>
        <a:bodyPr/>
        <a:lstStyle/>
        <a:p>
          <a:r>
            <a:rPr lang="en-GB" sz="1200" dirty="0">
              <a:latin typeface="Avenir Next" panose="020B0503020202020204" pitchFamily="34" charset="0"/>
            </a:rPr>
            <a:t>CRM System Customer data interaction</a:t>
          </a:r>
        </a:p>
      </dgm:t>
    </dgm:pt>
    <dgm:pt modelId="{F3F15543-2E2A-6D48-B53E-502092766198}" type="parTrans" cxnId="{6DB683FB-A824-E848-93EF-DA53D78162BC}">
      <dgm:prSet/>
      <dgm:spPr/>
      <dgm:t>
        <a:bodyPr/>
        <a:lstStyle/>
        <a:p>
          <a:endParaRPr lang="en-GB"/>
        </a:p>
      </dgm:t>
    </dgm:pt>
    <dgm:pt modelId="{411FDE39-A770-A446-9D96-2FB6878C2671}" type="sibTrans" cxnId="{6DB683FB-A824-E848-93EF-DA53D78162BC}">
      <dgm:prSet/>
      <dgm:spPr/>
      <dgm:t>
        <a:bodyPr/>
        <a:lstStyle/>
        <a:p>
          <a:endParaRPr lang="en-GB"/>
        </a:p>
      </dgm:t>
    </dgm:pt>
    <dgm:pt modelId="{EF213CB3-978F-674F-9601-5501F4079BBA}">
      <dgm:prSet phldrT="[Text]" custT="1"/>
      <dgm:spPr/>
      <dgm:t>
        <a:bodyPr/>
        <a:lstStyle/>
        <a:p>
          <a:r>
            <a:rPr lang="en-GB" sz="1200" dirty="0">
              <a:latin typeface="Avenir Next" panose="020B0503020202020204" pitchFamily="34" charset="0"/>
            </a:rPr>
            <a:t>Social Media Marketing Campaigns</a:t>
          </a:r>
        </a:p>
      </dgm:t>
    </dgm:pt>
    <dgm:pt modelId="{719A203A-2615-844E-BB00-2358D55A5BB4}" type="parTrans" cxnId="{0EA62914-378F-074E-8DBF-FBAA4EC5B39C}">
      <dgm:prSet/>
      <dgm:spPr/>
      <dgm:t>
        <a:bodyPr/>
        <a:lstStyle/>
        <a:p>
          <a:endParaRPr lang="en-GB"/>
        </a:p>
      </dgm:t>
    </dgm:pt>
    <dgm:pt modelId="{FC08E620-F23D-804D-906C-D0E82CA63669}" type="sibTrans" cxnId="{0EA62914-378F-074E-8DBF-FBAA4EC5B39C}">
      <dgm:prSet/>
      <dgm:spPr/>
      <dgm:t>
        <a:bodyPr/>
        <a:lstStyle/>
        <a:p>
          <a:endParaRPr lang="en-GB"/>
        </a:p>
      </dgm:t>
    </dgm:pt>
    <dgm:pt modelId="{D41103EB-4292-8E43-BFF0-8A91FFA25A19}">
      <dgm:prSet phldrT="[Text]" custT="1"/>
      <dgm:spPr/>
      <dgm:t>
        <a:bodyPr/>
        <a:lstStyle/>
        <a:p>
          <a:r>
            <a:rPr lang="en-GB" sz="1500" b="1" dirty="0">
              <a:latin typeface="Avenir Next" panose="020B0503020202020204" pitchFamily="34" charset="0"/>
            </a:rPr>
            <a:t>ERP Central System</a:t>
          </a:r>
        </a:p>
      </dgm:t>
    </dgm:pt>
    <dgm:pt modelId="{4B11B43D-8B11-F94D-9547-50EE11A4B0D7}" type="parTrans" cxnId="{027F7EFD-6643-7841-8BEA-AB587085E382}">
      <dgm:prSet/>
      <dgm:spPr/>
      <dgm:t>
        <a:bodyPr/>
        <a:lstStyle/>
        <a:p>
          <a:endParaRPr lang="en-GB"/>
        </a:p>
      </dgm:t>
    </dgm:pt>
    <dgm:pt modelId="{8D071AFB-11B2-464C-9762-E7FCC64858A5}" type="sibTrans" cxnId="{027F7EFD-6643-7841-8BEA-AB587085E382}">
      <dgm:prSet/>
      <dgm:spPr/>
      <dgm:t>
        <a:bodyPr/>
        <a:lstStyle/>
        <a:p>
          <a:endParaRPr lang="en-GB"/>
        </a:p>
      </dgm:t>
    </dgm:pt>
    <dgm:pt modelId="{8E9609DE-478B-6542-8DC1-2654D1FF06C5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SAP ERP</a:t>
          </a:r>
        </a:p>
      </dgm:t>
    </dgm:pt>
    <dgm:pt modelId="{550878B5-EABE-2A47-BFA2-368BB81AF8FC}" type="parTrans" cxnId="{C1177290-14EF-E041-A082-71A1AD1B3760}">
      <dgm:prSet/>
      <dgm:spPr/>
      <dgm:t>
        <a:bodyPr/>
        <a:lstStyle/>
        <a:p>
          <a:endParaRPr lang="en-GB"/>
        </a:p>
      </dgm:t>
    </dgm:pt>
    <dgm:pt modelId="{B54B97BB-6A6B-D641-8AFA-A8E7C5D1596E}" type="sibTrans" cxnId="{C1177290-14EF-E041-A082-71A1AD1B3760}">
      <dgm:prSet/>
      <dgm:spPr/>
      <dgm:t>
        <a:bodyPr/>
        <a:lstStyle/>
        <a:p>
          <a:endParaRPr lang="en-GB"/>
        </a:p>
      </dgm:t>
    </dgm:pt>
    <dgm:pt modelId="{590BC389-5F97-344A-ADE0-65196157F06C}">
      <dgm:prSet phldrT="[Text]" custT="1"/>
      <dgm:spPr/>
      <dgm:t>
        <a:bodyPr/>
        <a:lstStyle/>
        <a:p>
          <a:r>
            <a:rPr lang="en-GB" sz="1500" b="1" dirty="0">
              <a:latin typeface="Avenir Next" panose="020B0503020202020204" pitchFamily="34" charset="0"/>
            </a:rPr>
            <a:t>Output ERP</a:t>
          </a:r>
        </a:p>
      </dgm:t>
    </dgm:pt>
    <dgm:pt modelId="{41083102-076F-ED41-AC8A-22C16225AB9C}" type="parTrans" cxnId="{6167C22E-EFF5-2345-B945-BA5242A50138}">
      <dgm:prSet/>
      <dgm:spPr/>
      <dgm:t>
        <a:bodyPr/>
        <a:lstStyle/>
        <a:p>
          <a:endParaRPr lang="en-GB"/>
        </a:p>
      </dgm:t>
    </dgm:pt>
    <dgm:pt modelId="{C4546119-944B-E24E-83AF-26F6D35C725B}" type="sibTrans" cxnId="{6167C22E-EFF5-2345-B945-BA5242A50138}">
      <dgm:prSet/>
      <dgm:spPr/>
      <dgm:t>
        <a:bodyPr/>
        <a:lstStyle/>
        <a:p>
          <a:endParaRPr lang="en-GB"/>
        </a:p>
      </dgm:t>
    </dgm:pt>
    <dgm:pt modelId="{CFA0D43E-B49B-D043-BE2F-9ECB7E3638A1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Inventory Stock Tracking</a:t>
          </a:r>
        </a:p>
      </dgm:t>
    </dgm:pt>
    <dgm:pt modelId="{082E2334-159E-494D-9ED1-524D8109AB15}" type="parTrans" cxnId="{504D447F-14A8-4E40-B3B5-C526C1F698FD}">
      <dgm:prSet/>
      <dgm:spPr/>
      <dgm:t>
        <a:bodyPr/>
        <a:lstStyle/>
        <a:p>
          <a:endParaRPr lang="en-GB"/>
        </a:p>
      </dgm:t>
    </dgm:pt>
    <dgm:pt modelId="{B7FCDAE1-7C24-E049-BA03-7EF7B396BABE}" type="sibTrans" cxnId="{504D447F-14A8-4E40-B3B5-C526C1F698FD}">
      <dgm:prSet/>
      <dgm:spPr/>
      <dgm:t>
        <a:bodyPr/>
        <a:lstStyle/>
        <a:p>
          <a:endParaRPr lang="en-GB"/>
        </a:p>
      </dgm:t>
    </dgm:pt>
    <dgm:pt modelId="{AA36A05A-9C26-9E47-B344-A4C33E6BD2DE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Accounting Billing and Finance</a:t>
          </a:r>
        </a:p>
      </dgm:t>
    </dgm:pt>
    <dgm:pt modelId="{EC898D02-1B45-5246-B772-3749FFC49359}" type="parTrans" cxnId="{E2C9C67C-6B7F-D44E-B056-590D59C31749}">
      <dgm:prSet/>
      <dgm:spPr/>
      <dgm:t>
        <a:bodyPr/>
        <a:lstStyle/>
        <a:p>
          <a:endParaRPr lang="en-GB"/>
        </a:p>
      </dgm:t>
    </dgm:pt>
    <dgm:pt modelId="{ACC5880F-9631-A040-9039-C97C5DEF6F5B}" type="sibTrans" cxnId="{E2C9C67C-6B7F-D44E-B056-590D59C31749}">
      <dgm:prSet/>
      <dgm:spPr/>
      <dgm:t>
        <a:bodyPr/>
        <a:lstStyle/>
        <a:p>
          <a:endParaRPr lang="en-GB"/>
        </a:p>
      </dgm:t>
    </dgm:pt>
    <dgm:pt modelId="{EC7CD9C2-335F-6945-8B96-C577B7B1D252}">
      <dgm:prSet phldrT="[Text]" custT="1"/>
      <dgm:spPr/>
      <dgm:t>
        <a:bodyPr/>
        <a:lstStyle/>
        <a:p>
          <a:r>
            <a:rPr lang="en-GB" sz="1200" dirty="0">
              <a:latin typeface="Avenir Next" panose="020B0503020202020204" pitchFamily="34" charset="0"/>
            </a:rPr>
            <a:t>Email Marketing Promotions</a:t>
          </a:r>
        </a:p>
      </dgm:t>
    </dgm:pt>
    <dgm:pt modelId="{38A531E8-FBE3-8D43-BF16-910DDEF1610A}" type="parTrans" cxnId="{411BE23E-1374-D740-AD87-6AA200F4DF30}">
      <dgm:prSet/>
      <dgm:spPr/>
      <dgm:t>
        <a:bodyPr/>
        <a:lstStyle/>
        <a:p>
          <a:endParaRPr lang="en-GB"/>
        </a:p>
      </dgm:t>
    </dgm:pt>
    <dgm:pt modelId="{7A850515-A745-D745-A1D7-D4C5122B950E}" type="sibTrans" cxnId="{411BE23E-1374-D740-AD87-6AA200F4DF30}">
      <dgm:prSet/>
      <dgm:spPr/>
      <dgm:t>
        <a:bodyPr/>
        <a:lstStyle/>
        <a:p>
          <a:endParaRPr lang="en-GB"/>
        </a:p>
      </dgm:t>
    </dgm:pt>
    <dgm:pt modelId="{F96F1A78-799E-D341-AE88-C322E6D9B73A}">
      <dgm:prSet phldrT="[Text]" custT="1"/>
      <dgm:spPr/>
      <dgm:t>
        <a:bodyPr/>
        <a:lstStyle/>
        <a:p>
          <a:r>
            <a:rPr lang="en-GB" sz="1200" dirty="0">
              <a:latin typeface="Avenir Next" panose="020B0503020202020204" pitchFamily="34" charset="0"/>
            </a:rPr>
            <a:t>Analytics Dashboard and Sales Reports</a:t>
          </a:r>
        </a:p>
      </dgm:t>
    </dgm:pt>
    <dgm:pt modelId="{814BAEAB-6BB0-3548-BF80-19D1E90AAD4F}" type="parTrans" cxnId="{6381CED6-B45A-C04D-8392-EAD468768ED5}">
      <dgm:prSet/>
      <dgm:spPr/>
      <dgm:t>
        <a:bodyPr/>
        <a:lstStyle/>
        <a:p>
          <a:endParaRPr lang="en-GB"/>
        </a:p>
      </dgm:t>
    </dgm:pt>
    <dgm:pt modelId="{1D7CAB32-67DD-9C44-A515-B39FF05A9369}" type="sibTrans" cxnId="{6381CED6-B45A-C04D-8392-EAD468768ED5}">
      <dgm:prSet/>
      <dgm:spPr/>
      <dgm:t>
        <a:bodyPr/>
        <a:lstStyle/>
        <a:p>
          <a:endParaRPr lang="en-GB"/>
        </a:p>
      </dgm:t>
    </dgm:pt>
    <dgm:pt modelId="{AFE2A570-52FF-2F41-BCA7-68E8C10B3CC6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Oracle ERP</a:t>
          </a:r>
        </a:p>
      </dgm:t>
    </dgm:pt>
    <dgm:pt modelId="{247C42F7-D080-914C-B937-C0055C10A32B}" type="parTrans" cxnId="{FB6AE668-287F-1E41-A70B-12DE0E715270}">
      <dgm:prSet/>
      <dgm:spPr/>
      <dgm:t>
        <a:bodyPr/>
        <a:lstStyle/>
        <a:p>
          <a:endParaRPr lang="en-GB"/>
        </a:p>
      </dgm:t>
    </dgm:pt>
    <dgm:pt modelId="{C05EA6F0-43CF-3344-B191-356958F167DF}" type="sibTrans" cxnId="{FB6AE668-287F-1E41-A70B-12DE0E715270}">
      <dgm:prSet/>
      <dgm:spPr/>
      <dgm:t>
        <a:bodyPr/>
        <a:lstStyle/>
        <a:p>
          <a:endParaRPr lang="en-GB"/>
        </a:p>
      </dgm:t>
    </dgm:pt>
    <dgm:pt modelId="{DBEA4027-B7D4-9543-8BCB-6E27A05DFFB1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Microsoft Dynamics</a:t>
          </a:r>
        </a:p>
      </dgm:t>
    </dgm:pt>
    <dgm:pt modelId="{A02601AC-DFEB-F341-B0B3-7F28E3CD7B45}" type="parTrans" cxnId="{D1594E7C-69E7-6146-A907-92240654E2BE}">
      <dgm:prSet/>
      <dgm:spPr/>
      <dgm:t>
        <a:bodyPr/>
        <a:lstStyle/>
        <a:p>
          <a:endParaRPr lang="en-GB"/>
        </a:p>
      </dgm:t>
    </dgm:pt>
    <dgm:pt modelId="{A65CD5A2-AC5A-5849-9AA1-571D7CD4845F}" type="sibTrans" cxnId="{D1594E7C-69E7-6146-A907-92240654E2BE}">
      <dgm:prSet/>
      <dgm:spPr/>
      <dgm:t>
        <a:bodyPr/>
        <a:lstStyle/>
        <a:p>
          <a:endParaRPr lang="en-GB"/>
        </a:p>
      </dgm:t>
    </dgm:pt>
    <dgm:pt modelId="{695C1CC0-E4D2-AB4D-86ED-E491E48DEF98}">
      <dgm:prSet phldrT="[Text]" custT="1"/>
      <dgm:spPr/>
      <dgm:t>
        <a:bodyPr/>
        <a:lstStyle/>
        <a:p>
          <a:r>
            <a:rPr lang="en-GB" sz="1500" dirty="0">
              <a:latin typeface="Avenir Next" panose="020B0503020202020204" pitchFamily="34" charset="0"/>
            </a:rPr>
            <a:t>Distribution Delivery Process</a:t>
          </a:r>
        </a:p>
      </dgm:t>
    </dgm:pt>
    <dgm:pt modelId="{6A1BC22A-DEF0-7949-B71A-190F989EE75E}" type="parTrans" cxnId="{4E582054-F7E2-9044-BEAA-FA606594B20C}">
      <dgm:prSet/>
      <dgm:spPr/>
      <dgm:t>
        <a:bodyPr/>
        <a:lstStyle/>
        <a:p>
          <a:endParaRPr lang="en-GB"/>
        </a:p>
      </dgm:t>
    </dgm:pt>
    <dgm:pt modelId="{9BE36C42-0AB2-7A49-BEC1-3227DB9E53DB}" type="sibTrans" cxnId="{4E582054-F7E2-9044-BEAA-FA606594B20C}">
      <dgm:prSet/>
      <dgm:spPr/>
      <dgm:t>
        <a:bodyPr/>
        <a:lstStyle/>
        <a:p>
          <a:endParaRPr lang="en-GB"/>
        </a:p>
      </dgm:t>
    </dgm:pt>
    <dgm:pt modelId="{25736AAE-2775-7B41-85D7-EBE45094F096}">
      <dgm:prSet phldrT="[Text]" custT="1"/>
      <dgm:spPr/>
      <dgm:t>
        <a:bodyPr/>
        <a:lstStyle/>
        <a:p>
          <a:r>
            <a:rPr lang="en-GB" sz="1500" b="1" dirty="0">
              <a:latin typeface="Avenir Next" panose="020B0503020202020204" pitchFamily="34" charset="0"/>
            </a:rPr>
            <a:t>Customer Satisfaction </a:t>
          </a:r>
        </a:p>
      </dgm:t>
    </dgm:pt>
    <dgm:pt modelId="{9F40615F-0A20-EB48-9C20-92774B63B761}" type="parTrans" cxnId="{7DAF1A8C-9922-E44B-BC33-56C4024BA251}">
      <dgm:prSet/>
      <dgm:spPr/>
      <dgm:t>
        <a:bodyPr/>
        <a:lstStyle/>
        <a:p>
          <a:endParaRPr lang="en-GB"/>
        </a:p>
      </dgm:t>
    </dgm:pt>
    <dgm:pt modelId="{94C10E29-52BB-CF40-91DA-66ABBD1560E9}" type="sibTrans" cxnId="{7DAF1A8C-9922-E44B-BC33-56C4024BA251}">
      <dgm:prSet/>
      <dgm:spPr/>
      <dgm:t>
        <a:bodyPr/>
        <a:lstStyle/>
        <a:p>
          <a:endParaRPr lang="en-GB"/>
        </a:p>
      </dgm:t>
    </dgm:pt>
    <dgm:pt modelId="{1F760C9B-9DCE-5549-BD64-25D321ABD144}" type="pres">
      <dgm:prSet presAssocID="{3989876E-7B40-6D40-B451-D901A5B41E37}" presName="Name0" presStyleCnt="0">
        <dgm:presLayoutVars>
          <dgm:dir/>
          <dgm:animLvl val="lvl"/>
          <dgm:resizeHandles val="exact"/>
        </dgm:presLayoutVars>
      </dgm:prSet>
      <dgm:spPr/>
    </dgm:pt>
    <dgm:pt modelId="{FBFD1F8A-92DA-0D4C-A178-6068639DE213}" type="pres">
      <dgm:prSet presAssocID="{25736AAE-2775-7B41-85D7-EBE45094F096}" presName="boxAndChildren" presStyleCnt="0"/>
      <dgm:spPr/>
    </dgm:pt>
    <dgm:pt modelId="{5C147A60-7361-024D-B26C-B53869E2F704}" type="pres">
      <dgm:prSet presAssocID="{25736AAE-2775-7B41-85D7-EBE45094F096}" presName="parentTextBox" presStyleLbl="node1" presStyleIdx="0" presStyleCnt="4"/>
      <dgm:spPr/>
    </dgm:pt>
    <dgm:pt modelId="{C9E09DF2-FDAA-304E-AA40-BBA932B1234F}" type="pres">
      <dgm:prSet presAssocID="{C4546119-944B-E24E-83AF-26F6D35C725B}" presName="sp" presStyleCnt="0"/>
      <dgm:spPr/>
    </dgm:pt>
    <dgm:pt modelId="{A465A1F7-2700-D343-A44F-DD8B9A1B0A38}" type="pres">
      <dgm:prSet presAssocID="{590BC389-5F97-344A-ADE0-65196157F06C}" presName="arrowAndChildren" presStyleCnt="0"/>
      <dgm:spPr/>
    </dgm:pt>
    <dgm:pt modelId="{931AEB7E-27A9-1C47-A13B-99E81C86AA25}" type="pres">
      <dgm:prSet presAssocID="{590BC389-5F97-344A-ADE0-65196157F06C}" presName="parentTextArrow" presStyleLbl="node1" presStyleIdx="0" presStyleCnt="4"/>
      <dgm:spPr/>
    </dgm:pt>
    <dgm:pt modelId="{7B03FF3C-1ABC-F14B-8D67-077B194951D1}" type="pres">
      <dgm:prSet presAssocID="{590BC389-5F97-344A-ADE0-65196157F06C}" presName="arrow" presStyleLbl="node1" presStyleIdx="1" presStyleCnt="4"/>
      <dgm:spPr/>
    </dgm:pt>
    <dgm:pt modelId="{28488884-DD02-3249-8F0F-BCAD6B015E42}" type="pres">
      <dgm:prSet presAssocID="{590BC389-5F97-344A-ADE0-65196157F06C}" presName="descendantArrow" presStyleCnt="0"/>
      <dgm:spPr/>
    </dgm:pt>
    <dgm:pt modelId="{B9C0FA51-41C2-0C45-B6E2-A652CFBDAFB9}" type="pres">
      <dgm:prSet presAssocID="{CFA0D43E-B49B-D043-BE2F-9ECB7E3638A1}" presName="childTextArrow" presStyleLbl="fgAccFollowNode1" presStyleIdx="0" presStyleCnt="10">
        <dgm:presLayoutVars>
          <dgm:bulletEnabled val="1"/>
        </dgm:presLayoutVars>
      </dgm:prSet>
      <dgm:spPr/>
    </dgm:pt>
    <dgm:pt modelId="{9B38F1A2-CFDA-8F48-B517-4FB0E0B0E214}" type="pres">
      <dgm:prSet presAssocID="{AA36A05A-9C26-9E47-B344-A4C33E6BD2DE}" presName="childTextArrow" presStyleLbl="fgAccFollowNode1" presStyleIdx="1" presStyleCnt="10">
        <dgm:presLayoutVars>
          <dgm:bulletEnabled val="1"/>
        </dgm:presLayoutVars>
      </dgm:prSet>
      <dgm:spPr/>
    </dgm:pt>
    <dgm:pt modelId="{F313402D-D8D9-6F4B-AD12-B53FA5971C85}" type="pres">
      <dgm:prSet presAssocID="{695C1CC0-E4D2-AB4D-86ED-E491E48DEF98}" presName="childTextArrow" presStyleLbl="fgAccFollowNode1" presStyleIdx="2" presStyleCnt="10">
        <dgm:presLayoutVars>
          <dgm:bulletEnabled val="1"/>
        </dgm:presLayoutVars>
      </dgm:prSet>
      <dgm:spPr/>
    </dgm:pt>
    <dgm:pt modelId="{B89CA539-84CF-874F-BAA2-D0660F3EDCCC}" type="pres">
      <dgm:prSet presAssocID="{8D071AFB-11B2-464C-9762-E7FCC64858A5}" presName="sp" presStyleCnt="0"/>
      <dgm:spPr/>
    </dgm:pt>
    <dgm:pt modelId="{27A7AC70-8207-4342-8063-E18EFEF88506}" type="pres">
      <dgm:prSet presAssocID="{D41103EB-4292-8E43-BFF0-8A91FFA25A19}" presName="arrowAndChildren" presStyleCnt="0"/>
      <dgm:spPr/>
    </dgm:pt>
    <dgm:pt modelId="{3DE97D57-4F13-5940-A3D6-798DF739462D}" type="pres">
      <dgm:prSet presAssocID="{D41103EB-4292-8E43-BFF0-8A91FFA25A19}" presName="parentTextArrow" presStyleLbl="node1" presStyleIdx="1" presStyleCnt="4"/>
      <dgm:spPr/>
    </dgm:pt>
    <dgm:pt modelId="{B02C98BA-A156-B84F-9BD1-E44F012E7457}" type="pres">
      <dgm:prSet presAssocID="{D41103EB-4292-8E43-BFF0-8A91FFA25A19}" presName="arrow" presStyleLbl="node1" presStyleIdx="2" presStyleCnt="4"/>
      <dgm:spPr/>
    </dgm:pt>
    <dgm:pt modelId="{A96ED8A2-35A4-7E4E-B204-B636956A6F73}" type="pres">
      <dgm:prSet presAssocID="{D41103EB-4292-8E43-BFF0-8A91FFA25A19}" presName="descendantArrow" presStyleCnt="0"/>
      <dgm:spPr/>
    </dgm:pt>
    <dgm:pt modelId="{FD9B62F4-E94F-A048-809A-A9200B1D610B}" type="pres">
      <dgm:prSet presAssocID="{8E9609DE-478B-6542-8DC1-2654D1FF06C5}" presName="childTextArrow" presStyleLbl="fgAccFollowNode1" presStyleIdx="3" presStyleCnt="10">
        <dgm:presLayoutVars>
          <dgm:bulletEnabled val="1"/>
        </dgm:presLayoutVars>
      </dgm:prSet>
      <dgm:spPr/>
    </dgm:pt>
    <dgm:pt modelId="{9D2D936B-956E-6940-9C22-382BD84EFF84}" type="pres">
      <dgm:prSet presAssocID="{AFE2A570-52FF-2F41-BCA7-68E8C10B3CC6}" presName="childTextArrow" presStyleLbl="fgAccFollowNode1" presStyleIdx="4" presStyleCnt="10">
        <dgm:presLayoutVars>
          <dgm:bulletEnabled val="1"/>
        </dgm:presLayoutVars>
      </dgm:prSet>
      <dgm:spPr/>
    </dgm:pt>
    <dgm:pt modelId="{038B87ED-FFC6-6B4A-9C36-245CE7969F35}" type="pres">
      <dgm:prSet presAssocID="{DBEA4027-B7D4-9543-8BCB-6E27A05DFFB1}" presName="childTextArrow" presStyleLbl="fgAccFollowNode1" presStyleIdx="5" presStyleCnt="10">
        <dgm:presLayoutVars>
          <dgm:bulletEnabled val="1"/>
        </dgm:presLayoutVars>
      </dgm:prSet>
      <dgm:spPr/>
    </dgm:pt>
    <dgm:pt modelId="{BBFC6C1A-A613-4A49-8A7F-11A12AE9C2AC}" type="pres">
      <dgm:prSet presAssocID="{C1D48BB8-836D-0D40-AB0C-A8868986899D}" presName="sp" presStyleCnt="0"/>
      <dgm:spPr/>
    </dgm:pt>
    <dgm:pt modelId="{37ACF867-A36B-6443-A2C4-34D7224A69B0}" type="pres">
      <dgm:prSet presAssocID="{22126E6D-6243-6744-88AD-B2EE36751E5D}" presName="arrowAndChildren" presStyleCnt="0"/>
      <dgm:spPr/>
    </dgm:pt>
    <dgm:pt modelId="{CAB16030-4B99-B540-B1CF-B299344DE4B7}" type="pres">
      <dgm:prSet presAssocID="{22126E6D-6243-6744-88AD-B2EE36751E5D}" presName="parentTextArrow" presStyleLbl="node1" presStyleIdx="2" presStyleCnt="4"/>
      <dgm:spPr/>
    </dgm:pt>
    <dgm:pt modelId="{00F6DEA3-3FE7-9D48-8093-37AD7B77F9E9}" type="pres">
      <dgm:prSet presAssocID="{22126E6D-6243-6744-88AD-B2EE36751E5D}" presName="arrow" presStyleLbl="node1" presStyleIdx="3" presStyleCnt="4"/>
      <dgm:spPr/>
    </dgm:pt>
    <dgm:pt modelId="{396B371C-A741-0E4B-9EF2-6F254B1DA734}" type="pres">
      <dgm:prSet presAssocID="{22126E6D-6243-6744-88AD-B2EE36751E5D}" presName="descendantArrow" presStyleCnt="0"/>
      <dgm:spPr/>
    </dgm:pt>
    <dgm:pt modelId="{D12276A1-AE76-B540-BCCF-B30BDD2B911A}" type="pres">
      <dgm:prSet presAssocID="{AFCDF92E-67D5-334C-B35B-0726F16027BF}" presName="childTextArrow" presStyleLbl="fgAccFollowNode1" presStyleIdx="6" presStyleCnt="10">
        <dgm:presLayoutVars>
          <dgm:bulletEnabled val="1"/>
        </dgm:presLayoutVars>
      </dgm:prSet>
      <dgm:spPr/>
    </dgm:pt>
    <dgm:pt modelId="{2373C25C-6BE2-6E48-B803-D162E66197CA}" type="pres">
      <dgm:prSet presAssocID="{EF213CB3-978F-674F-9601-5501F4079BBA}" presName="childTextArrow" presStyleLbl="fgAccFollowNode1" presStyleIdx="7" presStyleCnt="10">
        <dgm:presLayoutVars>
          <dgm:bulletEnabled val="1"/>
        </dgm:presLayoutVars>
      </dgm:prSet>
      <dgm:spPr/>
    </dgm:pt>
    <dgm:pt modelId="{6E9EEFBE-5467-3A4F-A23A-E0451DA5DA83}" type="pres">
      <dgm:prSet presAssocID="{EC7CD9C2-335F-6945-8B96-C577B7B1D252}" presName="childTextArrow" presStyleLbl="fgAccFollowNode1" presStyleIdx="8" presStyleCnt="10">
        <dgm:presLayoutVars>
          <dgm:bulletEnabled val="1"/>
        </dgm:presLayoutVars>
      </dgm:prSet>
      <dgm:spPr/>
    </dgm:pt>
    <dgm:pt modelId="{4CE1AEE2-2979-9F4E-A1A2-064BB2972583}" type="pres">
      <dgm:prSet presAssocID="{F96F1A78-799E-D341-AE88-C322E6D9B73A}" presName="childTextArrow" presStyleLbl="fgAccFollowNode1" presStyleIdx="9" presStyleCnt="10">
        <dgm:presLayoutVars>
          <dgm:bulletEnabled val="1"/>
        </dgm:presLayoutVars>
      </dgm:prSet>
      <dgm:spPr/>
    </dgm:pt>
  </dgm:ptLst>
  <dgm:cxnLst>
    <dgm:cxn modelId="{C8E2950E-92BD-D24C-8CDA-0BE25B690E2C}" type="presOf" srcId="{22126E6D-6243-6744-88AD-B2EE36751E5D}" destId="{00F6DEA3-3FE7-9D48-8093-37AD7B77F9E9}" srcOrd="1" destOrd="0" presId="urn:microsoft.com/office/officeart/2005/8/layout/process4"/>
    <dgm:cxn modelId="{0EA62914-378F-074E-8DBF-FBAA4EC5B39C}" srcId="{22126E6D-6243-6744-88AD-B2EE36751E5D}" destId="{EF213CB3-978F-674F-9601-5501F4079BBA}" srcOrd="1" destOrd="0" parTransId="{719A203A-2615-844E-BB00-2358D55A5BB4}" sibTransId="{FC08E620-F23D-804D-906C-D0E82CA63669}"/>
    <dgm:cxn modelId="{B56DC81D-82B3-3C49-BC1E-AF589074B5B3}" type="presOf" srcId="{695C1CC0-E4D2-AB4D-86ED-E491E48DEF98}" destId="{F313402D-D8D9-6F4B-AD12-B53FA5971C85}" srcOrd="0" destOrd="0" presId="urn:microsoft.com/office/officeart/2005/8/layout/process4"/>
    <dgm:cxn modelId="{A2B27124-DD7D-404D-8305-4A09F68D79E8}" type="presOf" srcId="{D41103EB-4292-8E43-BFF0-8A91FFA25A19}" destId="{B02C98BA-A156-B84F-9BD1-E44F012E7457}" srcOrd="1" destOrd="0" presId="urn:microsoft.com/office/officeart/2005/8/layout/process4"/>
    <dgm:cxn modelId="{6167C22E-EFF5-2345-B945-BA5242A50138}" srcId="{3989876E-7B40-6D40-B451-D901A5B41E37}" destId="{590BC389-5F97-344A-ADE0-65196157F06C}" srcOrd="2" destOrd="0" parTransId="{41083102-076F-ED41-AC8A-22C16225AB9C}" sibTransId="{C4546119-944B-E24E-83AF-26F6D35C725B}"/>
    <dgm:cxn modelId="{CC775436-DA9B-A948-998C-3F82527122F7}" srcId="{3989876E-7B40-6D40-B451-D901A5B41E37}" destId="{22126E6D-6243-6744-88AD-B2EE36751E5D}" srcOrd="0" destOrd="0" parTransId="{DEAEB895-0038-FF48-9FF0-E017166BD8D2}" sibTransId="{C1D48BB8-836D-0D40-AB0C-A8868986899D}"/>
    <dgm:cxn modelId="{411BE23E-1374-D740-AD87-6AA200F4DF30}" srcId="{22126E6D-6243-6744-88AD-B2EE36751E5D}" destId="{EC7CD9C2-335F-6945-8B96-C577B7B1D252}" srcOrd="2" destOrd="0" parTransId="{38A531E8-FBE3-8D43-BF16-910DDEF1610A}" sibTransId="{7A850515-A745-D745-A1D7-D4C5122B950E}"/>
    <dgm:cxn modelId="{E194BF48-BCB4-334D-A7ED-C59D101B6EFF}" type="presOf" srcId="{EF213CB3-978F-674F-9601-5501F4079BBA}" destId="{2373C25C-6BE2-6E48-B803-D162E66197CA}" srcOrd="0" destOrd="0" presId="urn:microsoft.com/office/officeart/2005/8/layout/process4"/>
    <dgm:cxn modelId="{4E582054-F7E2-9044-BEAA-FA606594B20C}" srcId="{590BC389-5F97-344A-ADE0-65196157F06C}" destId="{695C1CC0-E4D2-AB4D-86ED-E491E48DEF98}" srcOrd="2" destOrd="0" parTransId="{6A1BC22A-DEF0-7949-B71A-190F989EE75E}" sibTransId="{9BE36C42-0AB2-7A49-BEC1-3227DB9E53DB}"/>
    <dgm:cxn modelId="{6EC9535B-F523-2040-BCF5-BE42E3915877}" type="presOf" srcId="{22126E6D-6243-6744-88AD-B2EE36751E5D}" destId="{CAB16030-4B99-B540-B1CF-B299344DE4B7}" srcOrd="0" destOrd="0" presId="urn:microsoft.com/office/officeart/2005/8/layout/process4"/>
    <dgm:cxn modelId="{5F853E5F-787F-1845-9809-A739694DCB77}" type="presOf" srcId="{590BC389-5F97-344A-ADE0-65196157F06C}" destId="{7B03FF3C-1ABC-F14B-8D67-077B194951D1}" srcOrd="1" destOrd="0" presId="urn:microsoft.com/office/officeart/2005/8/layout/process4"/>
    <dgm:cxn modelId="{7AF1F065-461F-C848-86E5-F3CFE0BF940C}" type="presOf" srcId="{AFE2A570-52FF-2F41-BCA7-68E8C10B3CC6}" destId="{9D2D936B-956E-6940-9C22-382BD84EFF84}" srcOrd="0" destOrd="0" presId="urn:microsoft.com/office/officeart/2005/8/layout/process4"/>
    <dgm:cxn modelId="{DB419D67-0A38-2345-8BF5-7E08216265EA}" type="presOf" srcId="{CFA0D43E-B49B-D043-BE2F-9ECB7E3638A1}" destId="{B9C0FA51-41C2-0C45-B6E2-A652CFBDAFB9}" srcOrd="0" destOrd="0" presId="urn:microsoft.com/office/officeart/2005/8/layout/process4"/>
    <dgm:cxn modelId="{FB6AE668-287F-1E41-A70B-12DE0E715270}" srcId="{D41103EB-4292-8E43-BFF0-8A91FFA25A19}" destId="{AFE2A570-52FF-2F41-BCA7-68E8C10B3CC6}" srcOrd="1" destOrd="0" parTransId="{247C42F7-D080-914C-B937-C0055C10A32B}" sibTransId="{C05EA6F0-43CF-3344-B191-356958F167DF}"/>
    <dgm:cxn modelId="{D1594E7C-69E7-6146-A907-92240654E2BE}" srcId="{D41103EB-4292-8E43-BFF0-8A91FFA25A19}" destId="{DBEA4027-B7D4-9543-8BCB-6E27A05DFFB1}" srcOrd="2" destOrd="0" parTransId="{A02601AC-DFEB-F341-B0B3-7F28E3CD7B45}" sibTransId="{A65CD5A2-AC5A-5849-9AA1-571D7CD4845F}"/>
    <dgm:cxn modelId="{E2C9C67C-6B7F-D44E-B056-590D59C31749}" srcId="{590BC389-5F97-344A-ADE0-65196157F06C}" destId="{AA36A05A-9C26-9E47-B344-A4C33E6BD2DE}" srcOrd="1" destOrd="0" parTransId="{EC898D02-1B45-5246-B772-3749FFC49359}" sibTransId="{ACC5880F-9631-A040-9039-C97C5DEF6F5B}"/>
    <dgm:cxn modelId="{504D447F-14A8-4E40-B3B5-C526C1F698FD}" srcId="{590BC389-5F97-344A-ADE0-65196157F06C}" destId="{CFA0D43E-B49B-D043-BE2F-9ECB7E3638A1}" srcOrd="0" destOrd="0" parTransId="{082E2334-159E-494D-9ED1-524D8109AB15}" sibTransId="{B7FCDAE1-7C24-E049-BA03-7EF7B396BABE}"/>
    <dgm:cxn modelId="{BE4F6B88-16AE-B74B-A290-FAF29ADA65AA}" type="presOf" srcId="{F96F1A78-799E-D341-AE88-C322E6D9B73A}" destId="{4CE1AEE2-2979-9F4E-A1A2-064BB2972583}" srcOrd="0" destOrd="0" presId="urn:microsoft.com/office/officeart/2005/8/layout/process4"/>
    <dgm:cxn modelId="{5C7E268A-A1D5-7547-BE30-5F57F46C79C1}" type="presOf" srcId="{D41103EB-4292-8E43-BFF0-8A91FFA25A19}" destId="{3DE97D57-4F13-5940-A3D6-798DF739462D}" srcOrd="0" destOrd="0" presId="urn:microsoft.com/office/officeart/2005/8/layout/process4"/>
    <dgm:cxn modelId="{7DAF1A8C-9922-E44B-BC33-56C4024BA251}" srcId="{3989876E-7B40-6D40-B451-D901A5B41E37}" destId="{25736AAE-2775-7B41-85D7-EBE45094F096}" srcOrd="3" destOrd="0" parTransId="{9F40615F-0A20-EB48-9C20-92774B63B761}" sibTransId="{94C10E29-52BB-CF40-91DA-66ABBD1560E9}"/>
    <dgm:cxn modelId="{C1177290-14EF-E041-A082-71A1AD1B3760}" srcId="{D41103EB-4292-8E43-BFF0-8A91FFA25A19}" destId="{8E9609DE-478B-6542-8DC1-2654D1FF06C5}" srcOrd="0" destOrd="0" parTransId="{550878B5-EABE-2A47-BFA2-368BB81AF8FC}" sibTransId="{B54B97BB-6A6B-D641-8AFA-A8E7C5D1596E}"/>
    <dgm:cxn modelId="{32A9D691-5FD5-9747-9F60-B12AC161749D}" type="presOf" srcId="{3989876E-7B40-6D40-B451-D901A5B41E37}" destId="{1F760C9B-9DCE-5549-BD64-25D321ABD144}" srcOrd="0" destOrd="0" presId="urn:microsoft.com/office/officeart/2005/8/layout/process4"/>
    <dgm:cxn modelId="{70C2DF91-86D1-7E4D-B765-5A874D3F9CF5}" type="presOf" srcId="{25736AAE-2775-7B41-85D7-EBE45094F096}" destId="{5C147A60-7361-024D-B26C-B53869E2F704}" srcOrd="0" destOrd="0" presId="urn:microsoft.com/office/officeart/2005/8/layout/process4"/>
    <dgm:cxn modelId="{21F8DB98-1A3E-CF43-8BB7-CD7EC159D153}" type="presOf" srcId="{8E9609DE-478B-6542-8DC1-2654D1FF06C5}" destId="{FD9B62F4-E94F-A048-809A-A9200B1D610B}" srcOrd="0" destOrd="0" presId="urn:microsoft.com/office/officeart/2005/8/layout/process4"/>
    <dgm:cxn modelId="{0F8E0F9F-13D3-5F4F-9A98-F09A54843F48}" type="presOf" srcId="{AA36A05A-9C26-9E47-B344-A4C33E6BD2DE}" destId="{9B38F1A2-CFDA-8F48-B517-4FB0E0B0E214}" srcOrd="0" destOrd="0" presId="urn:microsoft.com/office/officeart/2005/8/layout/process4"/>
    <dgm:cxn modelId="{D341BFA2-A87D-F640-8DBB-4590039650EA}" type="presOf" srcId="{DBEA4027-B7D4-9543-8BCB-6E27A05DFFB1}" destId="{038B87ED-FFC6-6B4A-9C36-245CE7969F35}" srcOrd="0" destOrd="0" presId="urn:microsoft.com/office/officeart/2005/8/layout/process4"/>
    <dgm:cxn modelId="{47C84EAB-CF18-6549-8D66-A72FBD3B4050}" type="presOf" srcId="{590BC389-5F97-344A-ADE0-65196157F06C}" destId="{931AEB7E-27A9-1C47-A13B-99E81C86AA25}" srcOrd="0" destOrd="0" presId="urn:microsoft.com/office/officeart/2005/8/layout/process4"/>
    <dgm:cxn modelId="{FC67FFD1-F537-2746-A28D-070AF598F485}" type="presOf" srcId="{EC7CD9C2-335F-6945-8B96-C577B7B1D252}" destId="{6E9EEFBE-5467-3A4F-A23A-E0451DA5DA83}" srcOrd="0" destOrd="0" presId="urn:microsoft.com/office/officeart/2005/8/layout/process4"/>
    <dgm:cxn modelId="{6381CED6-B45A-C04D-8392-EAD468768ED5}" srcId="{22126E6D-6243-6744-88AD-B2EE36751E5D}" destId="{F96F1A78-799E-D341-AE88-C322E6D9B73A}" srcOrd="3" destOrd="0" parTransId="{814BAEAB-6BB0-3548-BF80-19D1E90AAD4F}" sibTransId="{1D7CAB32-67DD-9C44-A515-B39FF05A9369}"/>
    <dgm:cxn modelId="{6DB683FB-A824-E848-93EF-DA53D78162BC}" srcId="{22126E6D-6243-6744-88AD-B2EE36751E5D}" destId="{AFCDF92E-67D5-334C-B35B-0726F16027BF}" srcOrd="0" destOrd="0" parTransId="{F3F15543-2E2A-6D48-B53E-502092766198}" sibTransId="{411FDE39-A770-A446-9D96-2FB6878C2671}"/>
    <dgm:cxn modelId="{6C5F8DFC-7C5F-8049-AD56-4693E0B5D668}" type="presOf" srcId="{AFCDF92E-67D5-334C-B35B-0726F16027BF}" destId="{D12276A1-AE76-B540-BCCF-B30BDD2B911A}" srcOrd="0" destOrd="0" presId="urn:microsoft.com/office/officeart/2005/8/layout/process4"/>
    <dgm:cxn modelId="{027F7EFD-6643-7841-8BEA-AB587085E382}" srcId="{3989876E-7B40-6D40-B451-D901A5B41E37}" destId="{D41103EB-4292-8E43-BFF0-8A91FFA25A19}" srcOrd="1" destOrd="0" parTransId="{4B11B43D-8B11-F94D-9547-50EE11A4B0D7}" sibTransId="{8D071AFB-11B2-464C-9762-E7FCC64858A5}"/>
    <dgm:cxn modelId="{A45D6EE9-CBD7-3F45-B6FB-3C4802C8C9C6}" type="presParOf" srcId="{1F760C9B-9DCE-5549-BD64-25D321ABD144}" destId="{FBFD1F8A-92DA-0D4C-A178-6068639DE213}" srcOrd="0" destOrd="0" presId="urn:microsoft.com/office/officeart/2005/8/layout/process4"/>
    <dgm:cxn modelId="{6AC47BEE-8CAD-9746-AA66-FFAAA9FD1032}" type="presParOf" srcId="{FBFD1F8A-92DA-0D4C-A178-6068639DE213}" destId="{5C147A60-7361-024D-B26C-B53869E2F704}" srcOrd="0" destOrd="0" presId="urn:microsoft.com/office/officeart/2005/8/layout/process4"/>
    <dgm:cxn modelId="{EBBA2322-E023-AA45-9F78-F81F4B1ECA23}" type="presParOf" srcId="{1F760C9B-9DCE-5549-BD64-25D321ABD144}" destId="{C9E09DF2-FDAA-304E-AA40-BBA932B1234F}" srcOrd="1" destOrd="0" presId="urn:microsoft.com/office/officeart/2005/8/layout/process4"/>
    <dgm:cxn modelId="{2FF753AD-BA9F-8E40-AD72-985F1D174D5B}" type="presParOf" srcId="{1F760C9B-9DCE-5549-BD64-25D321ABD144}" destId="{A465A1F7-2700-D343-A44F-DD8B9A1B0A38}" srcOrd="2" destOrd="0" presId="urn:microsoft.com/office/officeart/2005/8/layout/process4"/>
    <dgm:cxn modelId="{D1B374FB-7264-F74F-9BD8-62C869891BF0}" type="presParOf" srcId="{A465A1F7-2700-D343-A44F-DD8B9A1B0A38}" destId="{931AEB7E-27A9-1C47-A13B-99E81C86AA25}" srcOrd="0" destOrd="0" presId="urn:microsoft.com/office/officeart/2005/8/layout/process4"/>
    <dgm:cxn modelId="{A64A8B71-E87B-0844-A6F0-D21A9ED9B50E}" type="presParOf" srcId="{A465A1F7-2700-D343-A44F-DD8B9A1B0A38}" destId="{7B03FF3C-1ABC-F14B-8D67-077B194951D1}" srcOrd="1" destOrd="0" presId="urn:microsoft.com/office/officeart/2005/8/layout/process4"/>
    <dgm:cxn modelId="{BE9CACA1-9982-5E4C-BD71-7212FAE09114}" type="presParOf" srcId="{A465A1F7-2700-D343-A44F-DD8B9A1B0A38}" destId="{28488884-DD02-3249-8F0F-BCAD6B015E42}" srcOrd="2" destOrd="0" presId="urn:microsoft.com/office/officeart/2005/8/layout/process4"/>
    <dgm:cxn modelId="{0F9D38E7-9D6D-624B-A801-3BD3E638FBAF}" type="presParOf" srcId="{28488884-DD02-3249-8F0F-BCAD6B015E42}" destId="{B9C0FA51-41C2-0C45-B6E2-A652CFBDAFB9}" srcOrd="0" destOrd="0" presId="urn:microsoft.com/office/officeart/2005/8/layout/process4"/>
    <dgm:cxn modelId="{4EFC38FE-2439-E740-B688-2FD78D33CFC9}" type="presParOf" srcId="{28488884-DD02-3249-8F0F-BCAD6B015E42}" destId="{9B38F1A2-CFDA-8F48-B517-4FB0E0B0E214}" srcOrd="1" destOrd="0" presId="urn:microsoft.com/office/officeart/2005/8/layout/process4"/>
    <dgm:cxn modelId="{F78A6C99-6037-9A41-8AFE-39CB2D7A793F}" type="presParOf" srcId="{28488884-DD02-3249-8F0F-BCAD6B015E42}" destId="{F313402D-D8D9-6F4B-AD12-B53FA5971C85}" srcOrd="2" destOrd="0" presId="urn:microsoft.com/office/officeart/2005/8/layout/process4"/>
    <dgm:cxn modelId="{C023B68B-78A7-1844-A815-8C4E29FC98E0}" type="presParOf" srcId="{1F760C9B-9DCE-5549-BD64-25D321ABD144}" destId="{B89CA539-84CF-874F-BAA2-D0660F3EDCCC}" srcOrd="3" destOrd="0" presId="urn:microsoft.com/office/officeart/2005/8/layout/process4"/>
    <dgm:cxn modelId="{2CCC7B26-68B7-5847-B64B-0414BFA6B4BE}" type="presParOf" srcId="{1F760C9B-9DCE-5549-BD64-25D321ABD144}" destId="{27A7AC70-8207-4342-8063-E18EFEF88506}" srcOrd="4" destOrd="0" presId="urn:microsoft.com/office/officeart/2005/8/layout/process4"/>
    <dgm:cxn modelId="{279F4BEE-0730-A249-A9A2-D98F270D9191}" type="presParOf" srcId="{27A7AC70-8207-4342-8063-E18EFEF88506}" destId="{3DE97D57-4F13-5940-A3D6-798DF739462D}" srcOrd="0" destOrd="0" presId="urn:microsoft.com/office/officeart/2005/8/layout/process4"/>
    <dgm:cxn modelId="{804E6318-D6CD-E04D-8147-FC80680EA5CB}" type="presParOf" srcId="{27A7AC70-8207-4342-8063-E18EFEF88506}" destId="{B02C98BA-A156-B84F-9BD1-E44F012E7457}" srcOrd="1" destOrd="0" presId="urn:microsoft.com/office/officeart/2005/8/layout/process4"/>
    <dgm:cxn modelId="{CF2B1072-A461-9046-9BEF-28EEBCA7C170}" type="presParOf" srcId="{27A7AC70-8207-4342-8063-E18EFEF88506}" destId="{A96ED8A2-35A4-7E4E-B204-B636956A6F73}" srcOrd="2" destOrd="0" presId="urn:microsoft.com/office/officeart/2005/8/layout/process4"/>
    <dgm:cxn modelId="{E398A247-40D0-FB49-A856-8B1D580F85FB}" type="presParOf" srcId="{A96ED8A2-35A4-7E4E-B204-B636956A6F73}" destId="{FD9B62F4-E94F-A048-809A-A9200B1D610B}" srcOrd="0" destOrd="0" presId="urn:microsoft.com/office/officeart/2005/8/layout/process4"/>
    <dgm:cxn modelId="{70C6CA59-1639-8B47-9D33-21A133D92C84}" type="presParOf" srcId="{A96ED8A2-35A4-7E4E-B204-B636956A6F73}" destId="{9D2D936B-956E-6940-9C22-382BD84EFF84}" srcOrd="1" destOrd="0" presId="urn:microsoft.com/office/officeart/2005/8/layout/process4"/>
    <dgm:cxn modelId="{45C6E6BB-9955-A248-B960-B6FD0C268342}" type="presParOf" srcId="{A96ED8A2-35A4-7E4E-B204-B636956A6F73}" destId="{038B87ED-FFC6-6B4A-9C36-245CE7969F35}" srcOrd="2" destOrd="0" presId="urn:microsoft.com/office/officeart/2005/8/layout/process4"/>
    <dgm:cxn modelId="{8F31B6BD-F5F2-8E42-BA11-7B8AA3966A6F}" type="presParOf" srcId="{1F760C9B-9DCE-5549-BD64-25D321ABD144}" destId="{BBFC6C1A-A613-4A49-8A7F-11A12AE9C2AC}" srcOrd="5" destOrd="0" presId="urn:microsoft.com/office/officeart/2005/8/layout/process4"/>
    <dgm:cxn modelId="{8FDE9744-EC49-314A-8D1F-B5855E4E5153}" type="presParOf" srcId="{1F760C9B-9DCE-5549-BD64-25D321ABD144}" destId="{37ACF867-A36B-6443-A2C4-34D7224A69B0}" srcOrd="6" destOrd="0" presId="urn:microsoft.com/office/officeart/2005/8/layout/process4"/>
    <dgm:cxn modelId="{C417AE20-2BD9-E44A-84DF-7DE6AD4B4909}" type="presParOf" srcId="{37ACF867-A36B-6443-A2C4-34D7224A69B0}" destId="{CAB16030-4B99-B540-B1CF-B299344DE4B7}" srcOrd="0" destOrd="0" presId="urn:microsoft.com/office/officeart/2005/8/layout/process4"/>
    <dgm:cxn modelId="{E51B3A95-AAB5-CF4A-8882-B3EF68671E3B}" type="presParOf" srcId="{37ACF867-A36B-6443-A2C4-34D7224A69B0}" destId="{00F6DEA3-3FE7-9D48-8093-37AD7B77F9E9}" srcOrd="1" destOrd="0" presId="urn:microsoft.com/office/officeart/2005/8/layout/process4"/>
    <dgm:cxn modelId="{0D6ADD19-65A5-474E-B6F7-83ACE598B7F1}" type="presParOf" srcId="{37ACF867-A36B-6443-A2C4-34D7224A69B0}" destId="{396B371C-A741-0E4B-9EF2-6F254B1DA734}" srcOrd="2" destOrd="0" presId="urn:microsoft.com/office/officeart/2005/8/layout/process4"/>
    <dgm:cxn modelId="{2B381573-6411-064C-B592-4E451731F283}" type="presParOf" srcId="{396B371C-A741-0E4B-9EF2-6F254B1DA734}" destId="{D12276A1-AE76-B540-BCCF-B30BDD2B911A}" srcOrd="0" destOrd="0" presId="urn:microsoft.com/office/officeart/2005/8/layout/process4"/>
    <dgm:cxn modelId="{F0C00462-0056-AD49-B51F-7CE566FAADED}" type="presParOf" srcId="{396B371C-A741-0E4B-9EF2-6F254B1DA734}" destId="{2373C25C-6BE2-6E48-B803-D162E66197CA}" srcOrd="1" destOrd="0" presId="urn:microsoft.com/office/officeart/2005/8/layout/process4"/>
    <dgm:cxn modelId="{DE6D0776-2881-AF46-8601-9C03C1AC7247}" type="presParOf" srcId="{396B371C-A741-0E4B-9EF2-6F254B1DA734}" destId="{6E9EEFBE-5467-3A4F-A23A-E0451DA5DA83}" srcOrd="2" destOrd="0" presId="urn:microsoft.com/office/officeart/2005/8/layout/process4"/>
    <dgm:cxn modelId="{9807FC8F-66DC-A74A-A5A0-DBC237881951}" type="presParOf" srcId="{396B371C-A741-0E4B-9EF2-6F254B1DA734}" destId="{4CE1AEE2-2979-9F4E-A1A2-064BB2972583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66993F-154B-4281-B110-F3119A29C016}" type="doc">
      <dgm:prSet loTypeId="urn:microsoft.com/office/officeart/2011/layout/Tab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CF248F58-954B-4C17-8688-AB8FE6E2F57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1</a:t>
          </a:r>
        </a:p>
      </dgm:t>
    </dgm:pt>
    <dgm:pt modelId="{CE92040F-75A7-4B0A-9862-EDAC62C7D673}" type="par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1CA858C-1D49-4296-98D9-F4E9553FF424}" type="sibTrans" cxnId="{A7CA90D5-87AF-4D2C-91A2-AC624A40AD8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0CB13FF-A560-48A6-BB91-BA4E1FC9411C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A329D9EA-953A-45F6-8C02-74260A422617}" type="par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EE525B0-3B8F-4EAB-9365-56D0BF40B724}" type="sibTrans" cxnId="{85BAE196-5867-4851-826B-C0709CEEB7E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8192E2-A8AF-4C32-BB5D-984D9A06105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2</a:t>
          </a:r>
        </a:p>
      </dgm:t>
    </dgm:pt>
    <dgm:pt modelId="{9B94C735-C7BC-4362-8C9E-13B565340BC1}" type="par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3C0B5BC-FA1F-457C-B2AF-0970197D4168}" type="sibTrans" cxnId="{35C01B23-9EAD-4180-909F-CBB320A23FB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F12B638-1C6A-4E6B-BC4C-A395B35BB2DD}">
      <dgm:prSet phldrT="[Text]" phldr="1"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4330F65-E171-45BA-A481-7A7AFA660382}" type="par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CC43C81-41A1-46DE-A597-5E8865753BDD}" type="sibTrans" cxnId="{25597AA1-070D-4385-8375-A4DD2A28FC6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B6653A9-5A0C-44DC-90A5-4221F010B135}">
      <dgm:prSet phldrT="[Text]" custT="1"/>
      <dgm:spPr/>
      <dgm:t>
        <a:bodyPr/>
        <a:lstStyle/>
        <a:p>
          <a:r>
            <a:rPr lang="en-MY" sz="2400" dirty="0"/>
            <a:t>Discuss current trends, issues, and challenges in enterprise resource planning.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7AB0EDB0-04F7-43F6-A232-24367037F70B}" type="par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036EA95-0832-4787-B732-EEFAFC313D7E}" type="sibTrans" cxnId="{30C8C718-F0F2-46DC-BEA4-C847410EAF1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5FDEF75-3871-4F64-9136-AA705C3A74E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CLO 3</a:t>
          </a:r>
        </a:p>
      </dgm:t>
    </dgm:pt>
    <dgm:pt modelId="{DE019DD2-7879-44DE-B9A0-674E6A6ADC98}" type="par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83F1270-DA2A-4888-B233-12FD2FB47D22}" type="sibTrans" cxnId="{A5FEB9E8-EE22-42FA-971B-DF09667ED312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2116F7-5ED0-4DFA-86F0-4E1C76B4AA15}">
      <dgm:prSet phldrT="[Text]" phldr="1"/>
      <dgm:spPr/>
      <dgm:t>
        <a:bodyPr/>
        <a:lstStyle/>
        <a:p>
          <a:endParaRPr lang="en-MY" dirty="0">
            <a:latin typeface="Bahnschrift" panose="020B0502040204020203" pitchFamily="34" charset="0"/>
          </a:endParaRPr>
        </a:p>
      </dgm:t>
    </dgm:pt>
    <dgm:pt modelId="{DDAC8528-A027-45BD-964F-ADB575AA16E2}" type="par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67681B-1454-4F16-A5F5-DBF24860DF98}" type="sibTrans" cxnId="{20300543-F30B-4A13-B41A-4E43C21EA6D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5D3D6CF-4C4E-4A2A-967E-26C3271CFB70}">
      <dgm:prSet phldrT="[Text]" custT="1"/>
      <dgm:spPr/>
      <dgm:t>
        <a:bodyPr/>
        <a:lstStyle/>
        <a:p>
          <a:r>
            <a:rPr lang="en-MY" sz="2400" dirty="0"/>
            <a:t>Apply knowledge concepts into implementation.</a:t>
          </a:r>
          <a:endParaRPr lang="en-MY" sz="2400" dirty="0">
            <a:latin typeface="Bahnschrift" panose="020B0502040204020203" pitchFamily="34" charset="0"/>
          </a:endParaRPr>
        </a:p>
      </dgm:t>
    </dgm:pt>
    <dgm:pt modelId="{BD3532A8-D7D8-4014-BD0F-40560045573E}" type="par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2131349D-C56E-4E68-83DE-3ABEEE23997D}" type="sibTrans" cxnId="{52FCE8A9-675A-4DF6-B3C8-175AF13B5B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063CFD4-BC45-4307-8712-5CED633BFFA3}">
      <dgm:prSet custT="1"/>
      <dgm:spPr/>
      <dgm:t>
        <a:bodyPr/>
        <a:lstStyle/>
        <a:p>
          <a:pPr>
            <a:buNone/>
          </a:pPr>
          <a:r>
            <a:rPr lang="en-MY" sz="2400" dirty="0"/>
            <a:t>Demonstrate understanding on the concepts of enterprise resources.</a:t>
          </a:r>
          <a:endParaRPr lang="en-MY" sz="2400" b="1" dirty="0"/>
        </a:p>
      </dgm:t>
    </dgm:pt>
    <dgm:pt modelId="{5D55F89D-E50D-44DD-B50F-FFCAA271359F}" type="sibTrans" cxnId="{F6540F65-4F7E-4F34-BF8B-58B64F9EDB55}">
      <dgm:prSet/>
      <dgm:spPr/>
      <dgm:t>
        <a:bodyPr/>
        <a:lstStyle/>
        <a:p>
          <a:endParaRPr lang="en-MY"/>
        </a:p>
      </dgm:t>
    </dgm:pt>
    <dgm:pt modelId="{DB6B208D-2DC3-48A6-A847-5B848378A81C}" type="parTrans" cxnId="{F6540F65-4F7E-4F34-BF8B-58B64F9EDB55}">
      <dgm:prSet/>
      <dgm:spPr/>
      <dgm:t>
        <a:bodyPr/>
        <a:lstStyle/>
        <a:p>
          <a:endParaRPr lang="en-MY"/>
        </a:p>
      </dgm:t>
    </dgm:pt>
    <dgm:pt modelId="{6C8775C8-1BD9-47D4-A056-019069CD9283}" type="pres">
      <dgm:prSet presAssocID="{3666993F-154B-4281-B110-F3119A29C01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1093750C-29B8-4545-BFD6-2422637A7C76}" type="pres">
      <dgm:prSet presAssocID="{CF248F58-954B-4C17-8688-AB8FE6E2F57A}" presName="composite" presStyleCnt="0"/>
      <dgm:spPr/>
    </dgm:pt>
    <dgm:pt modelId="{756958E8-EACF-4BE2-957F-45FB371AA288}" type="pres">
      <dgm:prSet presAssocID="{CF248F58-954B-4C17-8688-AB8FE6E2F57A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2351286E-1B27-4284-8189-FCCD13F0A85D}" type="pres">
      <dgm:prSet presAssocID="{CF248F58-954B-4C17-8688-AB8FE6E2F57A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</dgm:pt>
    <dgm:pt modelId="{9DACFEDC-56C3-46D0-9500-48709CA0E378}" type="pres">
      <dgm:prSet presAssocID="{CF248F58-954B-4C17-8688-AB8FE6E2F57A}" presName="Accent" presStyleLbl="parChTrans1D1" presStyleIdx="0" presStyleCnt="3"/>
      <dgm:spPr/>
    </dgm:pt>
    <dgm:pt modelId="{2A8CCB9B-CDFF-4571-92B6-631B9A710E04}" type="pres">
      <dgm:prSet presAssocID="{CF248F58-954B-4C17-8688-AB8FE6E2F57A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95F82493-0A76-40EB-8146-FC0AFFE78065}" type="pres">
      <dgm:prSet presAssocID="{81CA858C-1D49-4296-98D9-F4E9553FF424}" presName="sibTrans" presStyleCnt="0"/>
      <dgm:spPr/>
    </dgm:pt>
    <dgm:pt modelId="{2E0F91F3-EEE4-4FA1-8B04-80ED4C85C979}" type="pres">
      <dgm:prSet presAssocID="{308192E2-A8AF-4C32-BB5D-984D9A06105D}" presName="composite" presStyleCnt="0"/>
      <dgm:spPr/>
    </dgm:pt>
    <dgm:pt modelId="{E2D72C84-953A-49AC-A1A0-8EC173CF11B5}" type="pres">
      <dgm:prSet presAssocID="{308192E2-A8AF-4C32-BB5D-984D9A06105D}" presName="First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4C84371-722F-4FD1-AA09-87B52F699EF7}" type="pres">
      <dgm:prSet presAssocID="{308192E2-A8AF-4C32-BB5D-984D9A06105D}" presName="Parent" presStyleLbl="alignNode1" presStyleIdx="1" presStyleCnt="3">
        <dgm:presLayoutVars>
          <dgm:chMax val="3"/>
          <dgm:chPref val="3"/>
          <dgm:bulletEnabled val="1"/>
        </dgm:presLayoutVars>
      </dgm:prSet>
      <dgm:spPr/>
    </dgm:pt>
    <dgm:pt modelId="{F297F646-AA8B-4F6F-8152-F41ED17552D3}" type="pres">
      <dgm:prSet presAssocID="{308192E2-A8AF-4C32-BB5D-984D9A06105D}" presName="Accent" presStyleLbl="parChTrans1D1" presStyleIdx="1" presStyleCnt="3"/>
      <dgm:spPr/>
    </dgm:pt>
    <dgm:pt modelId="{9E7EA2C4-3B06-4602-BCD8-6449830B25F0}" type="pres">
      <dgm:prSet presAssocID="{308192E2-A8AF-4C32-BB5D-984D9A06105D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84059D4D-C951-4832-963A-E073AAD1FA12}" type="pres">
      <dgm:prSet presAssocID="{33C0B5BC-FA1F-457C-B2AF-0970197D4168}" presName="sibTrans" presStyleCnt="0"/>
      <dgm:spPr/>
    </dgm:pt>
    <dgm:pt modelId="{E2586FC0-BF20-4F04-971F-C6A2EE63DBB9}" type="pres">
      <dgm:prSet presAssocID="{75FDEF75-3871-4F64-9136-AA705C3A74E8}" presName="composite" presStyleCnt="0"/>
      <dgm:spPr/>
    </dgm:pt>
    <dgm:pt modelId="{A59A4F3D-52A6-4189-B5CB-60ACD5347924}" type="pres">
      <dgm:prSet presAssocID="{75FDEF75-3871-4F64-9136-AA705C3A74E8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CF6DD518-BAE6-4C61-9985-835B8F82A5BD}" type="pres">
      <dgm:prSet presAssocID="{75FDEF75-3871-4F64-9136-AA705C3A74E8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</dgm:pt>
    <dgm:pt modelId="{1AA00F7C-DC88-41DB-9AE9-90FA0E1D10AC}" type="pres">
      <dgm:prSet presAssocID="{75FDEF75-3871-4F64-9136-AA705C3A74E8}" presName="Accent" presStyleLbl="parChTrans1D1" presStyleIdx="2" presStyleCnt="3"/>
      <dgm:spPr/>
    </dgm:pt>
    <dgm:pt modelId="{CDB916D5-4609-4D9A-B6C5-067D06C650B5}" type="pres">
      <dgm:prSet presAssocID="{75FDEF75-3871-4F64-9136-AA705C3A74E8}" presName="Child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30C8C718-F0F2-46DC-BEA4-C847410EAF1E}" srcId="{308192E2-A8AF-4C32-BB5D-984D9A06105D}" destId="{2B6653A9-5A0C-44DC-90A5-4221F010B135}" srcOrd="1" destOrd="0" parTransId="{7AB0EDB0-04F7-43F6-A232-24367037F70B}" sibTransId="{1036EA95-0832-4787-B732-EEFAFC313D7E}"/>
    <dgm:cxn modelId="{35C01B23-9EAD-4180-909F-CBB320A23FBD}" srcId="{3666993F-154B-4281-B110-F3119A29C016}" destId="{308192E2-A8AF-4C32-BB5D-984D9A06105D}" srcOrd="1" destOrd="0" parTransId="{9B94C735-C7BC-4362-8C9E-13B565340BC1}" sibTransId="{33C0B5BC-FA1F-457C-B2AF-0970197D4168}"/>
    <dgm:cxn modelId="{A620053B-1BDE-4D34-89B6-98D22EE7F139}" type="presOf" srcId="{2F12B638-1C6A-4E6B-BC4C-A395B35BB2DD}" destId="{E2D72C84-953A-49AC-A1A0-8EC173CF11B5}" srcOrd="0" destOrd="0" presId="urn:microsoft.com/office/officeart/2011/layout/TabList"/>
    <dgm:cxn modelId="{12D4FC3E-4E29-4984-90FF-566CE4EDDEDE}" type="presOf" srcId="{308192E2-A8AF-4C32-BB5D-984D9A06105D}" destId="{34C84371-722F-4FD1-AA09-87B52F699EF7}" srcOrd="0" destOrd="0" presId="urn:microsoft.com/office/officeart/2011/layout/TabList"/>
    <dgm:cxn modelId="{20300543-F30B-4A13-B41A-4E43C21EA6D9}" srcId="{75FDEF75-3871-4F64-9136-AA705C3A74E8}" destId="{B02116F7-5ED0-4DFA-86F0-4E1C76B4AA15}" srcOrd="0" destOrd="0" parTransId="{DDAC8528-A027-45BD-964F-ADB575AA16E2}" sibTransId="{F167681B-1454-4F16-A5F5-DBF24860DF98}"/>
    <dgm:cxn modelId="{7F0A4F58-D363-4CB7-B722-684C7910B5C5}" type="presOf" srcId="{3666993F-154B-4281-B110-F3119A29C016}" destId="{6C8775C8-1BD9-47D4-A056-019069CD9283}" srcOrd="0" destOrd="0" presId="urn:microsoft.com/office/officeart/2011/layout/TabList"/>
    <dgm:cxn modelId="{F6540F65-4F7E-4F34-BF8B-58B64F9EDB55}" srcId="{CF248F58-954B-4C17-8688-AB8FE6E2F57A}" destId="{3063CFD4-BC45-4307-8712-5CED633BFFA3}" srcOrd="1" destOrd="0" parTransId="{DB6B208D-2DC3-48A6-A847-5B848378A81C}" sibTransId="{5D55F89D-E50D-44DD-B50F-FFCAA271359F}"/>
    <dgm:cxn modelId="{CDED5C67-E42C-4689-82B7-56B810CE1DF7}" type="presOf" srcId="{20CB13FF-A560-48A6-BB91-BA4E1FC9411C}" destId="{756958E8-EACF-4BE2-957F-45FB371AA288}" srcOrd="0" destOrd="0" presId="urn:microsoft.com/office/officeart/2011/layout/TabList"/>
    <dgm:cxn modelId="{678C0777-2A76-4C61-89E8-296785B74512}" type="presOf" srcId="{3063CFD4-BC45-4307-8712-5CED633BFFA3}" destId="{2A8CCB9B-CDFF-4571-92B6-631B9A710E04}" srcOrd="0" destOrd="0" presId="urn:microsoft.com/office/officeart/2011/layout/TabList"/>
    <dgm:cxn modelId="{08D45982-8D9A-46A3-B7A5-E7B47AF5D62E}" type="presOf" srcId="{75FDEF75-3871-4F64-9136-AA705C3A74E8}" destId="{CF6DD518-BAE6-4C61-9985-835B8F82A5BD}" srcOrd="0" destOrd="0" presId="urn:microsoft.com/office/officeart/2011/layout/TabList"/>
    <dgm:cxn modelId="{85BAE196-5867-4851-826B-C0709CEEB7E4}" srcId="{CF248F58-954B-4C17-8688-AB8FE6E2F57A}" destId="{20CB13FF-A560-48A6-BB91-BA4E1FC9411C}" srcOrd="0" destOrd="0" parTransId="{A329D9EA-953A-45F6-8C02-74260A422617}" sibTransId="{CEE525B0-3B8F-4EAB-9365-56D0BF40B724}"/>
    <dgm:cxn modelId="{25597AA1-070D-4385-8375-A4DD2A28FC6C}" srcId="{308192E2-A8AF-4C32-BB5D-984D9A06105D}" destId="{2F12B638-1C6A-4E6B-BC4C-A395B35BB2DD}" srcOrd="0" destOrd="0" parTransId="{94330F65-E171-45BA-A481-7A7AFA660382}" sibTransId="{ACC43C81-41A1-46DE-A597-5E8865753BDD}"/>
    <dgm:cxn modelId="{52FCE8A9-675A-4DF6-B3C8-175AF13B5BC8}" srcId="{75FDEF75-3871-4F64-9136-AA705C3A74E8}" destId="{95D3D6CF-4C4E-4A2A-967E-26C3271CFB70}" srcOrd="1" destOrd="0" parTransId="{BD3532A8-D7D8-4014-BD0F-40560045573E}" sibTransId="{2131349D-C56E-4E68-83DE-3ABEEE23997D}"/>
    <dgm:cxn modelId="{527C80C7-F0F5-4293-91E8-906546EAA2B4}" type="presOf" srcId="{B02116F7-5ED0-4DFA-86F0-4E1C76B4AA15}" destId="{A59A4F3D-52A6-4189-B5CB-60ACD5347924}" srcOrd="0" destOrd="0" presId="urn:microsoft.com/office/officeart/2011/layout/TabList"/>
    <dgm:cxn modelId="{68B932D4-3F63-45C0-B1BA-078F85330277}" type="presOf" srcId="{2B6653A9-5A0C-44DC-90A5-4221F010B135}" destId="{9E7EA2C4-3B06-4602-BCD8-6449830B25F0}" srcOrd="0" destOrd="0" presId="urn:microsoft.com/office/officeart/2011/layout/TabList"/>
    <dgm:cxn modelId="{A7CA90D5-87AF-4D2C-91A2-AC624A40AD88}" srcId="{3666993F-154B-4281-B110-F3119A29C016}" destId="{CF248F58-954B-4C17-8688-AB8FE6E2F57A}" srcOrd="0" destOrd="0" parTransId="{CE92040F-75A7-4B0A-9862-EDAC62C7D673}" sibTransId="{81CA858C-1D49-4296-98D9-F4E9553FF424}"/>
    <dgm:cxn modelId="{5BC011E2-42E1-4E43-8ADC-C892480E8740}" type="presOf" srcId="{CF248F58-954B-4C17-8688-AB8FE6E2F57A}" destId="{2351286E-1B27-4284-8189-FCCD13F0A85D}" srcOrd="0" destOrd="0" presId="urn:microsoft.com/office/officeart/2011/layout/TabList"/>
    <dgm:cxn modelId="{D1D9C6E3-324D-4726-B8B2-AE3DD34A2BFD}" type="presOf" srcId="{95D3D6CF-4C4E-4A2A-967E-26C3271CFB70}" destId="{CDB916D5-4609-4D9A-B6C5-067D06C650B5}" srcOrd="0" destOrd="0" presId="urn:microsoft.com/office/officeart/2011/layout/TabList"/>
    <dgm:cxn modelId="{A5FEB9E8-EE22-42FA-971B-DF09667ED312}" srcId="{3666993F-154B-4281-B110-F3119A29C016}" destId="{75FDEF75-3871-4F64-9136-AA705C3A74E8}" srcOrd="2" destOrd="0" parTransId="{DE019DD2-7879-44DE-B9A0-674E6A6ADC98}" sibTransId="{F83F1270-DA2A-4888-B233-12FD2FB47D22}"/>
    <dgm:cxn modelId="{0B459A7F-DE06-4402-B8D6-29C659710FB6}" type="presParOf" srcId="{6C8775C8-1BD9-47D4-A056-019069CD9283}" destId="{1093750C-29B8-4545-BFD6-2422637A7C76}" srcOrd="0" destOrd="0" presId="urn:microsoft.com/office/officeart/2011/layout/TabList"/>
    <dgm:cxn modelId="{15968AEF-C389-4249-9735-A4A8101C5F3B}" type="presParOf" srcId="{1093750C-29B8-4545-BFD6-2422637A7C76}" destId="{756958E8-EACF-4BE2-957F-45FB371AA288}" srcOrd="0" destOrd="0" presId="urn:microsoft.com/office/officeart/2011/layout/TabList"/>
    <dgm:cxn modelId="{0856C04F-C908-4D0F-85E4-5765740E84A6}" type="presParOf" srcId="{1093750C-29B8-4545-BFD6-2422637A7C76}" destId="{2351286E-1B27-4284-8189-FCCD13F0A85D}" srcOrd="1" destOrd="0" presId="urn:microsoft.com/office/officeart/2011/layout/TabList"/>
    <dgm:cxn modelId="{AC211545-456E-4858-BC92-979049835C3D}" type="presParOf" srcId="{1093750C-29B8-4545-BFD6-2422637A7C76}" destId="{9DACFEDC-56C3-46D0-9500-48709CA0E378}" srcOrd="2" destOrd="0" presId="urn:microsoft.com/office/officeart/2011/layout/TabList"/>
    <dgm:cxn modelId="{5A0C0122-816F-46C4-A370-AC3C6EA39B1C}" type="presParOf" srcId="{6C8775C8-1BD9-47D4-A056-019069CD9283}" destId="{2A8CCB9B-CDFF-4571-92B6-631B9A710E04}" srcOrd="1" destOrd="0" presId="urn:microsoft.com/office/officeart/2011/layout/TabList"/>
    <dgm:cxn modelId="{6752DA22-EB70-4391-B20D-DA7CD162C4E9}" type="presParOf" srcId="{6C8775C8-1BD9-47D4-A056-019069CD9283}" destId="{95F82493-0A76-40EB-8146-FC0AFFE78065}" srcOrd="2" destOrd="0" presId="urn:microsoft.com/office/officeart/2011/layout/TabList"/>
    <dgm:cxn modelId="{A72F6174-9095-4FAD-897B-A64D0BC17698}" type="presParOf" srcId="{6C8775C8-1BD9-47D4-A056-019069CD9283}" destId="{2E0F91F3-EEE4-4FA1-8B04-80ED4C85C979}" srcOrd="3" destOrd="0" presId="urn:microsoft.com/office/officeart/2011/layout/TabList"/>
    <dgm:cxn modelId="{E10988B9-0068-41CE-A8E8-3CEFC016054E}" type="presParOf" srcId="{2E0F91F3-EEE4-4FA1-8B04-80ED4C85C979}" destId="{E2D72C84-953A-49AC-A1A0-8EC173CF11B5}" srcOrd="0" destOrd="0" presId="urn:microsoft.com/office/officeart/2011/layout/TabList"/>
    <dgm:cxn modelId="{B20EA6EF-C2C4-4846-BE9F-2DE0A708997B}" type="presParOf" srcId="{2E0F91F3-EEE4-4FA1-8B04-80ED4C85C979}" destId="{34C84371-722F-4FD1-AA09-87B52F699EF7}" srcOrd="1" destOrd="0" presId="urn:microsoft.com/office/officeart/2011/layout/TabList"/>
    <dgm:cxn modelId="{FE36EBDF-896A-4A6F-A3D5-FC5CD8E5A5D5}" type="presParOf" srcId="{2E0F91F3-EEE4-4FA1-8B04-80ED4C85C979}" destId="{F297F646-AA8B-4F6F-8152-F41ED17552D3}" srcOrd="2" destOrd="0" presId="urn:microsoft.com/office/officeart/2011/layout/TabList"/>
    <dgm:cxn modelId="{671BF7EF-4140-4F32-96CC-36A9A7260A4D}" type="presParOf" srcId="{6C8775C8-1BD9-47D4-A056-019069CD9283}" destId="{9E7EA2C4-3B06-4602-BCD8-6449830B25F0}" srcOrd="4" destOrd="0" presId="urn:microsoft.com/office/officeart/2011/layout/TabList"/>
    <dgm:cxn modelId="{80B8C2A7-6195-42A3-BA05-9BA4C40C5C06}" type="presParOf" srcId="{6C8775C8-1BD9-47D4-A056-019069CD9283}" destId="{84059D4D-C951-4832-963A-E073AAD1FA12}" srcOrd="5" destOrd="0" presId="urn:microsoft.com/office/officeart/2011/layout/TabList"/>
    <dgm:cxn modelId="{4026F377-F37A-4FF0-9483-5DEFFADD9BFC}" type="presParOf" srcId="{6C8775C8-1BD9-47D4-A056-019069CD9283}" destId="{E2586FC0-BF20-4F04-971F-C6A2EE63DBB9}" srcOrd="6" destOrd="0" presId="urn:microsoft.com/office/officeart/2011/layout/TabList"/>
    <dgm:cxn modelId="{AB231894-A8CF-45AD-83EA-EC9B84A5C8A2}" type="presParOf" srcId="{E2586FC0-BF20-4F04-971F-C6A2EE63DBB9}" destId="{A59A4F3D-52A6-4189-B5CB-60ACD5347924}" srcOrd="0" destOrd="0" presId="urn:microsoft.com/office/officeart/2011/layout/TabList"/>
    <dgm:cxn modelId="{5E389202-8975-4877-8E8B-40940CB42835}" type="presParOf" srcId="{E2586FC0-BF20-4F04-971F-C6A2EE63DBB9}" destId="{CF6DD518-BAE6-4C61-9985-835B8F82A5BD}" srcOrd="1" destOrd="0" presId="urn:microsoft.com/office/officeart/2011/layout/TabList"/>
    <dgm:cxn modelId="{7B679DC4-1FF4-4124-AEBF-03CF58691A1D}" type="presParOf" srcId="{E2586FC0-BF20-4F04-971F-C6A2EE63DBB9}" destId="{1AA00F7C-DC88-41DB-9AE9-90FA0E1D10AC}" srcOrd="2" destOrd="0" presId="urn:microsoft.com/office/officeart/2011/layout/TabList"/>
    <dgm:cxn modelId="{E4CC847A-73C0-4CE7-850A-8C1B5601B077}" type="presParOf" srcId="{6C8775C8-1BD9-47D4-A056-019069CD9283}" destId="{CDB916D5-4609-4D9A-B6C5-067D06C650B5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BB9108-A308-44A9-8A6B-323A42D1C0E0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130EE912-65D6-40A8-983A-2B2E849D2475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Business Functions and Business Process</a:t>
          </a:r>
        </a:p>
      </dgm:t>
    </dgm:pt>
    <dgm:pt modelId="{E48727DC-8FFE-4128-9C51-D9B1DD1CA5F5}" type="parTrans" cxnId="{E7A5CF62-3665-4E70-91F0-7AB06F70028D}">
      <dgm:prSet/>
      <dgm:spPr/>
      <dgm:t>
        <a:bodyPr/>
        <a:lstStyle/>
        <a:p>
          <a:endParaRPr lang="en-MY"/>
        </a:p>
      </dgm:t>
    </dgm:pt>
    <dgm:pt modelId="{F20AA009-C02D-4D27-814E-FE5EB16CD996}" type="sibTrans" cxnId="{E7A5CF62-3665-4E70-91F0-7AB06F70028D}">
      <dgm:prSet/>
      <dgm:spPr/>
      <dgm:t>
        <a:bodyPr/>
        <a:lstStyle/>
        <a:p>
          <a:endParaRPr lang="en-MY"/>
        </a:p>
      </dgm:t>
    </dgm:pt>
    <dgm:pt modelId="{F4721DD6-A730-494E-BAF3-FE0B155782AA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The Development of ERP Systems</a:t>
          </a:r>
          <a:endParaRPr lang="en-MY" dirty="0">
            <a:latin typeface="Bahnschrift" panose="020B0502040204020203" pitchFamily="34" charset="0"/>
          </a:endParaRPr>
        </a:p>
      </dgm:t>
    </dgm:pt>
    <dgm:pt modelId="{FCA1CD92-B7E9-478D-8071-C3FDC9A9CE17}" type="parTrans" cxnId="{AD041135-D390-47EE-9720-F0577E0F633C}">
      <dgm:prSet/>
      <dgm:spPr/>
      <dgm:t>
        <a:bodyPr/>
        <a:lstStyle/>
        <a:p>
          <a:endParaRPr lang="en-MY"/>
        </a:p>
      </dgm:t>
    </dgm:pt>
    <dgm:pt modelId="{94AE9520-65F8-4F0D-9314-853FCADB8B98}" type="sibTrans" cxnId="{AD041135-D390-47EE-9720-F0577E0F633C}">
      <dgm:prSet/>
      <dgm:spPr/>
      <dgm:t>
        <a:bodyPr/>
        <a:lstStyle/>
        <a:p>
          <a:endParaRPr lang="en-MY"/>
        </a:p>
      </dgm:t>
    </dgm:pt>
    <dgm:pt modelId="{86FAA243-A01F-41E7-877F-1F85AD21381B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Marketing Information Systems and the Sales Order Process</a:t>
          </a:r>
          <a:endParaRPr lang="en-MY" dirty="0">
            <a:latin typeface="Bahnschrift" panose="020B0502040204020203" pitchFamily="34" charset="0"/>
          </a:endParaRPr>
        </a:p>
      </dgm:t>
    </dgm:pt>
    <dgm:pt modelId="{08E6111A-437B-42EA-8590-6AA137B1BB14}" type="parTrans" cxnId="{8CD74AE5-79B8-404B-9C02-4147EB2E77E5}">
      <dgm:prSet/>
      <dgm:spPr/>
      <dgm:t>
        <a:bodyPr/>
        <a:lstStyle/>
        <a:p>
          <a:endParaRPr lang="en-MY"/>
        </a:p>
      </dgm:t>
    </dgm:pt>
    <dgm:pt modelId="{C7B4C903-246A-4D5F-9CCC-50C003C0CECF}" type="sibTrans" cxnId="{8CD74AE5-79B8-404B-9C02-4147EB2E77E5}">
      <dgm:prSet/>
      <dgm:spPr/>
      <dgm:t>
        <a:bodyPr/>
        <a:lstStyle/>
        <a:p>
          <a:endParaRPr lang="en-MY"/>
        </a:p>
      </dgm:t>
    </dgm:pt>
    <dgm:pt modelId="{CA91EF04-6338-4C0D-8BA9-D5084E5DAE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Production and Supply Chain Management Information Systems</a:t>
          </a:r>
        </a:p>
      </dgm:t>
    </dgm:pt>
    <dgm:pt modelId="{B7B887A2-0060-4334-8E69-EDD549A97581}" type="parTrans" cxnId="{69B14A82-F579-4A8B-8620-9EB061C05673}">
      <dgm:prSet/>
      <dgm:spPr/>
      <dgm:t>
        <a:bodyPr/>
        <a:lstStyle/>
        <a:p>
          <a:endParaRPr lang="en-MY"/>
        </a:p>
      </dgm:t>
    </dgm:pt>
    <dgm:pt modelId="{AABD87A9-6A2B-49CE-8B51-328B00BED80A}" type="sibTrans" cxnId="{69B14A82-F579-4A8B-8620-9EB061C05673}">
      <dgm:prSet/>
      <dgm:spPr/>
      <dgm:t>
        <a:bodyPr/>
        <a:lstStyle/>
        <a:p>
          <a:endParaRPr lang="en-MY"/>
        </a:p>
      </dgm:t>
    </dgm:pt>
    <dgm:pt modelId="{0C7322F9-792F-410B-BC05-28AEBD4B88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Customer Relationship Management</a:t>
          </a:r>
        </a:p>
      </dgm:t>
    </dgm:pt>
    <dgm:pt modelId="{F020DAB9-BF74-4BD1-B051-C7B8B39EB9D9}" type="parTrans" cxnId="{8A0A0A96-E98F-4A14-8B2E-69FCDD38957F}">
      <dgm:prSet/>
      <dgm:spPr/>
      <dgm:t>
        <a:bodyPr/>
        <a:lstStyle/>
        <a:p>
          <a:endParaRPr lang="en-MY"/>
        </a:p>
      </dgm:t>
    </dgm:pt>
    <dgm:pt modelId="{BEACCBE7-1A46-4421-B0CF-9180B4300EE9}" type="sibTrans" cxnId="{8A0A0A96-E98F-4A14-8B2E-69FCDD38957F}">
      <dgm:prSet/>
      <dgm:spPr/>
      <dgm:t>
        <a:bodyPr/>
        <a:lstStyle/>
        <a:p>
          <a:endParaRPr lang="en-MY"/>
        </a:p>
      </dgm:t>
    </dgm:pt>
    <dgm:pt modelId="{9171A7B2-C629-4254-8213-6AFD5ADCFE76}">
      <dgm:prSet phldrT="[Text]"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Process Improvement and ERP Implementation</a:t>
          </a:r>
          <a:endParaRPr lang="en-MY" dirty="0">
            <a:latin typeface="Bahnschrift" panose="020B0502040204020203" pitchFamily="34" charset="0"/>
          </a:endParaRPr>
        </a:p>
      </dgm:t>
    </dgm:pt>
    <dgm:pt modelId="{F08CAC9E-97AF-49F0-8A24-73EE67AB32B0}" type="parTrans" cxnId="{AF211F1E-097E-4441-A386-1F60A45AC50C}">
      <dgm:prSet/>
      <dgm:spPr/>
      <dgm:t>
        <a:bodyPr/>
        <a:lstStyle/>
        <a:p>
          <a:endParaRPr lang="en-MY"/>
        </a:p>
      </dgm:t>
    </dgm:pt>
    <dgm:pt modelId="{5543D44B-9810-4FCD-AC93-34FAF097B139}" type="sibTrans" cxnId="{AF211F1E-097E-4441-A386-1F60A45AC50C}">
      <dgm:prSet/>
      <dgm:spPr/>
      <dgm:t>
        <a:bodyPr/>
        <a:lstStyle/>
        <a:p>
          <a:endParaRPr lang="en-MY"/>
        </a:p>
      </dgm:t>
    </dgm:pt>
    <dgm:pt modelId="{D3299703-1F9B-4797-A5BE-CB820E62EDA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Human Resource Processes with ERP</a:t>
          </a:r>
        </a:p>
      </dgm:t>
    </dgm:pt>
    <dgm:pt modelId="{3DD775C4-B89D-452E-8300-5BD05CA3DD7E}" type="parTrans" cxnId="{2ACA6AC5-B479-4D3E-8392-E81C89C0D0E7}">
      <dgm:prSet/>
      <dgm:spPr/>
      <dgm:t>
        <a:bodyPr/>
        <a:lstStyle/>
        <a:p>
          <a:endParaRPr lang="en-MY"/>
        </a:p>
      </dgm:t>
    </dgm:pt>
    <dgm:pt modelId="{EC341F40-B677-4250-A69D-46E83E6BCC16}" type="sibTrans" cxnId="{2ACA6AC5-B479-4D3E-8392-E81C89C0D0E7}">
      <dgm:prSet/>
      <dgm:spPr/>
      <dgm:t>
        <a:bodyPr/>
        <a:lstStyle/>
        <a:p>
          <a:endParaRPr lang="en-MY"/>
        </a:p>
      </dgm:t>
    </dgm:pt>
    <dgm:pt modelId="{8171926B-B16C-40D2-8B14-0F10FCABF64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ERP Current Trends</a:t>
          </a:r>
        </a:p>
      </dgm:t>
    </dgm:pt>
    <dgm:pt modelId="{302EFE9F-CF2A-47CE-8076-97196DF5C09C}" type="parTrans" cxnId="{7978EC59-54FF-4D19-BD2B-FA0C463D0C68}">
      <dgm:prSet/>
      <dgm:spPr/>
      <dgm:t>
        <a:bodyPr/>
        <a:lstStyle/>
        <a:p>
          <a:endParaRPr lang="en-MY"/>
        </a:p>
      </dgm:t>
    </dgm:pt>
    <dgm:pt modelId="{78D34B6C-AAC0-4DD1-94BB-0D9E7F78068A}" type="sibTrans" cxnId="{7978EC59-54FF-4D19-BD2B-FA0C463D0C68}">
      <dgm:prSet/>
      <dgm:spPr/>
      <dgm:t>
        <a:bodyPr/>
        <a:lstStyle/>
        <a:p>
          <a:endParaRPr lang="en-MY"/>
        </a:p>
      </dgm:t>
    </dgm:pt>
    <dgm:pt modelId="{653FD1B9-C478-4841-BA40-24EE323C65D6}" type="pres">
      <dgm:prSet presAssocID="{F6BB9108-A308-44A9-8A6B-323A42D1C0E0}" presName="Name0" presStyleCnt="0">
        <dgm:presLayoutVars>
          <dgm:dir/>
          <dgm:resizeHandles val="exact"/>
        </dgm:presLayoutVars>
      </dgm:prSet>
      <dgm:spPr/>
    </dgm:pt>
    <dgm:pt modelId="{A368EE82-E597-4A73-92D5-671ECBE5640C}" type="pres">
      <dgm:prSet presAssocID="{130EE912-65D6-40A8-983A-2B2E849D2475}" presName="node" presStyleLbl="node1" presStyleIdx="0" presStyleCnt="8">
        <dgm:presLayoutVars>
          <dgm:bulletEnabled val="1"/>
        </dgm:presLayoutVars>
      </dgm:prSet>
      <dgm:spPr/>
    </dgm:pt>
    <dgm:pt modelId="{C204399F-B56A-48C6-A1E4-0B07C8B53683}" type="pres">
      <dgm:prSet presAssocID="{F20AA009-C02D-4D27-814E-FE5EB16CD996}" presName="sibTrans" presStyleLbl="sibTrans1D1" presStyleIdx="0" presStyleCnt="7"/>
      <dgm:spPr/>
    </dgm:pt>
    <dgm:pt modelId="{C13A2AB4-A096-4D31-98C8-6E0F1EE67AF7}" type="pres">
      <dgm:prSet presAssocID="{F20AA009-C02D-4D27-814E-FE5EB16CD996}" presName="connectorText" presStyleLbl="sibTrans1D1" presStyleIdx="0" presStyleCnt="7"/>
      <dgm:spPr/>
    </dgm:pt>
    <dgm:pt modelId="{A7A76039-249A-4290-9BCD-EB62B9D59E24}" type="pres">
      <dgm:prSet presAssocID="{F4721DD6-A730-494E-BAF3-FE0B155782AA}" presName="node" presStyleLbl="node1" presStyleIdx="1" presStyleCnt="8">
        <dgm:presLayoutVars>
          <dgm:bulletEnabled val="1"/>
        </dgm:presLayoutVars>
      </dgm:prSet>
      <dgm:spPr/>
    </dgm:pt>
    <dgm:pt modelId="{2B52A401-95F5-4B36-8D95-C4970EBDD497}" type="pres">
      <dgm:prSet presAssocID="{94AE9520-65F8-4F0D-9314-853FCADB8B98}" presName="sibTrans" presStyleLbl="sibTrans1D1" presStyleIdx="1" presStyleCnt="7"/>
      <dgm:spPr/>
    </dgm:pt>
    <dgm:pt modelId="{9B08A138-FF96-452D-AF0F-22179D2CDD7D}" type="pres">
      <dgm:prSet presAssocID="{94AE9520-65F8-4F0D-9314-853FCADB8B98}" presName="connectorText" presStyleLbl="sibTrans1D1" presStyleIdx="1" presStyleCnt="7"/>
      <dgm:spPr/>
    </dgm:pt>
    <dgm:pt modelId="{1D8BEC7F-5612-429A-988F-4870B8CC7DCB}" type="pres">
      <dgm:prSet presAssocID="{86FAA243-A01F-41E7-877F-1F85AD21381B}" presName="node" presStyleLbl="node1" presStyleIdx="2" presStyleCnt="8">
        <dgm:presLayoutVars>
          <dgm:bulletEnabled val="1"/>
        </dgm:presLayoutVars>
      </dgm:prSet>
      <dgm:spPr/>
    </dgm:pt>
    <dgm:pt modelId="{47A732EE-CAC2-42D6-BAE1-4E99EA7E6FBC}" type="pres">
      <dgm:prSet presAssocID="{C7B4C903-246A-4D5F-9CCC-50C003C0CECF}" presName="sibTrans" presStyleLbl="sibTrans1D1" presStyleIdx="2" presStyleCnt="7"/>
      <dgm:spPr/>
    </dgm:pt>
    <dgm:pt modelId="{AA778D9F-7143-4919-A4F4-5AF4E7DDBB79}" type="pres">
      <dgm:prSet presAssocID="{C7B4C903-246A-4D5F-9CCC-50C003C0CECF}" presName="connectorText" presStyleLbl="sibTrans1D1" presStyleIdx="2" presStyleCnt="7"/>
      <dgm:spPr/>
    </dgm:pt>
    <dgm:pt modelId="{BC54DC66-29BB-4847-9863-40A8E328A6CE}" type="pres">
      <dgm:prSet presAssocID="{CA91EF04-6338-4C0D-8BA9-D5084E5DAEBD}" presName="node" presStyleLbl="node1" presStyleIdx="3" presStyleCnt="8">
        <dgm:presLayoutVars>
          <dgm:bulletEnabled val="1"/>
        </dgm:presLayoutVars>
      </dgm:prSet>
      <dgm:spPr/>
    </dgm:pt>
    <dgm:pt modelId="{453CFF04-028F-4FFF-8AFC-196AC0F416A4}" type="pres">
      <dgm:prSet presAssocID="{AABD87A9-6A2B-49CE-8B51-328B00BED80A}" presName="sibTrans" presStyleLbl="sibTrans1D1" presStyleIdx="3" presStyleCnt="7"/>
      <dgm:spPr/>
    </dgm:pt>
    <dgm:pt modelId="{9A0590BC-C69F-43FF-8282-56B277535735}" type="pres">
      <dgm:prSet presAssocID="{AABD87A9-6A2B-49CE-8B51-328B00BED80A}" presName="connectorText" presStyleLbl="sibTrans1D1" presStyleIdx="3" presStyleCnt="7"/>
      <dgm:spPr/>
    </dgm:pt>
    <dgm:pt modelId="{E4150A0C-C16E-4093-AA86-F8772D610175}" type="pres">
      <dgm:prSet presAssocID="{0C7322F9-792F-410B-BC05-28AEBD4B8822}" presName="node" presStyleLbl="node1" presStyleIdx="4" presStyleCnt="8">
        <dgm:presLayoutVars>
          <dgm:bulletEnabled val="1"/>
        </dgm:presLayoutVars>
      </dgm:prSet>
      <dgm:spPr/>
    </dgm:pt>
    <dgm:pt modelId="{37052FBA-FE0C-4403-95AD-652E2E0EB3E8}" type="pres">
      <dgm:prSet presAssocID="{BEACCBE7-1A46-4421-B0CF-9180B4300EE9}" presName="sibTrans" presStyleLbl="sibTrans1D1" presStyleIdx="4" presStyleCnt="7"/>
      <dgm:spPr/>
    </dgm:pt>
    <dgm:pt modelId="{911F0646-A717-4EDF-AF12-9C8E0F128F4C}" type="pres">
      <dgm:prSet presAssocID="{BEACCBE7-1A46-4421-B0CF-9180B4300EE9}" presName="connectorText" presStyleLbl="sibTrans1D1" presStyleIdx="4" presStyleCnt="7"/>
      <dgm:spPr/>
    </dgm:pt>
    <dgm:pt modelId="{DBECE0EF-A62A-44E9-BA9F-2193C3258F1D}" type="pres">
      <dgm:prSet presAssocID="{D3299703-1F9B-4797-A5BE-CB820E62EDAD}" presName="node" presStyleLbl="node1" presStyleIdx="5" presStyleCnt="8">
        <dgm:presLayoutVars>
          <dgm:bulletEnabled val="1"/>
        </dgm:presLayoutVars>
      </dgm:prSet>
      <dgm:spPr/>
    </dgm:pt>
    <dgm:pt modelId="{88A696AE-A94B-4EE7-82BE-173891B45E69}" type="pres">
      <dgm:prSet presAssocID="{EC341F40-B677-4250-A69D-46E83E6BCC16}" presName="sibTrans" presStyleLbl="sibTrans1D1" presStyleIdx="5" presStyleCnt="7"/>
      <dgm:spPr/>
    </dgm:pt>
    <dgm:pt modelId="{FD6422E6-E616-4AA5-A399-F34DBB8C1201}" type="pres">
      <dgm:prSet presAssocID="{EC341F40-B677-4250-A69D-46E83E6BCC16}" presName="connectorText" presStyleLbl="sibTrans1D1" presStyleIdx="5" presStyleCnt="7"/>
      <dgm:spPr/>
    </dgm:pt>
    <dgm:pt modelId="{4D216CA3-DECC-4AC4-B6B3-C83E879DE9AD}" type="pres">
      <dgm:prSet presAssocID="{9171A7B2-C629-4254-8213-6AFD5ADCFE76}" presName="node" presStyleLbl="node1" presStyleIdx="6" presStyleCnt="8">
        <dgm:presLayoutVars>
          <dgm:bulletEnabled val="1"/>
        </dgm:presLayoutVars>
      </dgm:prSet>
      <dgm:spPr/>
    </dgm:pt>
    <dgm:pt modelId="{614FBC9F-8560-4C2E-9AD0-F0AF57686185}" type="pres">
      <dgm:prSet presAssocID="{5543D44B-9810-4FCD-AC93-34FAF097B139}" presName="sibTrans" presStyleLbl="sibTrans1D1" presStyleIdx="6" presStyleCnt="7"/>
      <dgm:spPr/>
    </dgm:pt>
    <dgm:pt modelId="{402F2ACE-98EF-4048-8B36-46D0E6648083}" type="pres">
      <dgm:prSet presAssocID="{5543D44B-9810-4FCD-AC93-34FAF097B139}" presName="connectorText" presStyleLbl="sibTrans1D1" presStyleIdx="6" presStyleCnt="7"/>
      <dgm:spPr/>
    </dgm:pt>
    <dgm:pt modelId="{AF5C4C3C-A71A-4984-8ECB-EDE64D45D661}" type="pres">
      <dgm:prSet presAssocID="{8171926B-B16C-40D2-8B14-0F10FCABF642}" presName="node" presStyleLbl="node1" presStyleIdx="7" presStyleCnt="8">
        <dgm:presLayoutVars>
          <dgm:bulletEnabled val="1"/>
        </dgm:presLayoutVars>
      </dgm:prSet>
      <dgm:spPr/>
    </dgm:pt>
  </dgm:ptLst>
  <dgm:cxnLst>
    <dgm:cxn modelId="{683B1204-EA6A-493F-8841-F862679F4B2F}" type="presOf" srcId="{EC341F40-B677-4250-A69D-46E83E6BCC16}" destId="{FD6422E6-E616-4AA5-A399-F34DBB8C1201}" srcOrd="1" destOrd="0" presId="urn:microsoft.com/office/officeart/2016/7/layout/RepeatingBendingProcessNew"/>
    <dgm:cxn modelId="{58F4DB04-5959-466D-BF32-F09674A6E300}" type="presOf" srcId="{86FAA243-A01F-41E7-877F-1F85AD21381B}" destId="{1D8BEC7F-5612-429A-988F-4870B8CC7DCB}" srcOrd="0" destOrd="0" presId="urn:microsoft.com/office/officeart/2016/7/layout/RepeatingBendingProcessNew"/>
    <dgm:cxn modelId="{F5F45011-5215-46C5-8DB7-61CB71833591}" type="presOf" srcId="{F20AA009-C02D-4D27-814E-FE5EB16CD996}" destId="{C13A2AB4-A096-4D31-98C8-6E0F1EE67AF7}" srcOrd="1" destOrd="0" presId="urn:microsoft.com/office/officeart/2016/7/layout/RepeatingBendingProcessNew"/>
    <dgm:cxn modelId="{1243351C-B48F-4955-9EE0-E01126240E0F}" type="presOf" srcId="{AABD87A9-6A2B-49CE-8B51-328B00BED80A}" destId="{453CFF04-028F-4FFF-8AFC-196AC0F416A4}" srcOrd="0" destOrd="0" presId="urn:microsoft.com/office/officeart/2016/7/layout/RepeatingBendingProcessNew"/>
    <dgm:cxn modelId="{4E48BB1D-D952-4648-93E0-FD170D8204B9}" type="presOf" srcId="{D3299703-1F9B-4797-A5BE-CB820E62EDAD}" destId="{DBECE0EF-A62A-44E9-BA9F-2193C3258F1D}" srcOrd="0" destOrd="0" presId="urn:microsoft.com/office/officeart/2016/7/layout/RepeatingBendingProcessNew"/>
    <dgm:cxn modelId="{AF211F1E-097E-4441-A386-1F60A45AC50C}" srcId="{F6BB9108-A308-44A9-8A6B-323A42D1C0E0}" destId="{9171A7B2-C629-4254-8213-6AFD5ADCFE76}" srcOrd="6" destOrd="0" parTransId="{F08CAC9E-97AF-49F0-8A24-73EE67AB32B0}" sibTransId="{5543D44B-9810-4FCD-AC93-34FAF097B139}"/>
    <dgm:cxn modelId="{D9E03422-BD4E-43B7-B394-1EC87A6A35BD}" type="presOf" srcId="{5543D44B-9810-4FCD-AC93-34FAF097B139}" destId="{614FBC9F-8560-4C2E-9AD0-F0AF57686185}" srcOrd="0" destOrd="0" presId="urn:microsoft.com/office/officeart/2016/7/layout/RepeatingBendingProcessNew"/>
    <dgm:cxn modelId="{5CF45D2C-9AC4-42DE-B28F-7F3AB3490540}" type="presOf" srcId="{EC341F40-B677-4250-A69D-46E83E6BCC16}" destId="{88A696AE-A94B-4EE7-82BE-173891B45E69}" srcOrd="0" destOrd="0" presId="urn:microsoft.com/office/officeart/2016/7/layout/RepeatingBendingProcessNew"/>
    <dgm:cxn modelId="{AD041135-D390-47EE-9720-F0577E0F633C}" srcId="{F6BB9108-A308-44A9-8A6B-323A42D1C0E0}" destId="{F4721DD6-A730-494E-BAF3-FE0B155782AA}" srcOrd="1" destOrd="0" parTransId="{FCA1CD92-B7E9-478D-8071-C3FDC9A9CE17}" sibTransId="{94AE9520-65F8-4F0D-9314-853FCADB8B98}"/>
    <dgm:cxn modelId="{F891BE4F-C709-4F35-BD94-50C500EDEC4B}" type="presOf" srcId="{130EE912-65D6-40A8-983A-2B2E849D2475}" destId="{A368EE82-E597-4A73-92D5-671ECBE5640C}" srcOrd="0" destOrd="0" presId="urn:microsoft.com/office/officeart/2016/7/layout/RepeatingBendingProcessNew"/>
    <dgm:cxn modelId="{F8FC3855-D80E-456F-AD17-D3DC0E39F5F3}" type="presOf" srcId="{CA91EF04-6338-4C0D-8BA9-D5084E5DAEBD}" destId="{BC54DC66-29BB-4847-9863-40A8E328A6CE}" srcOrd="0" destOrd="0" presId="urn:microsoft.com/office/officeart/2016/7/layout/RepeatingBendingProcessNew"/>
    <dgm:cxn modelId="{3B438258-12F0-49CA-8464-0647CDD3373D}" type="presOf" srcId="{F20AA009-C02D-4D27-814E-FE5EB16CD996}" destId="{C204399F-B56A-48C6-A1E4-0B07C8B53683}" srcOrd="0" destOrd="0" presId="urn:microsoft.com/office/officeart/2016/7/layout/RepeatingBendingProcessNew"/>
    <dgm:cxn modelId="{7978EC59-54FF-4D19-BD2B-FA0C463D0C68}" srcId="{F6BB9108-A308-44A9-8A6B-323A42D1C0E0}" destId="{8171926B-B16C-40D2-8B14-0F10FCABF642}" srcOrd="7" destOrd="0" parTransId="{302EFE9F-CF2A-47CE-8076-97196DF5C09C}" sibTransId="{78D34B6C-AAC0-4DD1-94BB-0D9E7F78068A}"/>
    <dgm:cxn modelId="{E7A5CF62-3665-4E70-91F0-7AB06F70028D}" srcId="{F6BB9108-A308-44A9-8A6B-323A42D1C0E0}" destId="{130EE912-65D6-40A8-983A-2B2E849D2475}" srcOrd="0" destOrd="0" parTransId="{E48727DC-8FFE-4128-9C51-D9B1DD1CA5F5}" sibTransId="{F20AA009-C02D-4D27-814E-FE5EB16CD996}"/>
    <dgm:cxn modelId="{C7975166-D0C9-44EB-850A-EA6870A95995}" type="presOf" srcId="{5543D44B-9810-4FCD-AC93-34FAF097B139}" destId="{402F2ACE-98EF-4048-8B36-46D0E6648083}" srcOrd="1" destOrd="0" presId="urn:microsoft.com/office/officeart/2016/7/layout/RepeatingBendingProcessNew"/>
    <dgm:cxn modelId="{B4D22570-BB50-4FF0-8AA8-D689D4F01597}" type="presOf" srcId="{0C7322F9-792F-410B-BC05-28AEBD4B8822}" destId="{E4150A0C-C16E-4093-AA86-F8772D610175}" srcOrd="0" destOrd="0" presId="urn:microsoft.com/office/officeart/2016/7/layout/RepeatingBendingProcessNew"/>
    <dgm:cxn modelId="{69B14A82-F579-4A8B-8620-9EB061C05673}" srcId="{F6BB9108-A308-44A9-8A6B-323A42D1C0E0}" destId="{CA91EF04-6338-4C0D-8BA9-D5084E5DAEBD}" srcOrd="3" destOrd="0" parTransId="{B7B887A2-0060-4334-8E69-EDD549A97581}" sibTransId="{AABD87A9-6A2B-49CE-8B51-328B00BED80A}"/>
    <dgm:cxn modelId="{8A0A0A96-E98F-4A14-8B2E-69FCDD38957F}" srcId="{F6BB9108-A308-44A9-8A6B-323A42D1C0E0}" destId="{0C7322F9-792F-410B-BC05-28AEBD4B8822}" srcOrd="4" destOrd="0" parTransId="{F020DAB9-BF74-4BD1-B051-C7B8B39EB9D9}" sibTransId="{BEACCBE7-1A46-4421-B0CF-9180B4300EE9}"/>
    <dgm:cxn modelId="{8D690197-E935-40D5-9335-59B5C53804BF}" type="presOf" srcId="{C7B4C903-246A-4D5F-9CCC-50C003C0CECF}" destId="{AA778D9F-7143-4919-A4F4-5AF4E7DDBB79}" srcOrd="1" destOrd="0" presId="urn:microsoft.com/office/officeart/2016/7/layout/RepeatingBendingProcessNew"/>
    <dgm:cxn modelId="{C0C81CB4-9AE3-427A-8DBA-AF7462AD6649}" type="presOf" srcId="{F6BB9108-A308-44A9-8A6B-323A42D1C0E0}" destId="{653FD1B9-C478-4841-BA40-24EE323C65D6}" srcOrd="0" destOrd="0" presId="urn:microsoft.com/office/officeart/2016/7/layout/RepeatingBendingProcessNew"/>
    <dgm:cxn modelId="{F83C58B7-70F9-4885-BB52-B496E4C313EC}" type="presOf" srcId="{F4721DD6-A730-494E-BAF3-FE0B155782AA}" destId="{A7A76039-249A-4290-9BCD-EB62B9D59E24}" srcOrd="0" destOrd="0" presId="urn:microsoft.com/office/officeart/2016/7/layout/RepeatingBendingProcessNew"/>
    <dgm:cxn modelId="{2ACA6AC5-B479-4D3E-8392-E81C89C0D0E7}" srcId="{F6BB9108-A308-44A9-8A6B-323A42D1C0E0}" destId="{D3299703-1F9B-4797-A5BE-CB820E62EDAD}" srcOrd="5" destOrd="0" parTransId="{3DD775C4-B89D-452E-8300-5BD05CA3DD7E}" sibTransId="{EC341F40-B677-4250-A69D-46E83E6BCC16}"/>
    <dgm:cxn modelId="{970B0ED8-7C81-4780-9508-2C0B3E7883E8}" type="presOf" srcId="{BEACCBE7-1A46-4421-B0CF-9180B4300EE9}" destId="{911F0646-A717-4EDF-AF12-9C8E0F128F4C}" srcOrd="1" destOrd="0" presId="urn:microsoft.com/office/officeart/2016/7/layout/RepeatingBendingProcessNew"/>
    <dgm:cxn modelId="{8DB217DB-19C7-4AA4-BCC8-C4BBC27119C5}" type="presOf" srcId="{9171A7B2-C629-4254-8213-6AFD5ADCFE76}" destId="{4D216CA3-DECC-4AC4-B6B3-C83E879DE9AD}" srcOrd="0" destOrd="0" presId="urn:microsoft.com/office/officeart/2016/7/layout/RepeatingBendingProcessNew"/>
    <dgm:cxn modelId="{99E3B5DC-D68B-44C9-A93B-4390F99FB730}" type="presOf" srcId="{C7B4C903-246A-4D5F-9CCC-50C003C0CECF}" destId="{47A732EE-CAC2-42D6-BAE1-4E99EA7E6FBC}" srcOrd="0" destOrd="0" presId="urn:microsoft.com/office/officeart/2016/7/layout/RepeatingBendingProcessNew"/>
    <dgm:cxn modelId="{FF3B10E3-C646-485B-AE22-3B4AC6ADE4D3}" type="presOf" srcId="{94AE9520-65F8-4F0D-9314-853FCADB8B98}" destId="{2B52A401-95F5-4B36-8D95-C4970EBDD497}" srcOrd="0" destOrd="0" presId="urn:microsoft.com/office/officeart/2016/7/layout/RepeatingBendingProcessNew"/>
    <dgm:cxn modelId="{8CD74AE5-79B8-404B-9C02-4147EB2E77E5}" srcId="{F6BB9108-A308-44A9-8A6B-323A42D1C0E0}" destId="{86FAA243-A01F-41E7-877F-1F85AD21381B}" srcOrd="2" destOrd="0" parTransId="{08E6111A-437B-42EA-8590-6AA137B1BB14}" sibTransId="{C7B4C903-246A-4D5F-9CCC-50C003C0CECF}"/>
    <dgm:cxn modelId="{9DACB9E8-2722-41AC-8F3A-C1EF5E96187A}" type="presOf" srcId="{AABD87A9-6A2B-49CE-8B51-328B00BED80A}" destId="{9A0590BC-C69F-43FF-8282-56B277535735}" srcOrd="1" destOrd="0" presId="urn:microsoft.com/office/officeart/2016/7/layout/RepeatingBendingProcessNew"/>
    <dgm:cxn modelId="{7992E5E9-C481-451B-8AA5-5297DC4B7838}" type="presOf" srcId="{BEACCBE7-1A46-4421-B0CF-9180B4300EE9}" destId="{37052FBA-FE0C-4403-95AD-652E2E0EB3E8}" srcOrd="0" destOrd="0" presId="urn:microsoft.com/office/officeart/2016/7/layout/RepeatingBendingProcessNew"/>
    <dgm:cxn modelId="{5E170AEB-6256-475D-82B3-606F4A47E811}" type="presOf" srcId="{94AE9520-65F8-4F0D-9314-853FCADB8B98}" destId="{9B08A138-FF96-452D-AF0F-22179D2CDD7D}" srcOrd="1" destOrd="0" presId="urn:microsoft.com/office/officeart/2016/7/layout/RepeatingBendingProcessNew"/>
    <dgm:cxn modelId="{BCF6DAF4-8457-427E-82F6-29968EE34B7C}" type="presOf" srcId="{8171926B-B16C-40D2-8B14-0F10FCABF642}" destId="{AF5C4C3C-A71A-4984-8ECB-EDE64D45D661}" srcOrd="0" destOrd="0" presId="urn:microsoft.com/office/officeart/2016/7/layout/RepeatingBendingProcessNew"/>
    <dgm:cxn modelId="{76B75375-5C88-4E3D-9C84-58C2E64EF216}" type="presParOf" srcId="{653FD1B9-C478-4841-BA40-24EE323C65D6}" destId="{A368EE82-E597-4A73-92D5-671ECBE5640C}" srcOrd="0" destOrd="0" presId="urn:microsoft.com/office/officeart/2016/7/layout/RepeatingBendingProcessNew"/>
    <dgm:cxn modelId="{753F91C5-F9A8-44A9-89B8-76DD5BDFD963}" type="presParOf" srcId="{653FD1B9-C478-4841-BA40-24EE323C65D6}" destId="{C204399F-B56A-48C6-A1E4-0B07C8B53683}" srcOrd="1" destOrd="0" presId="urn:microsoft.com/office/officeart/2016/7/layout/RepeatingBendingProcessNew"/>
    <dgm:cxn modelId="{5B49C133-FC6C-4845-9416-D372D4472584}" type="presParOf" srcId="{C204399F-B56A-48C6-A1E4-0B07C8B53683}" destId="{C13A2AB4-A096-4D31-98C8-6E0F1EE67AF7}" srcOrd="0" destOrd="0" presId="urn:microsoft.com/office/officeart/2016/7/layout/RepeatingBendingProcessNew"/>
    <dgm:cxn modelId="{23C1FF01-5AFE-4414-B914-9B938AABE0D0}" type="presParOf" srcId="{653FD1B9-C478-4841-BA40-24EE323C65D6}" destId="{A7A76039-249A-4290-9BCD-EB62B9D59E24}" srcOrd="2" destOrd="0" presId="urn:microsoft.com/office/officeart/2016/7/layout/RepeatingBendingProcessNew"/>
    <dgm:cxn modelId="{48424F97-256A-4786-B848-D4BC1F2DE394}" type="presParOf" srcId="{653FD1B9-C478-4841-BA40-24EE323C65D6}" destId="{2B52A401-95F5-4B36-8D95-C4970EBDD497}" srcOrd="3" destOrd="0" presId="urn:microsoft.com/office/officeart/2016/7/layout/RepeatingBendingProcessNew"/>
    <dgm:cxn modelId="{D4C789D7-5415-47BC-9E46-0EF16D558DC3}" type="presParOf" srcId="{2B52A401-95F5-4B36-8D95-C4970EBDD497}" destId="{9B08A138-FF96-452D-AF0F-22179D2CDD7D}" srcOrd="0" destOrd="0" presId="urn:microsoft.com/office/officeart/2016/7/layout/RepeatingBendingProcessNew"/>
    <dgm:cxn modelId="{A9319C3C-ABDD-411C-9A6F-2668C5EF0B20}" type="presParOf" srcId="{653FD1B9-C478-4841-BA40-24EE323C65D6}" destId="{1D8BEC7F-5612-429A-988F-4870B8CC7DCB}" srcOrd="4" destOrd="0" presId="urn:microsoft.com/office/officeart/2016/7/layout/RepeatingBendingProcessNew"/>
    <dgm:cxn modelId="{664507B1-54E3-4354-AAF4-0C03DD607959}" type="presParOf" srcId="{653FD1B9-C478-4841-BA40-24EE323C65D6}" destId="{47A732EE-CAC2-42D6-BAE1-4E99EA7E6FBC}" srcOrd="5" destOrd="0" presId="urn:microsoft.com/office/officeart/2016/7/layout/RepeatingBendingProcessNew"/>
    <dgm:cxn modelId="{E2591CF7-BED9-4F65-818F-87201BC4E794}" type="presParOf" srcId="{47A732EE-CAC2-42D6-BAE1-4E99EA7E6FBC}" destId="{AA778D9F-7143-4919-A4F4-5AF4E7DDBB79}" srcOrd="0" destOrd="0" presId="urn:microsoft.com/office/officeart/2016/7/layout/RepeatingBendingProcessNew"/>
    <dgm:cxn modelId="{0D44EFD8-E970-49EE-8F89-EC4523DCBBFA}" type="presParOf" srcId="{653FD1B9-C478-4841-BA40-24EE323C65D6}" destId="{BC54DC66-29BB-4847-9863-40A8E328A6CE}" srcOrd="6" destOrd="0" presId="urn:microsoft.com/office/officeart/2016/7/layout/RepeatingBendingProcessNew"/>
    <dgm:cxn modelId="{0BC46480-6561-40D5-8B63-62D8E66B270B}" type="presParOf" srcId="{653FD1B9-C478-4841-BA40-24EE323C65D6}" destId="{453CFF04-028F-4FFF-8AFC-196AC0F416A4}" srcOrd="7" destOrd="0" presId="urn:microsoft.com/office/officeart/2016/7/layout/RepeatingBendingProcessNew"/>
    <dgm:cxn modelId="{736EC847-D694-4161-A1AE-4D3EDA7CECDD}" type="presParOf" srcId="{453CFF04-028F-4FFF-8AFC-196AC0F416A4}" destId="{9A0590BC-C69F-43FF-8282-56B277535735}" srcOrd="0" destOrd="0" presId="urn:microsoft.com/office/officeart/2016/7/layout/RepeatingBendingProcessNew"/>
    <dgm:cxn modelId="{B092429B-761C-4671-BEEF-3587AB32A889}" type="presParOf" srcId="{653FD1B9-C478-4841-BA40-24EE323C65D6}" destId="{E4150A0C-C16E-4093-AA86-F8772D610175}" srcOrd="8" destOrd="0" presId="urn:microsoft.com/office/officeart/2016/7/layout/RepeatingBendingProcessNew"/>
    <dgm:cxn modelId="{8E25403E-0998-4CFB-854D-8F551A30E25F}" type="presParOf" srcId="{653FD1B9-C478-4841-BA40-24EE323C65D6}" destId="{37052FBA-FE0C-4403-95AD-652E2E0EB3E8}" srcOrd="9" destOrd="0" presId="urn:microsoft.com/office/officeart/2016/7/layout/RepeatingBendingProcessNew"/>
    <dgm:cxn modelId="{F6BB117E-2251-4781-BA1C-84339D177EE0}" type="presParOf" srcId="{37052FBA-FE0C-4403-95AD-652E2E0EB3E8}" destId="{911F0646-A717-4EDF-AF12-9C8E0F128F4C}" srcOrd="0" destOrd="0" presId="urn:microsoft.com/office/officeart/2016/7/layout/RepeatingBendingProcessNew"/>
    <dgm:cxn modelId="{19BB05CF-ABCA-43E7-96BF-5B1965A0EA5E}" type="presParOf" srcId="{653FD1B9-C478-4841-BA40-24EE323C65D6}" destId="{DBECE0EF-A62A-44E9-BA9F-2193C3258F1D}" srcOrd="10" destOrd="0" presId="urn:microsoft.com/office/officeart/2016/7/layout/RepeatingBendingProcessNew"/>
    <dgm:cxn modelId="{7EC76012-1B62-4D1D-B750-9F9830E7FC81}" type="presParOf" srcId="{653FD1B9-C478-4841-BA40-24EE323C65D6}" destId="{88A696AE-A94B-4EE7-82BE-173891B45E69}" srcOrd="11" destOrd="0" presId="urn:microsoft.com/office/officeart/2016/7/layout/RepeatingBendingProcessNew"/>
    <dgm:cxn modelId="{776B9389-06CC-44FB-BDD7-C71B9B076944}" type="presParOf" srcId="{88A696AE-A94B-4EE7-82BE-173891B45E69}" destId="{FD6422E6-E616-4AA5-A399-F34DBB8C1201}" srcOrd="0" destOrd="0" presId="urn:microsoft.com/office/officeart/2016/7/layout/RepeatingBendingProcessNew"/>
    <dgm:cxn modelId="{DFE4A4EC-AFBA-4C81-ABE5-8EDA75F46B29}" type="presParOf" srcId="{653FD1B9-C478-4841-BA40-24EE323C65D6}" destId="{4D216CA3-DECC-4AC4-B6B3-C83E879DE9AD}" srcOrd="12" destOrd="0" presId="urn:microsoft.com/office/officeart/2016/7/layout/RepeatingBendingProcessNew"/>
    <dgm:cxn modelId="{214642C6-8520-4AC1-9AD4-8D3F70184A22}" type="presParOf" srcId="{653FD1B9-C478-4841-BA40-24EE323C65D6}" destId="{614FBC9F-8560-4C2E-9AD0-F0AF57686185}" srcOrd="13" destOrd="0" presId="urn:microsoft.com/office/officeart/2016/7/layout/RepeatingBendingProcessNew"/>
    <dgm:cxn modelId="{31F2ECFB-F2FA-48F4-87C0-D78C7CE7BA2C}" type="presParOf" srcId="{614FBC9F-8560-4C2E-9AD0-F0AF57686185}" destId="{402F2ACE-98EF-4048-8B36-46D0E6648083}" srcOrd="0" destOrd="0" presId="urn:microsoft.com/office/officeart/2016/7/layout/RepeatingBendingProcessNew"/>
    <dgm:cxn modelId="{4CF41467-2615-448D-9177-4549D81934B7}" type="presParOf" srcId="{653FD1B9-C478-4841-BA40-24EE323C65D6}" destId="{AF5C4C3C-A71A-4984-8ECB-EDE64D45D661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D472A5-DC12-4A9C-A24E-20F875931DF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979CCD8-C514-4D8C-B04D-5D73A3959AC5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Lecture</a:t>
          </a:r>
        </a:p>
      </dgm:t>
    </dgm:pt>
    <dgm:pt modelId="{67816B5B-54CD-4C33-B472-F0DF29352C46}" type="parTrans" cxnId="{2DD82C38-DB95-405B-BD0C-FB4862D65FA9}">
      <dgm:prSet/>
      <dgm:spPr/>
      <dgm:t>
        <a:bodyPr/>
        <a:lstStyle/>
        <a:p>
          <a:endParaRPr lang="en-MY"/>
        </a:p>
      </dgm:t>
    </dgm:pt>
    <dgm:pt modelId="{1A265F9E-CCBC-4D94-83E5-41DB9D4FDDF6}" type="sibTrans" cxnId="{2DD82C38-DB95-405B-BD0C-FB4862D65FA9}">
      <dgm:prSet/>
      <dgm:spPr/>
      <dgm:t>
        <a:bodyPr/>
        <a:lstStyle/>
        <a:p>
          <a:endParaRPr lang="en-MY"/>
        </a:p>
      </dgm:t>
    </dgm:pt>
    <dgm:pt modelId="{AC3CB546-2C02-4309-B887-21628B2F76F1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Monday</a:t>
          </a:r>
        </a:p>
      </dgm:t>
    </dgm:pt>
    <dgm:pt modelId="{4903C93E-18B8-429E-AFF3-039DD3397062}" type="parTrans" cxnId="{406A407F-D8D1-4F4B-8509-11035E16E162}">
      <dgm:prSet/>
      <dgm:spPr/>
      <dgm:t>
        <a:bodyPr/>
        <a:lstStyle/>
        <a:p>
          <a:endParaRPr lang="en-MY"/>
        </a:p>
      </dgm:t>
    </dgm:pt>
    <dgm:pt modelId="{BC9446AD-3373-4BD0-ADF3-6AAEA7C90307}" type="sibTrans" cxnId="{406A407F-D8D1-4F4B-8509-11035E16E162}">
      <dgm:prSet/>
      <dgm:spPr/>
      <dgm:t>
        <a:bodyPr/>
        <a:lstStyle/>
        <a:p>
          <a:endParaRPr lang="en-MY"/>
        </a:p>
      </dgm:t>
    </dgm:pt>
    <dgm:pt modelId="{0465802D-AD1A-42FA-90BB-7FD973581B70}">
      <dgm:prSet phldrT="[Text]"/>
      <dgm:spPr>
        <a:solidFill>
          <a:srgbClr val="002060"/>
        </a:solidFill>
      </dgm:spPr>
      <dgm:t>
        <a:bodyPr/>
        <a:lstStyle/>
        <a:p>
          <a:r>
            <a:rPr lang="en-MY" dirty="0">
              <a:latin typeface="Bahnschrift" panose="020B0502040204020203" pitchFamily="34" charset="0"/>
            </a:rPr>
            <a:t>Lab</a:t>
          </a:r>
        </a:p>
      </dgm:t>
    </dgm:pt>
    <dgm:pt modelId="{2B5B970B-0D10-4B50-A72D-D44D7BDB2180}" type="parTrans" cxnId="{5AF77DE6-268D-48CB-8BD4-6FC9B9230CB2}">
      <dgm:prSet/>
      <dgm:spPr/>
      <dgm:t>
        <a:bodyPr/>
        <a:lstStyle/>
        <a:p>
          <a:endParaRPr lang="en-MY"/>
        </a:p>
      </dgm:t>
    </dgm:pt>
    <dgm:pt modelId="{777D5971-0D9C-4568-8CCE-C147918B103E}" type="sibTrans" cxnId="{5AF77DE6-268D-48CB-8BD4-6FC9B9230CB2}">
      <dgm:prSet/>
      <dgm:spPr/>
      <dgm:t>
        <a:bodyPr/>
        <a:lstStyle/>
        <a:p>
          <a:endParaRPr lang="en-MY"/>
        </a:p>
      </dgm:t>
    </dgm:pt>
    <dgm:pt modelId="{715120A6-2C21-4C7B-9D28-1515549BA726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1 : Tuesday (8:00 AM – 10:00 AM)</a:t>
          </a:r>
        </a:p>
      </dgm:t>
    </dgm:pt>
    <dgm:pt modelId="{D1A286EE-7657-4BAA-A957-2557BAA02904}" type="parTrans" cxnId="{7A6ACF37-81ED-47EB-81BC-866A55519936}">
      <dgm:prSet/>
      <dgm:spPr/>
      <dgm:t>
        <a:bodyPr/>
        <a:lstStyle/>
        <a:p>
          <a:endParaRPr lang="en-MY"/>
        </a:p>
      </dgm:t>
    </dgm:pt>
    <dgm:pt modelId="{57CCE6CD-1258-49C3-8C85-1B5C51B452F0}" type="sibTrans" cxnId="{7A6ACF37-81ED-47EB-81BC-866A55519936}">
      <dgm:prSet/>
      <dgm:spPr/>
      <dgm:t>
        <a:bodyPr/>
        <a:lstStyle/>
        <a:p>
          <a:endParaRPr lang="en-MY"/>
        </a:p>
      </dgm:t>
    </dgm:pt>
    <dgm:pt modelId="{D1C69BD3-337C-436D-9610-3B0876DD13F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2:00 PM – 4:00 PM</a:t>
          </a:r>
        </a:p>
      </dgm:t>
    </dgm:pt>
    <dgm:pt modelId="{630D356B-A578-4514-BE3F-5411759129C6}" type="parTrans" cxnId="{0B3C481C-7882-480D-B4B1-E76C3B86A4FE}">
      <dgm:prSet/>
      <dgm:spPr/>
      <dgm:t>
        <a:bodyPr/>
        <a:lstStyle/>
        <a:p>
          <a:endParaRPr lang="en-MY"/>
        </a:p>
      </dgm:t>
    </dgm:pt>
    <dgm:pt modelId="{8892752A-312E-44A0-AD3C-984C124565F4}" type="sibTrans" cxnId="{0B3C481C-7882-480D-B4B1-E76C3B86A4FE}">
      <dgm:prSet/>
      <dgm:spPr/>
      <dgm:t>
        <a:bodyPr/>
        <a:lstStyle/>
        <a:p>
          <a:endParaRPr lang="en-MY"/>
        </a:p>
      </dgm:t>
    </dgm:pt>
    <dgm:pt modelId="{F7D7DEB0-D3EE-4DAC-B9B2-0E147717338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 Theatre D1</a:t>
          </a:r>
        </a:p>
      </dgm:t>
    </dgm:pt>
    <dgm:pt modelId="{5766D07E-D07C-42BC-ADEA-800B2D8229DA}" type="parTrans" cxnId="{C85CFB78-4454-4F74-AAA0-B6C0EC4723BF}">
      <dgm:prSet/>
      <dgm:spPr/>
      <dgm:t>
        <a:bodyPr/>
        <a:lstStyle/>
        <a:p>
          <a:endParaRPr lang="en-MY"/>
        </a:p>
      </dgm:t>
    </dgm:pt>
    <dgm:pt modelId="{FE40A578-729E-4964-A158-2AF8BB4F0C4B}" type="sibTrans" cxnId="{C85CFB78-4454-4F74-AAA0-B6C0EC4723BF}">
      <dgm:prSet/>
      <dgm:spPr/>
      <dgm:t>
        <a:bodyPr/>
        <a:lstStyle/>
        <a:p>
          <a:endParaRPr lang="en-MY"/>
        </a:p>
      </dgm:t>
    </dgm:pt>
    <dgm:pt modelId="{1E269D4B-7A89-4614-9664-F085576D859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01-02-09 (Learning Hub 6)</a:t>
          </a:r>
        </a:p>
      </dgm:t>
    </dgm:pt>
    <dgm:pt modelId="{3D8B39DE-26BD-46D1-A8A2-D7ECE2925215}" type="parTrans" cxnId="{BB252380-2D47-4B75-BDDE-4FA2394D9E2F}">
      <dgm:prSet/>
      <dgm:spPr/>
      <dgm:t>
        <a:bodyPr/>
        <a:lstStyle/>
        <a:p>
          <a:endParaRPr lang="en-MY"/>
        </a:p>
      </dgm:t>
    </dgm:pt>
    <dgm:pt modelId="{9EA78B36-FCD7-4123-8747-981947A95EE5}" type="sibTrans" cxnId="{BB252380-2D47-4B75-BDDE-4FA2394D9E2F}">
      <dgm:prSet/>
      <dgm:spPr/>
      <dgm:t>
        <a:bodyPr/>
        <a:lstStyle/>
        <a:p>
          <a:endParaRPr lang="en-MY"/>
        </a:p>
      </dgm:t>
    </dgm:pt>
    <dgm:pt modelId="{710242B1-FEC3-4579-A5BB-FEA052900764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(G1 &amp; G2)– Ms Anagha (anagha_21002260@utp.edu.my)</a:t>
          </a:r>
        </a:p>
      </dgm:t>
    </dgm:pt>
    <dgm:pt modelId="{4815129F-E128-4641-A5F0-91D6AED67211}" type="parTrans" cxnId="{45AF244A-A07E-4FA8-BC96-2BB8D34CA629}">
      <dgm:prSet/>
      <dgm:spPr/>
      <dgm:t>
        <a:bodyPr/>
        <a:lstStyle/>
        <a:p>
          <a:endParaRPr lang="en-MY"/>
        </a:p>
      </dgm:t>
    </dgm:pt>
    <dgm:pt modelId="{7B8C493C-20F8-4F10-B746-6F6FDBA63E6A}" type="sibTrans" cxnId="{45AF244A-A07E-4FA8-BC96-2BB8D34CA629}">
      <dgm:prSet/>
      <dgm:spPr/>
      <dgm:t>
        <a:bodyPr/>
        <a:lstStyle/>
        <a:p>
          <a:endParaRPr lang="en-MY"/>
        </a:p>
      </dgm:t>
    </dgm:pt>
    <dgm:pt modelId="{7A2CCF1C-E3D7-4663-996C-1F9D7D209EDE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Lecturer – Nazleeni Samiha Haron (nazleeni@utp.edu.my)</a:t>
          </a:r>
        </a:p>
      </dgm:t>
    </dgm:pt>
    <dgm:pt modelId="{27D78314-7B65-4A0F-9107-3AB9B597866E}" type="parTrans" cxnId="{375C7AE3-7326-44F6-9704-9CA7123C4040}">
      <dgm:prSet/>
      <dgm:spPr/>
      <dgm:t>
        <a:bodyPr/>
        <a:lstStyle/>
        <a:p>
          <a:endParaRPr lang="en-MY"/>
        </a:p>
      </dgm:t>
    </dgm:pt>
    <dgm:pt modelId="{78C4318B-30C1-4F14-B61A-360A7E81F5DB}" type="sibTrans" cxnId="{375C7AE3-7326-44F6-9704-9CA7123C4040}">
      <dgm:prSet/>
      <dgm:spPr/>
      <dgm:t>
        <a:bodyPr/>
        <a:lstStyle/>
        <a:p>
          <a:endParaRPr lang="en-MY"/>
        </a:p>
      </dgm:t>
    </dgm:pt>
    <dgm:pt modelId="{6E630206-C3D6-4559-88C1-1504831E992F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2 : Tuesday (10:00 AM – 12:00 PM)</a:t>
          </a:r>
        </a:p>
      </dgm:t>
    </dgm:pt>
    <dgm:pt modelId="{9E0D777A-2A08-432B-94FB-AC2F76902024}" type="parTrans" cxnId="{6B8CAE91-77EA-478D-A495-B32F8EC4F303}">
      <dgm:prSet/>
      <dgm:spPr/>
      <dgm:t>
        <a:bodyPr/>
        <a:lstStyle/>
        <a:p>
          <a:endParaRPr lang="en-MY"/>
        </a:p>
      </dgm:t>
    </dgm:pt>
    <dgm:pt modelId="{8274F33E-8698-4DC8-A35A-1DE6CBEC993A}" type="sibTrans" cxnId="{6B8CAE91-77EA-478D-A495-B32F8EC4F303}">
      <dgm:prSet/>
      <dgm:spPr/>
      <dgm:t>
        <a:bodyPr/>
        <a:lstStyle/>
        <a:p>
          <a:endParaRPr lang="en-MY"/>
        </a:p>
      </dgm:t>
    </dgm:pt>
    <dgm:pt modelId="{EDFF2A42-50C0-40D3-9CB4-38DE25DA88B2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3 : Thursday (4:00 PM – 6:00 PM)</a:t>
          </a:r>
        </a:p>
      </dgm:t>
    </dgm:pt>
    <dgm:pt modelId="{C93B7944-F0FC-46EA-A18C-97CD3AA6E7C0}" type="parTrans" cxnId="{5728A80D-0607-434E-8137-B8CF2839CFCC}">
      <dgm:prSet/>
      <dgm:spPr/>
      <dgm:t>
        <a:bodyPr/>
        <a:lstStyle/>
        <a:p>
          <a:endParaRPr lang="en-MY"/>
        </a:p>
      </dgm:t>
    </dgm:pt>
    <dgm:pt modelId="{E1FA5B0F-711B-4725-B80C-321AB2DC5907}" type="sibTrans" cxnId="{5728A80D-0607-434E-8137-B8CF2839CFCC}">
      <dgm:prSet/>
      <dgm:spPr/>
      <dgm:t>
        <a:bodyPr/>
        <a:lstStyle/>
        <a:p>
          <a:endParaRPr lang="en-MY"/>
        </a:p>
      </dgm:t>
    </dgm:pt>
    <dgm:pt modelId="{D6F3B9D2-EF0F-48DD-AF0B-13000A835539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Group 4 : Wednesday (10:00 AM – 12:00 PM)</a:t>
          </a:r>
        </a:p>
      </dgm:t>
    </dgm:pt>
    <dgm:pt modelId="{FD628302-BC6D-4D8A-9C49-ED4B60B52388}" type="parTrans" cxnId="{B663DA1E-E520-4176-BCCC-3E1089246CDD}">
      <dgm:prSet/>
      <dgm:spPr/>
      <dgm:t>
        <a:bodyPr/>
        <a:lstStyle/>
        <a:p>
          <a:endParaRPr lang="en-MY"/>
        </a:p>
      </dgm:t>
    </dgm:pt>
    <dgm:pt modelId="{4E1D3A82-F3E0-42CD-B2DB-463D1A3171E1}" type="sibTrans" cxnId="{B663DA1E-E520-4176-BCCC-3E1089246CDD}">
      <dgm:prSet/>
      <dgm:spPr/>
      <dgm:t>
        <a:bodyPr/>
        <a:lstStyle/>
        <a:p>
          <a:endParaRPr lang="en-MY"/>
        </a:p>
      </dgm:t>
    </dgm:pt>
    <dgm:pt modelId="{350C9BB9-A2DB-4349-9D4C-160EBD2211B7}">
      <dgm:prSet phldrT="[Text]"/>
      <dgm:spPr/>
      <dgm:t>
        <a:bodyPr/>
        <a:lstStyle/>
        <a:p>
          <a:r>
            <a:rPr lang="en-MY" dirty="0">
              <a:solidFill>
                <a:schemeClr val="tx1"/>
              </a:solidFill>
            </a:rPr>
            <a:t>GA (G3 &amp; G4) - Ms Fatima Alam (fatima_24003757@utp.edu.my)</a:t>
          </a:r>
        </a:p>
      </dgm:t>
    </dgm:pt>
    <dgm:pt modelId="{42988132-1202-4249-967C-195F891AB31C}" type="parTrans" cxnId="{8836A504-DED3-4508-8171-9ED224813FE2}">
      <dgm:prSet/>
      <dgm:spPr/>
      <dgm:t>
        <a:bodyPr/>
        <a:lstStyle/>
        <a:p>
          <a:endParaRPr lang="en-MY"/>
        </a:p>
      </dgm:t>
    </dgm:pt>
    <dgm:pt modelId="{FFAC51ED-B6FC-4A44-84CC-327804D37609}" type="sibTrans" cxnId="{8836A504-DED3-4508-8171-9ED224813FE2}">
      <dgm:prSet/>
      <dgm:spPr/>
      <dgm:t>
        <a:bodyPr/>
        <a:lstStyle/>
        <a:p>
          <a:endParaRPr lang="en-MY"/>
        </a:p>
      </dgm:t>
    </dgm:pt>
    <dgm:pt modelId="{743CBADA-3FC8-46A9-8BC7-6DA52234592C}" type="pres">
      <dgm:prSet presAssocID="{EBD472A5-DC12-4A9C-A24E-20F875931DF3}" presName="linear" presStyleCnt="0">
        <dgm:presLayoutVars>
          <dgm:animLvl val="lvl"/>
          <dgm:resizeHandles val="exact"/>
        </dgm:presLayoutVars>
      </dgm:prSet>
      <dgm:spPr/>
    </dgm:pt>
    <dgm:pt modelId="{AF3DD260-9B25-40A7-B4A2-0636E5BF97A8}" type="pres">
      <dgm:prSet presAssocID="{0979CCD8-C514-4D8C-B04D-5D73A3959A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21F7A9-947B-4B53-A37A-FE49F962834D}" type="pres">
      <dgm:prSet presAssocID="{0979CCD8-C514-4D8C-B04D-5D73A3959AC5}" presName="childText" presStyleLbl="revTx" presStyleIdx="0" presStyleCnt="2">
        <dgm:presLayoutVars>
          <dgm:bulletEnabled val="1"/>
        </dgm:presLayoutVars>
      </dgm:prSet>
      <dgm:spPr/>
    </dgm:pt>
    <dgm:pt modelId="{7E61152D-FC57-4FB5-8820-11FC93B020BC}" type="pres">
      <dgm:prSet presAssocID="{0465802D-AD1A-42FA-90BB-7FD973581B7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FAE9863-95E0-4861-87DE-B61BC72C2AC7}" type="pres">
      <dgm:prSet presAssocID="{0465802D-AD1A-42FA-90BB-7FD973581B70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836A504-DED3-4508-8171-9ED224813FE2}" srcId="{0465802D-AD1A-42FA-90BB-7FD973581B70}" destId="{350C9BB9-A2DB-4349-9D4C-160EBD2211B7}" srcOrd="6" destOrd="0" parTransId="{42988132-1202-4249-967C-195F891AB31C}" sibTransId="{FFAC51ED-B6FC-4A44-84CC-327804D37609}"/>
    <dgm:cxn modelId="{5728A80D-0607-434E-8137-B8CF2839CFCC}" srcId="{0465802D-AD1A-42FA-90BB-7FD973581B70}" destId="{EDFF2A42-50C0-40D3-9CB4-38DE25DA88B2}" srcOrd="2" destOrd="0" parTransId="{C93B7944-F0FC-46EA-A18C-97CD3AA6E7C0}" sibTransId="{E1FA5B0F-711B-4725-B80C-321AB2DC5907}"/>
    <dgm:cxn modelId="{7B33451A-357B-4364-BB65-F981D7126025}" type="presOf" srcId="{350C9BB9-A2DB-4349-9D4C-160EBD2211B7}" destId="{CFAE9863-95E0-4861-87DE-B61BC72C2AC7}" srcOrd="0" destOrd="6" presId="urn:microsoft.com/office/officeart/2005/8/layout/vList2"/>
    <dgm:cxn modelId="{0B3C481C-7882-480D-B4B1-E76C3B86A4FE}" srcId="{0979CCD8-C514-4D8C-B04D-5D73A3959AC5}" destId="{D1C69BD3-337C-436D-9610-3B0876DD13FF}" srcOrd="1" destOrd="0" parTransId="{630D356B-A578-4514-BE3F-5411759129C6}" sibTransId="{8892752A-312E-44A0-AD3C-984C124565F4}"/>
    <dgm:cxn modelId="{B663DA1E-E520-4176-BCCC-3E1089246CDD}" srcId="{0465802D-AD1A-42FA-90BB-7FD973581B70}" destId="{D6F3B9D2-EF0F-48DD-AF0B-13000A835539}" srcOrd="3" destOrd="0" parTransId="{FD628302-BC6D-4D8A-9C49-ED4B60B52388}" sibTransId="{4E1D3A82-F3E0-42CD-B2DB-463D1A3171E1}"/>
    <dgm:cxn modelId="{A8089424-F10D-4F1D-A641-95A3D1C469BC}" type="presOf" srcId="{715120A6-2C21-4C7B-9D28-1515549BA726}" destId="{CFAE9863-95E0-4861-87DE-B61BC72C2AC7}" srcOrd="0" destOrd="0" presId="urn:microsoft.com/office/officeart/2005/8/layout/vList2"/>
    <dgm:cxn modelId="{F4DE2029-FA3F-4EBB-963A-8C98243CDBEC}" type="presOf" srcId="{AC3CB546-2C02-4309-B887-21628B2F76F1}" destId="{4721F7A9-947B-4B53-A37A-FE49F962834D}" srcOrd="0" destOrd="0" presId="urn:microsoft.com/office/officeart/2005/8/layout/vList2"/>
    <dgm:cxn modelId="{895FB334-C553-4F1A-B320-C30CB5BD706D}" type="presOf" srcId="{D6F3B9D2-EF0F-48DD-AF0B-13000A835539}" destId="{CFAE9863-95E0-4861-87DE-B61BC72C2AC7}" srcOrd="0" destOrd="3" presId="urn:microsoft.com/office/officeart/2005/8/layout/vList2"/>
    <dgm:cxn modelId="{7A6ACF37-81ED-47EB-81BC-866A55519936}" srcId="{0465802D-AD1A-42FA-90BB-7FD973581B70}" destId="{715120A6-2C21-4C7B-9D28-1515549BA726}" srcOrd="0" destOrd="0" parTransId="{D1A286EE-7657-4BAA-A957-2557BAA02904}" sibTransId="{57CCE6CD-1258-49C3-8C85-1B5C51B452F0}"/>
    <dgm:cxn modelId="{2DD82C38-DB95-405B-BD0C-FB4862D65FA9}" srcId="{EBD472A5-DC12-4A9C-A24E-20F875931DF3}" destId="{0979CCD8-C514-4D8C-B04D-5D73A3959AC5}" srcOrd="0" destOrd="0" parTransId="{67816B5B-54CD-4C33-B472-F0DF29352C46}" sibTransId="{1A265F9E-CCBC-4D94-83E5-41DB9D4FDDF6}"/>
    <dgm:cxn modelId="{45AF244A-A07E-4FA8-BC96-2BB8D34CA629}" srcId="{0465802D-AD1A-42FA-90BB-7FD973581B70}" destId="{710242B1-FEC3-4579-A5BB-FEA052900764}" srcOrd="5" destOrd="0" parTransId="{4815129F-E128-4641-A5F0-91D6AED67211}" sibTransId="{7B8C493C-20F8-4F10-B746-6F6FDBA63E6A}"/>
    <dgm:cxn modelId="{4CE77E4F-41E5-4BF3-A48E-555C45B5CEB2}" type="presOf" srcId="{710242B1-FEC3-4579-A5BB-FEA052900764}" destId="{CFAE9863-95E0-4861-87DE-B61BC72C2AC7}" srcOrd="0" destOrd="5" presId="urn:microsoft.com/office/officeart/2005/8/layout/vList2"/>
    <dgm:cxn modelId="{29B7AD51-BDC5-4D5B-A511-4396251130DD}" type="presOf" srcId="{6E630206-C3D6-4559-88C1-1504831E992F}" destId="{CFAE9863-95E0-4861-87DE-B61BC72C2AC7}" srcOrd="0" destOrd="1" presId="urn:microsoft.com/office/officeart/2005/8/layout/vList2"/>
    <dgm:cxn modelId="{90E25473-98D7-4B3A-80DD-8B7E1F5066D0}" type="presOf" srcId="{1E269D4B-7A89-4614-9664-F085576D859F}" destId="{CFAE9863-95E0-4861-87DE-B61BC72C2AC7}" srcOrd="0" destOrd="4" presId="urn:microsoft.com/office/officeart/2005/8/layout/vList2"/>
    <dgm:cxn modelId="{C85CFB78-4454-4F74-AAA0-B6C0EC4723BF}" srcId="{0979CCD8-C514-4D8C-B04D-5D73A3959AC5}" destId="{F7D7DEB0-D3EE-4DAC-B9B2-0E147717338E}" srcOrd="2" destOrd="0" parTransId="{5766D07E-D07C-42BC-ADEA-800B2D8229DA}" sibTransId="{FE40A578-729E-4964-A158-2AF8BB4F0C4B}"/>
    <dgm:cxn modelId="{406A407F-D8D1-4F4B-8509-11035E16E162}" srcId="{0979CCD8-C514-4D8C-B04D-5D73A3959AC5}" destId="{AC3CB546-2C02-4309-B887-21628B2F76F1}" srcOrd="0" destOrd="0" parTransId="{4903C93E-18B8-429E-AFF3-039DD3397062}" sibTransId="{BC9446AD-3373-4BD0-ADF3-6AAEA7C90307}"/>
    <dgm:cxn modelId="{BB252380-2D47-4B75-BDDE-4FA2394D9E2F}" srcId="{0465802D-AD1A-42FA-90BB-7FD973581B70}" destId="{1E269D4B-7A89-4614-9664-F085576D859F}" srcOrd="4" destOrd="0" parTransId="{3D8B39DE-26BD-46D1-A8A2-D7ECE2925215}" sibTransId="{9EA78B36-FCD7-4123-8747-981947A95EE5}"/>
    <dgm:cxn modelId="{3D64E081-B6F1-4609-99ED-71CBC22A94F7}" type="presOf" srcId="{0465802D-AD1A-42FA-90BB-7FD973581B70}" destId="{7E61152D-FC57-4FB5-8820-11FC93B020BC}" srcOrd="0" destOrd="0" presId="urn:microsoft.com/office/officeart/2005/8/layout/vList2"/>
    <dgm:cxn modelId="{FB07D083-743C-4E77-874D-D00B4A0977B9}" type="presOf" srcId="{F7D7DEB0-D3EE-4DAC-B9B2-0E147717338E}" destId="{4721F7A9-947B-4B53-A37A-FE49F962834D}" srcOrd="0" destOrd="2" presId="urn:microsoft.com/office/officeart/2005/8/layout/vList2"/>
    <dgm:cxn modelId="{4DCD9D8A-63D0-4916-B04E-E0DA8883824D}" type="presOf" srcId="{D1C69BD3-337C-436D-9610-3B0876DD13FF}" destId="{4721F7A9-947B-4B53-A37A-FE49F962834D}" srcOrd="0" destOrd="1" presId="urn:microsoft.com/office/officeart/2005/8/layout/vList2"/>
    <dgm:cxn modelId="{F0C6D88B-5919-4920-9B8F-2CE1BDAD7383}" type="presOf" srcId="{0979CCD8-C514-4D8C-B04D-5D73A3959AC5}" destId="{AF3DD260-9B25-40A7-B4A2-0636E5BF97A8}" srcOrd="0" destOrd="0" presId="urn:microsoft.com/office/officeart/2005/8/layout/vList2"/>
    <dgm:cxn modelId="{6B8CAE91-77EA-478D-A495-B32F8EC4F303}" srcId="{0465802D-AD1A-42FA-90BB-7FD973581B70}" destId="{6E630206-C3D6-4559-88C1-1504831E992F}" srcOrd="1" destOrd="0" parTransId="{9E0D777A-2A08-432B-94FB-AC2F76902024}" sibTransId="{8274F33E-8698-4DC8-A35A-1DE6CBEC993A}"/>
    <dgm:cxn modelId="{F39D60C1-3036-44AC-A3D3-9C5ADC025B3D}" type="presOf" srcId="{7A2CCF1C-E3D7-4663-996C-1F9D7D209EDE}" destId="{4721F7A9-947B-4B53-A37A-FE49F962834D}" srcOrd="0" destOrd="3" presId="urn:microsoft.com/office/officeart/2005/8/layout/vList2"/>
    <dgm:cxn modelId="{19225EC3-57AA-45A3-A0D0-B3A75E173351}" type="presOf" srcId="{EBD472A5-DC12-4A9C-A24E-20F875931DF3}" destId="{743CBADA-3FC8-46A9-8BC7-6DA52234592C}" srcOrd="0" destOrd="0" presId="urn:microsoft.com/office/officeart/2005/8/layout/vList2"/>
    <dgm:cxn modelId="{1624A9DC-2E3F-4E15-B264-B7EFAAD0A48A}" type="presOf" srcId="{EDFF2A42-50C0-40D3-9CB4-38DE25DA88B2}" destId="{CFAE9863-95E0-4861-87DE-B61BC72C2AC7}" srcOrd="0" destOrd="2" presId="urn:microsoft.com/office/officeart/2005/8/layout/vList2"/>
    <dgm:cxn modelId="{375C7AE3-7326-44F6-9704-9CA7123C4040}" srcId="{0979CCD8-C514-4D8C-B04D-5D73A3959AC5}" destId="{7A2CCF1C-E3D7-4663-996C-1F9D7D209EDE}" srcOrd="3" destOrd="0" parTransId="{27D78314-7B65-4A0F-9107-3AB9B597866E}" sibTransId="{78C4318B-30C1-4F14-B61A-360A7E81F5DB}"/>
    <dgm:cxn modelId="{5AF77DE6-268D-48CB-8BD4-6FC9B9230CB2}" srcId="{EBD472A5-DC12-4A9C-A24E-20F875931DF3}" destId="{0465802D-AD1A-42FA-90BB-7FD973581B70}" srcOrd="1" destOrd="0" parTransId="{2B5B970B-0D10-4B50-A72D-D44D7BDB2180}" sibTransId="{777D5971-0D9C-4568-8CCE-C147918B103E}"/>
    <dgm:cxn modelId="{590F587F-AFBF-4DC2-8779-A85DEB33CB66}" type="presParOf" srcId="{743CBADA-3FC8-46A9-8BC7-6DA52234592C}" destId="{AF3DD260-9B25-40A7-B4A2-0636E5BF97A8}" srcOrd="0" destOrd="0" presId="urn:microsoft.com/office/officeart/2005/8/layout/vList2"/>
    <dgm:cxn modelId="{7541231A-9805-4142-8138-60073371D891}" type="presParOf" srcId="{743CBADA-3FC8-46A9-8BC7-6DA52234592C}" destId="{4721F7A9-947B-4B53-A37A-FE49F962834D}" srcOrd="1" destOrd="0" presId="urn:microsoft.com/office/officeart/2005/8/layout/vList2"/>
    <dgm:cxn modelId="{7C4FC5A4-C583-445C-839D-A595203E9B2D}" type="presParOf" srcId="{743CBADA-3FC8-46A9-8BC7-6DA52234592C}" destId="{7E61152D-FC57-4FB5-8820-11FC93B020BC}" srcOrd="2" destOrd="0" presId="urn:microsoft.com/office/officeart/2005/8/layout/vList2"/>
    <dgm:cxn modelId="{FDF20B1B-F914-43C9-A377-8D94FA9ADA1F}" type="presParOf" srcId="{743CBADA-3FC8-46A9-8BC7-6DA52234592C}" destId="{CFAE9863-95E0-4861-87DE-B61BC72C2AC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481116E-ADA6-440A-8088-ABA5B7C0CF10}" type="doc">
      <dgm:prSet loTypeId="urn:microsoft.com/office/officeart/2005/8/layout/vList6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MY"/>
        </a:p>
      </dgm:t>
    </dgm:pt>
    <dgm:pt modelId="{A33B8862-20E4-4A1F-8EE7-FE2B9C637FC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2</a:t>
          </a:r>
        </a:p>
      </dgm:t>
    </dgm:pt>
    <dgm:pt modelId="{15758296-479D-4381-8BE0-0E1C5104D85E}" type="par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A57A1D-149E-4FC2-9E87-6F29E7FE8482}" type="sibTrans" cxnId="{E4288FFD-ABE7-4AFC-8CB1-F6DB364712E5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16F3724-C13A-41E9-A0E0-853E0CB9007F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1</a:t>
          </a:r>
        </a:p>
      </dgm:t>
    </dgm:pt>
    <dgm:pt modelId="{FD6FF5DB-D5A1-4412-AE51-2CD89C77DE30}" type="par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338065E-282C-41EB-884A-B70F824C0DD2}" type="sibTrans" cxnId="{06B651E9-946D-4A46-BAA7-2A59DE8F75A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07AE52B-173F-4A76-B1A1-07644EB53F3B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4</a:t>
          </a:r>
        </a:p>
      </dgm:t>
    </dgm:pt>
    <dgm:pt modelId="{EF95E87D-1AF9-4B0E-B7E7-55393B2AE4D5}" type="par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3DEED0F6-CF2F-4B92-9A5F-229894D68AAE}" type="sibTrans" cxnId="{E0F3906C-1EC7-4D87-9A13-3DE82D604A27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8612E57-0048-4B52-A173-2D63A2A1E4B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2</a:t>
          </a:r>
        </a:p>
      </dgm:t>
    </dgm:pt>
    <dgm:pt modelId="{263C1916-1504-45AF-865F-8CEC7F793C5F}" type="par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2E36EF6-D094-4398-9CD5-26449F79B9B7}" type="sibTrans" cxnId="{71F17D59-F3CC-4E26-A466-6BFDB4DC48B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7612A63-A6EB-45EE-AD39-9689C7194B4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6</a:t>
          </a:r>
        </a:p>
      </dgm:t>
    </dgm:pt>
    <dgm:pt modelId="{A254AC8C-7762-463C-A5F3-9D0666A4B818}" type="par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9BEE0B3-A5BA-4354-8E98-DCE4D38BBE46}" type="sibTrans" cxnId="{17F6414D-E47C-404E-9527-86CA0183C561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2D5564-72B5-42BC-A78A-D1EB0320DDD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Test 1</a:t>
          </a:r>
        </a:p>
      </dgm:t>
    </dgm:pt>
    <dgm:pt modelId="{6B265D5A-8121-4346-A749-8C525D20CA28}" type="par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E64DA65-74CA-41B6-AA1B-193C3D5B9C6F}" type="sibTrans" cxnId="{CA20436C-74FD-4376-A413-9C37C10B8E04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C3A1F2F-4C4F-4888-BDAD-FA5018DA922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3</a:t>
          </a:r>
        </a:p>
      </dgm:t>
    </dgm:pt>
    <dgm:pt modelId="{EB62C802-B4B3-4C26-82E4-E2994E1B15D5}" type="par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0D5C1AD-41D5-4E85-B540-0DA11C59EF7A}" type="sibTrans" cxnId="{D5A0D2B2-8568-480D-9A82-E062004A32B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7CC2B32-2B39-4EDB-A2BF-A1C6C0A98859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and Project Announced</a:t>
          </a:r>
        </a:p>
      </dgm:t>
    </dgm:pt>
    <dgm:pt modelId="{1F08F132-117A-4AE3-9736-D87A1E95A619}" type="par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493CC1D3-327B-4715-98D4-12D12D8D64B1}" type="sibTrans" cxnId="{C8D3479C-3AAD-4685-A101-47F52797DD4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6D72914-DFAD-4B9C-8597-01329ECCC883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5</a:t>
          </a:r>
        </a:p>
      </dgm:t>
    </dgm:pt>
    <dgm:pt modelId="{8B92E2D4-E840-499F-B08B-B73EE5BF5CB0}" type="par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5F4F245-04EB-44A8-BBA4-535C911ACF6F}" type="sibTrans" cxnId="{85FE2B10-16F0-4B7F-A3AB-8D55656504AC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332029D-AB7E-4B06-A5DE-B6E344518AC1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3</a:t>
          </a:r>
        </a:p>
      </dgm:t>
    </dgm:pt>
    <dgm:pt modelId="{45E50208-BD9E-4591-8B50-D79935BB941C}" type="par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E82B3C3A-0815-4FCB-9441-59F6B7866D96}" type="sibTrans" cxnId="{8A405635-CD44-4AF0-BB90-B6B565CCD91D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A44DCE1-A9B6-4F41-AF79-B68F6AB2F46C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7</a:t>
          </a:r>
        </a:p>
      </dgm:t>
    </dgm:pt>
    <dgm:pt modelId="{44E40AD0-5057-4FA8-B0DC-DC6F2FEB4F80}" type="par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3944AA-C261-41DD-8C78-9BE24F03DEAA}" type="sibTrans" cxnId="{E5A29AE2-BECC-4FD3-9464-B4697581420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70294470-7CD3-43C2-8ACE-917F9CAD2CDA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4</a:t>
          </a:r>
        </a:p>
      </dgm:t>
    </dgm:pt>
    <dgm:pt modelId="{7C7897D2-4649-4A04-B8E5-62F318A85CC4}" type="par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59387F-5C43-4E8D-BAD0-5534599B7BED}" type="sibTrans" cxnId="{0FC6E49B-BE50-47D2-B1C6-C8A8B6C04019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BA9CCA2-1B16-46CA-AEF2-23920DB068A4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8</a:t>
          </a:r>
        </a:p>
      </dgm:t>
    </dgm:pt>
    <dgm:pt modelId="{FF9C3B5E-E885-4AEE-A572-837033622074}" type="par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B88C527D-358F-4E82-A7A8-659E594C0EC8}" type="sibTrans" cxnId="{AD6E4225-7646-4BD4-8ED3-5266C6A9F5B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61067732-C8E2-4234-90E4-AC3B61F557F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Assignment 1 Submission</a:t>
          </a:r>
        </a:p>
      </dgm:t>
    </dgm:pt>
    <dgm:pt modelId="{A35F7472-91A6-498B-B9F1-9375EEE2D99A}" type="par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D944891-C5F9-4B33-A332-1A570AF09756}" type="sibTrans" cxnId="{B14817A8-8464-48E7-9AD9-2C6E3FDA3E9F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5900836-D871-41A8-BF67-F08537EEB73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9 </a:t>
          </a:r>
        </a:p>
      </dgm:t>
    </dgm:pt>
    <dgm:pt modelId="{C9E95F94-2CF8-4BC8-A65C-60F9864D0DAD}" type="par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C196B70-F203-4B44-A0F6-0046539795E8}" type="sibTrans" cxnId="{8916850B-FF92-416D-ACB4-B9BD15F52D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F1A9FA74-9A37-47D6-8835-69E6ED3374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Quiz 5</a:t>
          </a:r>
        </a:p>
      </dgm:t>
    </dgm:pt>
    <dgm:pt modelId="{EE651528-A25E-4680-8513-D11FC83ABB9A}" type="par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8FF27E-E969-4F90-B23D-0C16570A4AB8}" type="sibTrans" cxnId="{3A126E94-B06C-49C0-BBF8-3C81139903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A67DCFBB-DE7E-44F6-B9B4-EC0DFE05B0A8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10</a:t>
          </a:r>
        </a:p>
      </dgm:t>
    </dgm:pt>
    <dgm:pt modelId="{2DED69CC-AC20-44C0-86A7-1293751CDD4F}" type="par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0332CE40-BC38-4CF2-A930-80F8D949C3A7}" type="sibTrans" cxnId="{CBF8DCE3-36EC-4CB2-9619-44CD00623B5A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1F1E9A03-F057-4238-B5BF-C5ED915E7130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Submission </a:t>
          </a:r>
        </a:p>
      </dgm:t>
    </dgm:pt>
    <dgm:pt modelId="{4A5A3B3B-483B-4147-9559-54E9880E6EB8}" type="par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1A1D33B-7BCB-4D4A-B2D9-FAEF600544FF}" type="sibTrans" cxnId="{B0A85176-4D94-438F-8AA6-6AFCD7602C5B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51056E9A-1357-4717-A416-E359DFD498A2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11</a:t>
          </a:r>
        </a:p>
      </dgm:t>
    </dgm:pt>
    <dgm:pt modelId="{210BE801-D04A-41DD-9123-0C702BEBA268}" type="par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7FA40E9-3241-4A3C-84E7-5E902BD76552}" type="sibTrans" cxnId="{674DE41F-D96F-41CC-8D7C-B099DFEB54C8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7BB00BB-57F9-4068-9E39-3D82A406171E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102672BC-4D64-4F44-9AEC-9A130965045E}" type="par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8DD9E5FB-D46F-4009-955F-368B48DDDA57}" type="sibTrans" cxnId="{E7C841AC-A8AA-46B0-9175-161E658880B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D5445CDE-DC43-4C44-90F4-774A46DF01BD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Week 12</a:t>
          </a:r>
        </a:p>
      </dgm:t>
    </dgm:pt>
    <dgm:pt modelId="{0CD6B75E-86C8-41DF-9B1B-12DDAF61BA0E}" type="par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FE5F345-3AB7-47D4-9634-48D8A12D14D4}" type="sibTrans" cxnId="{8CB96202-8850-4ECA-BD72-EDB5CDB74530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9A8BFF90-0887-4BBB-BEDC-2EE25DD8D3A7}">
      <dgm:prSet phldrT="[Text]"/>
      <dgm:spPr/>
      <dgm:t>
        <a:bodyPr/>
        <a:lstStyle/>
        <a:p>
          <a:r>
            <a:rPr lang="en-MY" dirty="0">
              <a:latin typeface="Bahnschrift" panose="020B0502040204020203" pitchFamily="34" charset="0"/>
            </a:rPr>
            <a:t>Project Presentation</a:t>
          </a:r>
        </a:p>
      </dgm:t>
    </dgm:pt>
    <dgm:pt modelId="{06F921BD-6750-4310-96AD-E4422DC7962F}" type="par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D059601-F281-4008-BDAE-205D36B79FAF}" type="sibTrans" cxnId="{90DE0F09-64C1-44E4-A728-6956657311DE}">
      <dgm:prSet/>
      <dgm:spPr/>
      <dgm:t>
        <a:bodyPr/>
        <a:lstStyle/>
        <a:p>
          <a:endParaRPr lang="en-MY">
            <a:latin typeface="Bahnschrift" panose="020B0502040204020203" pitchFamily="34" charset="0"/>
          </a:endParaRPr>
        </a:p>
      </dgm:t>
    </dgm:pt>
    <dgm:pt modelId="{C142BCA6-6DE6-4F28-A530-52973AC7E301}" type="pres">
      <dgm:prSet presAssocID="{6481116E-ADA6-440A-8088-ABA5B7C0CF10}" presName="Name0" presStyleCnt="0">
        <dgm:presLayoutVars>
          <dgm:dir/>
          <dgm:animLvl val="lvl"/>
          <dgm:resizeHandles/>
        </dgm:presLayoutVars>
      </dgm:prSet>
      <dgm:spPr/>
    </dgm:pt>
    <dgm:pt modelId="{065CC8AB-6E73-441D-87F7-B371FB58B846}" type="pres">
      <dgm:prSet presAssocID="{A33B8862-20E4-4A1F-8EE7-FE2B9C637FC7}" presName="linNode" presStyleCnt="0"/>
      <dgm:spPr/>
    </dgm:pt>
    <dgm:pt modelId="{750FEC7A-B713-49F0-97E9-0F970A1C5576}" type="pres">
      <dgm:prSet presAssocID="{A33B8862-20E4-4A1F-8EE7-FE2B9C637FC7}" presName="parentShp" presStyleLbl="node1" presStyleIdx="0" presStyleCnt="11">
        <dgm:presLayoutVars>
          <dgm:bulletEnabled val="1"/>
        </dgm:presLayoutVars>
      </dgm:prSet>
      <dgm:spPr/>
    </dgm:pt>
    <dgm:pt modelId="{6C85D44B-6AA5-42A0-AB11-E1B856318A15}" type="pres">
      <dgm:prSet presAssocID="{A33B8862-20E4-4A1F-8EE7-FE2B9C637FC7}" presName="childShp" presStyleLbl="bgAccFollowNode1" presStyleIdx="0" presStyleCnt="11">
        <dgm:presLayoutVars>
          <dgm:bulletEnabled val="1"/>
        </dgm:presLayoutVars>
      </dgm:prSet>
      <dgm:spPr/>
    </dgm:pt>
    <dgm:pt modelId="{F19344EB-2E72-4300-8ECA-B5288EBAABF1}" type="pres">
      <dgm:prSet presAssocID="{E7A57A1D-149E-4FC2-9E87-6F29E7FE8482}" presName="spacing" presStyleCnt="0"/>
      <dgm:spPr/>
    </dgm:pt>
    <dgm:pt modelId="{5D00DFA8-B37C-46FB-88DE-9F2D862BF089}" type="pres">
      <dgm:prSet presAssocID="{EC3A1F2F-4C4F-4888-BDAD-FA5018DA9222}" presName="linNode" presStyleCnt="0"/>
      <dgm:spPr/>
    </dgm:pt>
    <dgm:pt modelId="{52196DB3-D1FF-431F-97D8-3F3BB090573A}" type="pres">
      <dgm:prSet presAssocID="{EC3A1F2F-4C4F-4888-BDAD-FA5018DA9222}" presName="parentShp" presStyleLbl="node1" presStyleIdx="1" presStyleCnt="11">
        <dgm:presLayoutVars>
          <dgm:bulletEnabled val="1"/>
        </dgm:presLayoutVars>
      </dgm:prSet>
      <dgm:spPr/>
    </dgm:pt>
    <dgm:pt modelId="{4D691EA6-C07A-4734-9B4B-A5C0F5954178}" type="pres">
      <dgm:prSet presAssocID="{EC3A1F2F-4C4F-4888-BDAD-FA5018DA9222}" presName="childShp" presStyleLbl="bgAccFollowNode1" presStyleIdx="1" presStyleCnt="11">
        <dgm:presLayoutVars>
          <dgm:bulletEnabled val="1"/>
        </dgm:presLayoutVars>
      </dgm:prSet>
      <dgm:spPr/>
    </dgm:pt>
    <dgm:pt modelId="{4F9C4549-9EB9-40A4-99A2-228907E97711}" type="pres">
      <dgm:prSet presAssocID="{B0D5C1AD-41D5-4E85-B540-0DA11C59EF7A}" presName="spacing" presStyleCnt="0"/>
      <dgm:spPr/>
    </dgm:pt>
    <dgm:pt modelId="{BD2CC4C1-78C8-4494-8C02-36A60C4A3BE0}" type="pres">
      <dgm:prSet presAssocID="{A07AE52B-173F-4A76-B1A1-07644EB53F3B}" presName="linNode" presStyleCnt="0"/>
      <dgm:spPr/>
    </dgm:pt>
    <dgm:pt modelId="{8D2D6945-0C2D-47FB-91EB-FF4D358EC81D}" type="pres">
      <dgm:prSet presAssocID="{A07AE52B-173F-4A76-B1A1-07644EB53F3B}" presName="parentShp" presStyleLbl="node1" presStyleIdx="2" presStyleCnt="11">
        <dgm:presLayoutVars>
          <dgm:bulletEnabled val="1"/>
        </dgm:presLayoutVars>
      </dgm:prSet>
      <dgm:spPr/>
    </dgm:pt>
    <dgm:pt modelId="{F086E708-BCB2-405A-B262-8D07E7257D39}" type="pres">
      <dgm:prSet presAssocID="{A07AE52B-173F-4A76-B1A1-07644EB53F3B}" presName="childShp" presStyleLbl="bgAccFollowNode1" presStyleIdx="2" presStyleCnt="11">
        <dgm:presLayoutVars>
          <dgm:bulletEnabled val="1"/>
        </dgm:presLayoutVars>
      </dgm:prSet>
      <dgm:spPr/>
    </dgm:pt>
    <dgm:pt modelId="{835A6734-55C9-47F3-9003-E3DB96BECBB7}" type="pres">
      <dgm:prSet presAssocID="{3DEED0F6-CF2F-4B92-9A5F-229894D68AAE}" presName="spacing" presStyleCnt="0"/>
      <dgm:spPr/>
    </dgm:pt>
    <dgm:pt modelId="{0A4A5C70-07DC-4D00-B978-5E021989AFFF}" type="pres">
      <dgm:prSet presAssocID="{66D72914-DFAD-4B9C-8597-01329ECCC883}" presName="linNode" presStyleCnt="0"/>
      <dgm:spPr/>
    </dgm:pt>
    <dgm:pt modelId="{C27C9C18-FD3B-452C-B40A-0B61F972177F}" type="pres">
      <dgm:prSet presAssocID="{66D72914-DFAD-4B9C-8597-01329ECCC883}" presName="parentShp" presStyleLbl="node1" presStyleIdx="3" presStyleCnt="11">
        <dgm:presLayoutVars>
          <dgm:bulletEnabled val="1"/>
        </dgm:presLayoutVars>
      </dgm:prSet>
      <dgm:spPr/>
    </dgm:pt>
    <dgm:pt modelId="{58AC40F9-D044-497D-AA57-9087D2696164}" type="pres">
      <dgm:prSet presAssocID="{66D72914-DFAD-4B9C-8597-01329ECCC883}" presName="childShp" presStyleLbl="bgAccFollowNode1" presStyleIdx="3" presStyleCnt="11">
        <dgm:presLayoutVars>
          <dgm:bulletEnabled val="1"/>
        </dgm:presLayoutVars>
      </dgm:prSet>
      <dgm:spPr/>
    </dgm:pt>
    <dgm:pt modelId="{59F64B34-404D-47C9-AB3D-403B00FB4160}" type="pres">
      <dgm:prSet presAssocID="{A5F4F245-04EB-44A8-BBA4-535C911ACF6F}" presName="spacing" presStyleCnt="0"/>
      <dgm:spPr/>
    </dgm:pt>
    <dgm:pt modelId="{5B2859A5-601D-4F25-920B-0E2150A15826}" type="pres">
      <dgm:prSet presAssocID="{E7612A63-A6EB-45EE-AD39-9689C7194B49}" presName="linNode" presStyleCnt="0"/>
      <dgm:spPr/>
    </dgm:pt>
    <dgm:pt modelId="{5F90C2C8-C3CE-49FA-ABFA-7AFCE7927A25}" type="pres">
      <dgm:prSet presAssocID="{E7612A63-A6EB-45EE-AD39-9689C7194B49}" presName="parentShp" presStyleLbl="node1" presStyleIdx="4" presStyleCnt="11">
        <dgm:presLayoutVars>
          <dgm:bulletEnabled val="1"/>
        </dgm:presLayoutVars>
      </dgm:prSet>
      <dgm:spPr/>
    </dgm:pt>
    <dgm:pt modelId="{EF8F096D-460E-49F7-A116-422F5B43F897}" type="pres">
      <dgm:prSet presAssocID="{E7612A63-A6EB-45EE-AD39-9689C7194B49}" presName="childShp" presStyleLbl="bgAccFollowNode1" presStyleIdx="4" presStyleCnt="11">
        <dgm:presLayoutVars>
          <dgm:bulletEnabled val="1"/>
        </dgm:presLayoutVars>
      </dgm:prSet>
      <dgm:spPr/>
    </dgm:pt>
    <dgm:pt modelId="{AE982580-F79D-4D74-83DB-15F3DDC428AF}" type="pres">
      <dgm:prSet presAssocID="{79BEE0B3-A5BA-4354-8E98-DCE4D38BBE46}" presName="spacing" presStyleCnt="0"/>
      <dgm:spPr/>
    </dgm:pt>
    <dgm:pt modelId="{3E74375D-0B08-4729-B0C7-9D62867FCC06}" type="pres">
      <dgm:prSet presAssocID="{8A44DCE1-A9B6-4F41-AF79-B68F6AB2F46C}" presName="linNode" presStyleCnt="0"/>
      <dgm:spPr/>
    </dgm:pt>
    <dgm:pt modelId="{E12AB62C-3A2D-4A23-8854-CA7E19644C5F}" type="pres">
      <dgm:prSet presAssocID="{8A44DCE1-A9B6-4F41-AF79-B68F6AB2F46C}" presName="parentShp" presStyleLbl="node1" presStyleIdx="5" presStyleCnt="11">
        <dgm:presLayoutVars>
          <dgm:bulletEnabled val="1"/>
        </dgm:presLayoutVars>
      </dgm:prSet>
      <dgm:spPr/>
    </dgm:pt>
    <dgm:pt modelId="{E81D3EC5-0F1E-4E4E-901E-881FA65A1312}" type="pres">
      <dgm:prSet presAssocID="{8A44DCE1-A9B6-4F41-AF79-B68F6AB2F46C}" presName="childShp" presStyleLbl="bgAccFollowNode1" presStyleIdx="5" presStyleCnt="11">
        <dgm:presLayoutVars>
          <dgm:bulletEnabled val="1"/>
        </dgm:presLayoutVars>
      </dgm:prSet>
      <dgm:spPr/>
    </dgm:pt>
    <dgm:pt modelId="{6908B9E4-56ED-4BBF-8AD2-EB96C0B1B1D6}" type="pres">
      <dgm:prSet presAssocID="{1B3944AA-C261-41DD-8C78-9BE24F03DEAA}" presName="spacing" presStyleCnt="0"/>
      <dgm:spPr/>
    </dgm:pt>
    <dgm:pt modelId="{AE276B07-38E4-4D9D-A9CA-4DF24D213FEE}" type="pres">
      <dgm:prSet presAssocID="{1BA9CCA2-1B16-46CA-AEF2-23920DB068A4}" presName="linNode" presStyleCnt="0"/>
      <dgm:spPr/>
    </dgm:pt>
    <dgm:pt modelId="{1A002683-FC55-4910-A0E2-C0BE52445E42}" type="pres">
      <dgm:prSet presAssocID="{1BA9CCA2-1B16-46CA-AEF2-23920DB068A4}" presName="parentShp" presStyleLbl="node1" presStyleIdx="6" presStyleCnt="11">
        <dgm:presLayoutVars>
          <dgm:bulletEnabled val="1"/>
        </dgm:presLayoutVars>
      </dgm:prSet>
      <dgm:spPr/>
    </dgm:pt>
    <dgm:pt modelId="{5407D448-C137-44F1-ABD6-12062D233AA3}" type="pres">
      <dgm:prSet presAssocID="{1BA9CCA2-1B16-46CA-AEF2-23920DB068A4}" presName="childShp" presStyleLbl="bgAccFollowNode1" presStyleIdx="6" presStyleCnt="11">
        <dgm:presLayoutVars>
          <dgm:bulletEnabled val="1"/>
        </dgm:presLayoutVars>
      </dgm:prSet>
      <dgm:spPr/>
    </dgm:pt>
    <dgm:pt modelId="{E21F214D-9697-4BD4-A03C-7FE2F756565E}" type="pres">
      <dgm:prSet presAssocID="{B88C527D-358F-4E82-A7A8-659E594C0EC8}" presName="spacing" presStyleCnt="0"/>
      <dgm:spPr/>
    </dgm:pt>
    <dgm:pt modelId="{D6D5ECBC-9FEE-41EA-BE46-6FD745D02475}" type="pres">
      <dgm:prSet presAssocID="{55900836-D871-41A8-BF67-F08537EEB738}" presName="linNode" presStyleCnt="0"/>
      <dgm:spPr/>
    </dgm:pt>
    <dgm:pt modelId="{74496A56-5F0E-4F4E-9A25-53C84E225A36}" type="pres">
      <dgm:prSet presAssocID="{55900836-D871-41A8-BF67-F08537EEB738}" presName="parentShp" presStyleLbl="node1" presStyleIdx="7" presStyleCnt="11">
        <dgm:presLayoutVars>
          <dgm:bulletEnabled val="1"/>
        </dgm:presLayoutVars>
      </dgm:prSet>
      <dgm:spPr/>
    </dgm:pt>
    <dgm:pt modelId="{C15F72A1-CA30-4718-8ABE-0E9AEEB94F91}" type="pres">
      <dgm:prSet presAssocID="{55900836-D871-41A8-BF67-F08537EEB738}" presName="childShp" presStyleLbl="bgAccFollowNode1" presStyleIdx="7" presStyleCnt="11">
        <dgm:presLayoutVars>
          <dgm:bulletEnabled val="1"/>
        </dgm:presLayoutVars>
      </dgm:prSet>
      <dgm:spPr/>
    </dgm:pt>
    <dgm:pt modelId="{535F8F58-BDF5-4102-B268-7CF05592FDD3}" type="pres">
      <dgm:prSet presAssocID="{5C196B70-F203-4B44-A0F6-0046539795E8}" presName="spacing" presStyleCnt="0"/>
      <dgm:spPr/>
    </dgm:pt>
    <dgm:pt modelId="{E47239A2-856B-44BE-AA4D-177FB3B4B908}" type="pres">
      <dgm:prSet presAssocID="{A67DCFBB-DE7E-44F6-B9B4-EC0DFE05B0A8}" presName="linNode" presStyleCnt="0"/>
      <dgm:spPr/>
    </dgm:pt>
    <dgm:pt modelId="{B4E7504A-9C7D-4C2E-9344-079949D53A90}" type="pres">
      <dgm:prSet presAssocID="{A67DCFBB-DE7E-44F6-B9B4-EC0DFE05B0A8}" presName="parentShp" presStyleLbl="node1" presStyleIdx="8" presStyleCnt="11">
        <dgm:presLayoutVars>
          <dgm:bulletEnabled val="1"/>
        </dgm:presLayoutVars>
      </dgm:prSet>
      <dgm:spPr/>
    </dgm:pt>
    <dgm:pt modelId="{F2F7E22E-1B63-4388-A653-16F006940E42}" type="pres">
      <dgm:prSet presAssocID="{A67DCFBB-DE7E-44F6-B9B4-EC0DFE05B0A8}" presName="childShp" presStyleLbl="bgAccFollowNode1" presStyleIdx="8" presStyleCnt="11">
        <dgm:presLayoutVars>
          <dgm:bulletEnabled val="1"/>
        </dgm:presLayoutVars>
      </dgm:prSet>
      <dgm:spPr/>
    </dgm:pt>
    <dgm:pt modelId="{CC858472-9D0A-4DF4-87F6-4944D6CFDEE8}" type="pres">
      <dgm:prSet presAssocID="{0332CE40-BC38-4CF2-A930-80F8D949C3A7}" presName="spacing" presStyleCnt="0"/>
      <dgm:spPr/>
    </dgm:pt>
    <dgm:pt modelId="{19FB96AF-DD2E-4D97-B066-9330C0417A02}" type="pres">
      <dgm:prSet presAssocID="{51056E9A-1357-4717-A416-E359DFD498A2}" presName="linNode" presStyleCnt="0"/>
      <dgm:spPr/>
    </dgm:pt>
    <dgm:pt modelId="{2B0E8EE9-E886-4439-A549-BF231D7683E8}" type="pres">
      <dgm:prSet presAssocID="{51056E9A-1357-4717-A416-E359DFD498A2}" presName="parentShp" presStyleLbl="node1" presStyleIdx="9" presStyleCnt="11">
        <dgm:presLayoutVars>
          <dgm:bulletEnabled val="1"/>
        </dgm:presLayoutVars>
      </dgm:prSet>
      <dgm:spPr/>
    </dgm:pt>
    <dgm:pt modelId="{9DB9F76B-2F1C-410F-BD1E-B86F940F166F}" type="pres">
      <dgm:prSet presAssocID="{51056E9A-1357-4717-A416-E359DFD498A2}" presName="childShp" presStyleLbl="bgAccFollowNode1" presStyleIdx="9" presStyleCnt="11">
        <dgm:presLayoutVars>
          <dgm:bulletEnabled val="1"/>
        </dgm:presLayoutVars>
      </dgm:prSet>
      <dgm:spPr/>
    </dgm:pt>
    <dgm:pt modelId="{017A1385-9F7D-4304-9AE1-5A13A2872CBD}" type="pres">
      <dgm:prSet presAssocID="{87FA40E9-3241-4A3C-84E7-5E902BD76552}" presName="spacing" presStyleCnt="0"/>
      <dgm:spPr/>
    </dgm:pt>
    <dgm:pt modelId="{5C2EDF96-6FCE-4DDB-9784-6C3E3541D7A7}" type="pres">
      <dgm:prSet presAssocID="{D5445CDE-DC43-4C44-90F4-774A46DF01BD}" presName="linNode" presStyleCnt="0"/>
      <dgm:spPr/>
    </dgm:pt>
    <dgm:pt modelId="{DA8D33FB-CD74-4123-BCCF-A733026600C7}" type="pres">
      <dgm:prSet presAssocID="{D5445CDE-DC43-4C44-90F4-774A46DF01BD}" presName="parentShp" presStyleLbl="node1" presStyleIdx="10" presStyleCnt="11">
        <dgm:presLayoutVars>
          <dgm:bulletEnabled val="1"/>
        </dgm:presLayoutVars>
      </dgm:prSet>
      <dgm:spPr/>
    </dgm:pt>
    <dgm:pt modelId="{B374596F-5455-479A-B768-E90F1D87E802}" type="pres">
      <dgm:prSet presAssocID="{D5445CDE-DC43-4C44-90F4-774A46DF01BD}" presName="childShp" presStyleLbl="bgAccFollowNode1" presStyleIdx="10" presStyleCnt="11">
        <dgm:presLayoutVars>
          <dgm:bulletEnabled val="1"/>
        </dgm:presLayoutVars>
      </dgm:prSet>
      <dgm:spPr/>
    </dgm:pt>
  </dgm:ptLst>
  <dgm:cxnLst>
    <dgm:cxn modelId="{3059B201-8997-4555-B124-67F99B3148F1}" type="presOf" srcId="{9A8BFF90-0887-4BBB-BEDC-2EE25DD8D3A7}" destId="{B374596F-5455-479A-B768-E90F1D87E802}" srcOrd="0" destOrd="0" presId="urn:microsoft.com/office/officeart/2005/8/layout/vList6"/>
    <dgm:cxn modelId="{8CB96202-8850-4ECA-BD72-EDB5CDB74530}" srcId="{6481116E-ADA6-440A-8088-ABA5B7C0CF10}" destId="{D5445CDE-DC43-4C44-90F4-774A46DF01BD}" srcOrd="10" destOrd="0" parTransId="{0CD6B75E-86C8-41DF-9B1B-12DDAF61BA0E}" sibTransId="{9FE5F345-3AB7-47D4-9634-48D8A12D14D4}"/>
    <dgm:cxn modelId="{9B238806-2CD7-42BB-815D-48622A667684}" type="presOf" srcId="{51056E9A-1357-4717-A416-E359DFD498A2}" destId="{2B0E8EE9-E886-4439-A549-BF231D7683E8}" srcOrd="0" destOrd="0" presId="urn:microsoft.com/office/officeart/2005/8/layout/vList6"/>
    <dgm:cxn modelId="{90DE0F09-64C1-44E4-A728-6956657311DE}" srcId="{D5445CDE-DC43-4C44-90F4-774A46DF01BD}" destId="{9A8BFF90-0887-4BBB-BEDC-2EE25DD8D3A7}" srcOrd="0" destOrd="0" parTransId="{06F921BD-6750-4310-96AD-E4422DC7962F}" sibTransId="{CD059601-F281-4008-BDAE-205D36B79FAF}"/>
    <dgm:cxn modelId="{5FDA260B-7C98-43A5-A1DC-5EB931C93CE6}" type="presOf" srcId="{D5445CDE-DC43-4C44-90F4-774A46DF01BD}" destId="{DA8D33FB-CD74-4123-BCCF-A733026600C7}" srcOrd="0" destOrd="0" presId="urn:microsoft.com/office/officeart/2005/8/layout/vList6"/>
    <dgm:cxn modelId="{8916850B-FF92-416D-ACB4-B9BD15F52D30}" srcId="{6481116E-ADA6-440A-8088-ABA5B7C0CF10}" destId="{55900836-D871-41A8-BF67-F08537EEB738}" srcOrd="7" destOrd="0" parTransId="{C9E95F94-2CF8-4BC8-A65C-60F9864D0DAD}" sibTransId="{5C196B70-F203-4B44-A0F6-0046539795E8}"/>
    <dgm:cxn modelId="{85FE2B10-16F0-4B7F-A3AB-8D55656504AC}" srcId="{6481116E-ADA6-440A-8088-ABA5B7C0CF10}" destId="{66D72914-DFAD-4B9C-8597-01329ECCC883}" srcOrd="3" destOrd="0" parTransId="{8B92E2D4-E840-499F-B08B-B73EE5BF5CB0}" sibTransId="{A5F4F245-04EB-44A8-BBA4-535C911ACF6F}"/>
    <dgm:cxn modelId="{AF74BE1A-DEF6-4D3E-A6CE-6A8E4F60BA82}" type="presOf" srcId="{9F2D5564-72B5-42BC-A78A-D1EB0320DDDD}" destId="{EF8F096D-460E-49F7-A116-422F5B43F897}" srcOrd="0" destOrd="0" presId="urn:microsoft.com/office/officeart/2005/8/layout/vList6"/>
    <dgm:cxn modelId="{E5669C1B-D3D0-4ED7-A5E6-21C703B2E813}" type="presOf" srcId="{EC3A1F2F-4C4F-4888-BDAD-FA5018DA9222}" destId="{52196DB3-D1FF-431F-97D8-3F3BB090573A}" srcOrd="0" destOrd="0" presId="urn:microsoft.com/office/officeart/2005/8/layout/vList6"/>
    <dgm:cxn modelId="{BCDE501C-6AF0-4D9D-A375-A3D91DA2B43A}" type="presOf" srcId="{6481116E-ADA6-440A-8088-ABA5B7C0CF10}" destId="{C142BCA6-6DE6-4F28-A530-52973AC7E301}" srcOrd="0" destOrd="0" presId="urn:microsoft.com/office/officeart/2005/8/layout/vList6"/>
    <dgm:cxn modelId="{674DE41F-D96F-41CC-8D7C-B099DFEB54C8}" srcId="{6481116E-ADA6-440A-8088-ABA5B7C0CF10}" destId="{51056E9A-1357-4717-A416-E359DFD498A2}" srcOrd="9" destOrd="0" parTransId="{210BE801-D04A-41DD-9123-0C702BEBA268}" sibTransId="{87FA40E9-3241-4A3C-84E7-5E902BD76552}"/>
    <dgm:cxn modelId="{AD6E4225-7646-4BD4-8ED3-5266C6A9F5B8}" srcId="{6481116E-ADA6-440A-8088-ABA5B7C0CF10}" destId="{1BA9CCA2-1B16-46CA-AEF2-23920DB068A4}" srcOrd="6" destOrd="0" parTransId="{FF9C3B5E-E885-4AEE-A572-837033622074}" sibTransId="{B88C527D-358F-4E82-A7A8-659E594C0EC8}"/>
    <dgm:cxn modelId="{553FCC30-B0F7-4AC5-8A9F-8B6F3477EBD5}" type="presOf" srcId="{07CC2B32-2B39-4EDB-A2BF-A1C6C0A98859}" destId="{4D691EA6-C07A-4734-9B4B-A5C0F5954178}" srcOrd="0" destOrd="0" presId="urn:microsoft.com/office/officeart/2005/8/layout/vList6"/>
    <dgm:cxn modelId="{4596E533-BCF6-43B9-9E55-AE4C99F46788}" type="presOf" srcId="{61067732-C8E2-4234-90E4-AC3B61F557F7}" destId="{5407D448-C137-44F1-ABD6-12062D233AA3}" srcOrd="0" destOrd="0" presId="urn:microsoft.com/office/officeart/2005/8/layout/vList6"/>
    <dgm:cxn modelId="{8A405635-CD44-4AF0-BB90-B6B565CCD91D}" srcId="{66D72914-DFAD-4B9C-8597-01329ECCC883}" destId="{A332029D-AB7E-4B06-A5DE-B6E344518AC1}" srcOrd="0" destOrd="0" parTransId="{45E50208-BD9E-4591-8B50-D79935BB941C}" sibTransId="{E82B3C3A-0815-4FCB-9441-59F6B7866D96}"/>
    <dgm:cxn modelId="{2963E940-6EDF-4730-BDCB-80979F70582B}" type="presOf" srcId="{F1A9FA74-9A37-47D6-8835-69E6ED3374A8}" destId="{C15F72A1-CA30-4718-8ABE-0E9AEEB94F91}" srcOrd="0" destOrd="0" presId="urn:microsoft.com/office/officeart/2005/8/layout/vList6"/>
    <dgm:cxn modelId="{17F6414D-E47C-404E-9527-86CA0183C561}" srcId="{6481116E-ADA6-440A-8088-ABA5B7C0CF10}" destId="{E7612A63-A6EB-45EE-AD39-9689C7194B49}" srcOrd="4" destOrd="0" parTransId="{A254AC8C-7762-463C-A5F3-9D0666A4B818}" sibTransId="{79BEE0B3-A5BA-4354-8E98-DCE4D38BBE46}"/>
    <dgm:cxn modelId="{8D210050-43A0-4A81-8D8D-D0080E5835D0}" type="presOf" srcId="{016F3724-C13A-41E9-A0E0-853E0CB9007F}" destId="{6C85D44B-6AA5-42A0-AB11-E1B856318A15}" srcOrd="0" destOrd="0" presId="urn:microsoft.com/office/officeart/2005/8/layout/vList6"/>
    <dgm:cxn modelId="{A60DE251-9FF6-4A94-ABC4-998CC4ADFE6C}" type="presOf" srcId="{A33B8862-20E4-4A1F-8EE7-FE2B9C637FC7}" destId="{750FEC7A-B713-49F0-97E9-0F970A1C5576}" srcOrd="0" destOrd="0" presId="urn:microsoft.com/office/officeart/2005/8/layout/vList6"/>
    <dgm:cxn modelId="{71F17D59-F3CC-4E26-A466-6BFDB4DC48B1}" srcId="{A07AE52B-173F-4A76-B1A1-07644EB53F3B}" destId="{D8612E57-0048-4B52-A173-2D63A2A1E4BA}" srcOrd="0" destOrd="0" parTransId="{263C1916-1504-45AF-865F-8CEC7F793C5F}" sibTransId="{F2E36EF6-D094-4398-9CD5-26449F79B9B7}"/>
    <dgm:cxn modelId="{8A79755C-1610-4C20-98D4-E1403BB6BA76}" type="presOf" srcId="{1BA9CCA2-1B16-46CA-AEF2-23920DB068A4}" destId="{1A002683-FC55-4910-A0E2-C0BE52445E42}" srcOrd="0" destOrd="0" presId="urn:microsoft.com/office/officeart/2005/8/layout/vList6"/>
    <dgm:cxn modelId="{CA20436C-74FD-4376-A413-9C37C10B8E04}" srcId="{E7612A63-A6EB-45EE-AD39-9689C7194B49}" destId="{9F2D5564-72B5-42BC-A78A-D1EB0320DDDD}" srcOrd="0" destOrd="0" parTransId="{6B265D5A-8121-4346-A749-8C525D20CA28}" sibTransId="{9E64DA65-74CA-41B6-AA1B-193C3D5B9C6F}"/>
    <dgm:cxn modelId="{E0F3906C-1EC7-4D87-9A13-3DE82D604A27}" srcId="{6481116E-ADA6-440A-8088-ABA5B7C0CF10}" destId="{A07AE52B-173F-4A76-B1A1-07644EB53F3B}" srcOrd="2" destOrd="0" parTransId="{EF95E87D-1AF9-4B0E-B7E7-55393B2AE4D5}" sibTransId="{3DEED0F6-CF2F-4B92-9A5F-229894D68AAE}"/>
    <dgm:cxn modelId="{B0A85176-4D94-438F-8AA6-6AFCD7602C5B}" srcId="{A67DCFBB-DE7E-44F6-B9B4-EC0DFE05B0A8}" destId="{1F1E9A03-F057-4238-B5BF-C5ED915E7130}" srcOrd="0" destOrd="0" parTransId="{4A5A3B3B-483B-4147-9559-54E9880E6EB8}" sibTransId="{D1A1D33B-7BCB-4D4A-B2D9-FAEF600544FF}"/>
    <dgm:cxn modelId="{81E5A37B-6EB4-4A1F-8039-191981DD9DE1}" type="presOf" srcId="{66D72914-DFAD-4B9C-8597-01329ECCC883}" destId="{C27C9C18-FD3B-452C-B40A-0B61F972177F}" srcOrd="0" destOrd="0" presId="urn:microsoft.com/office/officeart/2005/8/layout/vList6"/>
    <dgm:cxn modelId="{4607AE81-AB32-48D6-9A85-3A4C95BCD8E4}" type="presOf" srcId="{E7612A63-A6EB-45EE-AD39-9689C7194B49}" destId="{5F90C2C8-C3CE-49FA-ABFA-7AFCE7927A25}" srcOrd="0" destOrd="0" presId="urn:microsoft.com/office/officeart/2005/8/layout/vList6"/>
    <dgm:cxn modelId="{4E3C5B87-C369-49F0-8240-5476B4209BEE}" type="presOf" srcId="{55900836-D871-41A8-BF67-F08537EEB738}" destId="{74496A56-5F0E-4F4E-9A25-53C84E225A36}" srcOrd="0" destOrd="0" presId="urn:microsoft.com/office/officeart/2005/8/layout/vList6"/>
    <dgm:cxn modelId="{3A126E94-B06C-49C0-BBF8-3C811399035B}" srcId="{55900836-D871-41A8-BF67-F08537EEB738}" destId="{F1A9FA74-9A37-47D6-8835-69E6ED3374A8}" srcOrd="0" destOrd="0" parTransId="{EE651528-A25E-4680-8513-D11FC83ABB9A}" sibTransId="{878FF27E-E969-4F90-B23D-0C16570A4AB8}"/>
    <dgm:cxn modelId="{59D2A599-5683-465E-97F4-A41823E89EE2}" type="presOf" srcId="{1F1E9A03-F057-4238-B5BF-C5ED915E7130}" destId="{F2F7E22E-1B63-4388-A653-16F006940E42}" srcOrd="0" destOrd="0" presId="urn:microsoft.com/office/officeart/2005/8/layout/vList6"/>
    <dgm:cxn modelId="{0FC6E49B-BE50-47D2-B1C6-C8A8B6C04019}" srcId="{8A44DCE1-A9B6-4F41-AF79-B68F6AB2F46C}" destId="{70294470-7CD3-43C2-8ACE-917F9CAD2CDA}" srcOrd="0" destOrd="0" parTransId="{7C7897D2-4649-4A04-B8E5-62F318A85CC4}" sibTransId="{9A59387F-5C43-4E8D-BAD0-5534599B7BED}"/>
    <dgm:cxn modelId="{C8D3479C-3AAD-4685-A101-47F52797DD4E}" srcId="{EC3A1F2F-4C4F-4888-BDAD-FA5018DA9222}" destId="{07CC2B32-2B39-4EDB-A2BF-A1C6C0A98859}" srcOrd="0" destOrd="0" parTransId="{1F08F132-117A-4AE3-9736-D87A1E95A619}" sibTransId="{493CC1D3-327B-4715-98D4-12D12D8D64B1}"/>
    <dgm:cxn modelId="{4033BBA5-86FA-44BA-A3FA-44DF7074F88C}" type="presOf" srcId="{A07AE52B-173F-4A76-B1A1-07644EB53F3B}" destId="{8D2D6945-0C2D-47FB-91EB-FF4D358EC81D}" srcOrd="0" destOrd="0" presId="urn:microsoft.com/office/officeart/2005/8/layout/vList6"/>
    <dgm:cxn modelId="{B14817A8-8464-48E7-9AD9-2C6E3FDA3E9F}" srcId="{1BA9CCA2-1B16-46CA-AEF2-23920DB068A4}" destId="{61067732-C8E2-4234-90E4-AC3B61F557F7}" srcOrd="0" destOrd="0" parTransId="{A35F7472-91A6-498B-B9F1-9375EEE2D99A}" sibTransId="{5D944891-C5F9-4B33-A332-1A570AF09756}"/>
    <dgm:cxn modelId="{0B745CAB-F8BA-43F4-8B31-0C339AFB5E36}" type="presOf" srcId="{8A44DCE1-A9B6-4F41-AF79-B68F6AB2F46C}" destId="{E12AB62C-3A2D-4A23-8854-CA7E19644C5F}" srcOrd="0" destOrd="0" presId="urn:microsoft.com/office/officeart/2005/8/layout/vList6"/>
    <dgm:cxn modelId="{E7C841AC-A8AA-46B0-9175-161E658880BE}" srcId="{51056E9A-1357-4717-A416-E359DFD498A2}" destId="{C7BB00BB-57F9-4068-9E39-3D82A406171E}" srcOrd="0" destOrd="0" parTransId="{102672BC-4D64-4F44-9AEC-9A130965045E}" sibTransId="{8DD9E5FB-D46F-4009-955F-368B48DDDA57}"/>
    <dgm:cxn modelId="{D5A0D2B2-8568-480D-9A82-E062004A32BA}" srcId="{6481116E-ADA6-440A-8088-ABA5B7C0CF10}" destId="{EC3A1F2F-4C4F-4888-BDAD-FA5018DA9222}" srcOrd="1" destOrd="0" parTransId="{EB62C802-B4B3-4C26-82E4-E2994E1B15D5}" sibTransId="{B0D5C1AD-41D5-4E85-B540-0DA11C59EF7A}"/>
    <dgm:cxn modelId="{F6AB5AB6-CD89-439B-884C-C334D3322A95}" type="presOf" srcId="{70294470-7CD3-43C2-8ACE-917F9CAD2CDA}" destId="{E81D3EC5-0F1E-4E4E-901E-881FA65A1312}" srcOrd="0" destOrd="0" presId="urn:microsoft.com/office/officeart/2005/8/layout/vList6"/>
    <dgm:cxn modelId="{5DA99DC7-3F54-4DD6-9D01-E7EF65B41470}" type="presOf" srcId="{A332029D-AB7E-4B06-A5DE-B6E344518AC1}" destId="{58AC40F9-D044-497D-AA57-9087D2696164}" srcOrd="0" destOrd="0" presId="urn:microsoft.com/office/officeart/2005/8/layout/vList6"/>
    <dgm:cxn modelId="{A90EA7D8-B88D-44B1-9A63-00BAB746D137}" type="presOf" srcId="{A67DCFBB-DE7E-44F6-B9B4-EC0DFE05B0A8}" destId="{B4E7504A-9C7D-4C2E-9344-079949D53A90}" srcOrd="0" destOrd="0" presId="urn:microsoft.com/office/officeart/2005/8/layout/vList6"/>
    <dgm:cxn modelId="{E5A29AE2-BECC-4FD3-9464-B4697581420A}" srcId="{6481116E-ADA6-440A-8088-ABA5B7C0CF10}" destId="{8A44DCE1-A9B6-4F41-AF79-B68F6AB2F46C}" srcOrd="5" destOrd="0" parTransId="{44E40AD0-5057-4FA8-B0DC-DC6F2FEB4F80}" sibTransId="{1B3944AA-C261-41DD-8C78-9BE24F03DEAA}"/>
    <dgm:cxn modelId="{CBF8DCE3-36EC-4CB2-9619-44CD00623B5A}" srcId="{6481116E-ADA6-440A-8088-ABA5B7C0CF10}" destId="{A67DCFBB-DE7E-44F6-B9B4-EC0DFE05B0A8}" srcOrd="8" destOrd="0" parTransId="{2DED69CC-AC20-44C0-86A7-1293751CDD4F}" sibTransId="{0332CE40-BC38-4CF2-A930-80F8D949C3A7}"/>
    <dgm:cxn modelId="{A77AA9E5-3031-4BAA-BCA6-A3DEABDACD0F}" type="presOf" srcId="{D8612E57-0048-4B52-A173-2D63A2A1E4BA}" destId="{F086E708-BCB2-405A-B262-8D07E7257D39}" srcOrd="0" destOrd="0" presId="urn:microsoft.com/office/officeart/2005/8/layout/vList6"/>
    <dgm:cxn modelId="{06B651E9-946D-4A46-BAA7-2A59DE8F75A7}" srcId="{A33B8862-20E4-4A1F-8EE7-FE2B9C637FC7}" destId="{016F3724-C13A-41E9-A0E0-853E0CB9007F}" srcOrd="0" destOrd="0" parTransId="{FD6FF5DB-D5A1-4412-AE51-2CD89C77DE30}" sibTransId="{4338065E-282C-41EB-884A-B70F824C0DD2}"/>
    <dgm:cxn modelId="{B019DCEE-EB4D-4B3F-9AAA-4E516F81BB14}" type="presOf" srcId="{C7BB00BB-57F9-4068-9E39-3D82A406171E}" destId="{9DB9F76B-2F1C-410F-BD1E-B86F940F166F}" srcOrd="0" destOrd="0" presId="urn:microsoft.com/office/officeart/2005/8/layout/vList6"/>
    <dgm:cxn modelId="{E4288FFD-ABE7-4AFC-8CB1-F6DB364712E5}" srcId="{6481116E-ADA6-440A-8088-ABA5B7C0CF10}" destId="{A33B8862-20E4-4A1F-8EE7-FE2B9C637FC7}" srcOrd="0" destOrd="0" parTransId="{15758296-479D-4381-8BE0-0E1C5104D85E}" sibTransId="{E7A57A1D-149E-4FC2-9E87-6F29E7FE8482}"/>
    <dgm:cxn modelId="{D984E3F6-02AE-4521-A493-7E9DC0670E84}" type="presParOf" srcId="{C142BCA6-6DE6-4F28-A530-52973AC7E301}" destId="{065CC8AB-6E73-441D-87F7-B371FB58B846}" srcOrd="0" destOrd="0" presId="urn:microsoft.com/office/officeart/2005/8/layout/vList6"/>
    <dgm:cxn modelId="{87557F3D-612B-44F4-BA73-CE78765DD159}" type="presParOf" srcId="{065CC8AB-6E73-441D-87F7-B371FB58B846}" destId="{750FEC7A-B713-49F0-97E9-0F970A1C5576}" srcOrd="0" destOrd="0" presId="urn:microsoft.com/office/officeart/2005/8/layout/vList6"/>
    <dgm:cxn modelId="{E8B9D354-0024-4DDA-ADB8-DEEB20973E38}" type="presParOf" srcId="{065CC8AB-6E73-441D-87F7-B371FB58B846}" destId="{6C85D44B-6AA5-42A0-AB11-E1B856318A15}" srcOrd="1" destOrd="0" presId="urn:microsoft.com/office/officeart/2005/8/layout/vList6"/>
    <dgm:cxn modelId="{6402B385-8E06-4612-A11E-30B5258268AF}" type="presParOf" srcId="{C142BCA6-6DE6-4F28-A530-52973AC7E301}" destId="{F19344EB-2E72-4300-8ECA-B5288EBAABF1}" srcOrd="1" destOrd="0" presId="urn:microsoft.com/office/officeart/2005/8/layout/vList6"/>
    <dgm:cxn modelId="{327A3FE0-B2BF-426A-B039-B93C0FDC98F5}" type="presParOf" srcId="{C142BCA6-6DE6-4F28-A530-52973AC7E301}" destId="{5D00DFA8-B37C-46FB-88DE-9F2D862BF089}" srcOrd="2" destOrd="0" presId="urn:microsoft.com/office/officeart/2005/8/layout/vList6"/>
    <dgm:cxn modelId="{62ED0BCE-F522-49A4-9F3A-FE4C66DFCA55}" type="presParOf" srcId="{5D00DFA8-B37C-46FB-88DE-9F2D862BF089}" destId="{52196DB3-D1FF-431F-97D8-3F3BB090573A}" srcOrd="0" destOrd="0" presId="urn:microsoft.com/office/officeart/2005/8/layout/vList6"/>
    <dgm:cxn modelId="{7C358A82-C545-4538-99C4-076AC33DF122}" type="presParOf" srcId="{5D00DFA8-B37C-46FB-88DE-9F2D862BF089}" destId="{4D691EA6-C07A-4734-9B4B-A5C0F5954178}" srcOrd="1" destOrd="0" presId="urn:microsoft.com/office/officeart/2005/8/layout/vList6"/>
    <dgm:cxn modelId="{43C4D9D6-ED5E-4EB4-8B7F-710ECBE2D55D}" type="presParOf" srcId="{C142BCA6-6DE6-4F28-A530-52973AC7E301}" destId="{4F9C4549-9EB9-40A4-99A2-228907E97711}" srcOrd="3" destOrd="0" presId="urn:microsoft.com/office/officeart/2005/8/layout/vList6"/>
    <dgm:cxn modelId="{9A8C0CCB-0DEA-44F4-B24B-53B8A5C51A5B}" type="presParOf" srcId="{C142BCA6-6DE6-4F28-A530-52973AC7E301}" destId="{BD2CC4C1-78C8-4494-8C02-36A60C4A3BE0}" srcOrd="4" destOrd="0" presId="urn:microsoft.com/office/officeart/2005/8/layout/vList6"/>
    <dgm:cxn modelId="{3214612A-2AA2-4B0B-8C5B-E70612546B65}" type="presParOf" srcId="{BD2CC4C1-78C8-4494-8C02-36A60C4A3BE0}" destId="{8D2D6945-0C2D-47FB-91EB-FF4D358EC81D}" srcOrd="0" destOrd="0" presId="urn:microsoft.com/office/officeart/2005/8/layout/vList6"/>
    <dgm:cxn modelId="{77A98CD3-49C1-4F4E-AB71-7727E27F971F}" type="presParOf" srcId="{BD2CC4C1-78C8-4494-8C02-36A60C4A3BE0}" destId="{F086E708-BCB2-405A-B262-8D07E7257D39}" srcOrd="1" destOrd="0" presId="urn:microsoft.com/office/officeart/2005/8/layout/vList6"/>
    <dgm:cxn modelId="{1E04C8ED-AC05-4E7D-8C93-916FE1178CAF}" type="presParOf" srcId="{C142BCA6-6DE6-4F28-A530-52973AC7E301}" destId="{835A6734-55C9-47F3-9003-E3DB96BECBB7}" srcOrd="5" destOrd="0" presId="urn:microsoft.com/office/officeart/2005/8/layout/vList6"/>
    <dgm:cxn modelId="{FF775EC7-CBEB-49FB-B237-717A7AF7F880}" type="presParOf" srcId="{C142BCA6-6DE6-4F28-A530-52973AC7E301}" destId="{0A4A5C70-07DC-4D00-B978-5E021989AFFF}" srcOrd="6" destOrd="0" presId="urn:microsoft.com/office/officeart/2005/8/layout/vList6"/>
    <dgm:cxn modelId="{ACBE9E01-C588-4369-98FF-3DD595B63A6A}" type="presParOf" srcId="{0A4A5C70-07DC-4D00-B978-5E021989AFFF}" destId="{C27C9C18-FD3B-452C-B40A-0B61F972177F}" srcOrd="0" destOrd="0" presId="urn:microsoft.com/office/officeart/2005/8/layout/vList6"/>
    <dgm:cxn modelId="{5FF37877-7D85-4DF9-A103-A359F5DEB7D3}" type="presParOf" srcId="{0A4A5C70-07DC-4D00-B978-5E021989AFFF}" destId="{58AC40F9-D044-497D-AA57-9087D2696164}" srcOrd="1" destOrd="0" presId="urn:microsoft.com/office/officeart/2005/8/layout/vList6"/>
    <dgm:cxn modelId="{E87A01E6-64B2-4955-80C1-290EE99ECAD8}" type="presParOf" srcId="{C142BCA6-6DE6-4F28-A530-52973AC7E301}" destId="{59F64B34-404D-47C9-AB3D-403B00FB4160}" srcOrd="7" destOrd="0" presId="urn:microsoft.com/office/officeart/2005/8/layout/vList6"/>
    <dgm:cxn modelId="{FEBC0B89-6983-4C20-AADC-034FB977C9A4}" type="presParOf" srcId="{C142BCA6-6DE6-4F28-A530-52973AC7E301}" destId="{5B2859A5-601D-4F25-920B-0E2150A15826}" srcOrd="8" destOrd="0" presId="urn:microsoft.com/office/officeart/2005/8/layout/vList6"/>
    <dgm:cxn modelId="{2480CE5A-36EC-42DB-92F4-7A841831CED3}" type="presParOf" srcId="{5B2859A5-601D-4F25-920B-0E2150A15826}" destId="{5F90C2C8-C3CE-49FA-ABFA-7AFCE7927A25}" srcOrd="0" destOrd="0" presId="urn:microsoft.com/office/officeart/2005/8/layout/vList6"/>
    <dgm:cxn modelId="{E86FFC72-20C9-4001-90A3-989700306057}" type="presParOf" srcId="{5B2859A5-601D-4F25-920B-0E2150A15826}" destId="{EF8F096D-460E-49F7-A116-422F5B43F897}" srcOrd="1" destOrd="0" presId="urn:microsoft.com/office/officeart/2005/8/layout/vList6"/>
    <dgm:cxn modelId="{25B20718-E71D-4027-A88C-483A4AC825D1}" type="presParOf" srcId="{C142BCA6-6DE6-4F28-A530-52973AC7E301}" destId="{AE982580-F79D-4D74-83DB-15F3DDC428AF}" srcOrd="9" destOrd="0" presId="urn:microsoft.com/office/officeart/2005/8/layout/vList6"/>
    <dgm:cxn modelId="{908A9593-D1E2-44D0-A41A-4735F822C5D7}" type="presParOf" srcId="{C142BCA6-6DE6-4F28-A530-52973AC7E301}" destId="{3E74375D-0B08-4729-B0C7-9D62867FCC06}" srcOrd="10" destOrd="0" presId="urn:microsoft.com/office/officeart/2005/8/layout/vList6"/>
    <dgm:cxn modelId="{E6B6AF7F-C1C2-40B9-BFEA-3C0D5F264FA1}" type="presParOf" srcId="{3E74375D-0B08-4729-B0C7-9D62867FCC06}" destId="{E12AB62C-3A2D-4A23-8854-CA7E19644C5F}" srcOrd="0" destOrd="0" presId="urn:microsoft.com/office/officeart/2005/8/layout/vList6"/>
    <dgm:cxn modelId="{9229DD1A-95F5-4E80-BBC2-CE46DFEDFE48}" type="presParOf" srcId="{3E74375D-0B08-4729-B0C7-9D62867FCC06}" destId="{E81D3EC5-0F1E-4E4E-901E-881FA65A1312}" srcOrd="1" destOrd="0" presId="urn:microsoft.com/office/officeart/2005/8/layout/vList6"/>
    <dgm:cxn modelId="{600AC063-7335-490A-A132-149CEFC5C763}" type="presParOf" srcId="{C142BCA6-6DE6-4F28-A530-52973AC7E301}" destId="{6908B9E4-56ED-4BBF-8AD2-EB96C0B1B1D6}" srcOrd="11" destOrd="0" presId="urn:microsoft.com/office/officeart/2005/8/layout/vList6"/>
    <dgm:cxn modelId="{19E956DC-77E7-4694-9C97-303DE20E7DF9}" type="presParOf" srcId="{C142BCA6-6DE6-4F28-A530-52973AC7E301}" destId="{AE276B07-38E4-4D9D-A9CA-4DF24D213FEE}" srcOrd="12" destOrd="0" presId="urn:microsoft.com/office/officeart/2005/8/layout/vList6"/>
    <dgm:cxn modelId="{F04918A7-1731-4472-821B-2D908F544C76}" type="presParOf" srcId="{AE276B07-38E4-4D9D-A9CA-4DF24D213FEE}" destId="{1A002683-FC55-4910-A0E2-C0BE52445E42}" srcOrd="0" destOrd="0" presId="urn:microsoft.com/office/officeart/2005/8/layout/vList6"/>
    <dgm:cxn modelId="{7B6B7881-1A6B-4046-B2C1-52ACB96E9816}" type="presParOf" srcId="{AE276B07-38E4-4D9D-A9CA-4DF24D213FEE}" destId="{5407D448-C137-44F1-ABD6-12062D233AA3}" srcOrd="1" destOrd="0" presId="urn:microsoft.com/office/officeart/2005/8/layout/vList6"/>
    <dgm:cxn modelId="{91514D34-A815-46C8-B446-6DAF6912E296}" type="presParOf" srcId="{C142BCA6-6DE6-4F28-A530-52973AC7E301}" destId="{E21F214D-9697-4BD4-A03C-7FE2F756565E}" srcOrd="13" destOrd="0" presId="urn:microsoft.com/office/officeart/2005/8/layout/vList6"/>
    <dgm:cxn modelId="{5E94F931-BED3-41FE-98F2-4AC2A9BB34DF}" type="presParOf" srcId="{C142BCA6-6DE6-4F28-A530-52973AC7E301}" destId="{D6D5ECBC-9FEE-41EA-BE46-6FD745D02475}" srcOrd="14" destOrd="0" presId="urn:microsoft.com/office/officeart/2005/8/layout/vList6"/>
    <dgm:cxn modelId="{200BE95C-7029-46AB-BFC1-7852F6FCD8C7}" type="presParOf" srcId="{D6D5ECBC-9FEE-41EA-BE46-6FD745D02475}" destId="{74496A56-5F0E-4F4E-9A25-53C84E225A36}" srcOrd="0" destOrd="0" presId="urn:microsoft.com/office/officeart/2005/8/layout/vList6"/>
    <dgm:cxn modelId="{2F983AA6-C3D2-4A8D-93FF-869C2E10C4C6}" type="presParOf" srcId="{D6D5ECBC-9FEE-41EA-BE46-6FD745D02475}" destId="{C15F72A1-CA30-4718-8ABE-0E9AEEB94F91}" srcOrd="1" destOrd="0" presId="urn:microsoft.com/office/officeart/2005/8/layout/vList6"/>
    <dgm:cxn modelId="{A15FB09F-42C2-4331-BE79-40DAEEAD6DB2}" type="presParOf" srcId="{C142BCA6-6DE6-4F28-A530-52973AC7E301}" destId="{535F8F58-BDF5-4102-B268-7CF05592FDD3}" srcOrd="15" destOrd="0" presId="urn:microsoft.com/office/officeart/2005/8/layout/vList6"/>
    <dgm:cxn modelId="{EA568B1B-645F-470E-8275-515C75186A58}" type="presParOf" srcId="{C142BCA6-6DE6-4F28-A530-52973AC7E301}" destId="{E47239A2-856B-44BE-AA4D-177FB3B4B908}" srcOrd="16" destOrd="0" presId="urn:microsoft.com/office/officeart/2005/8/layout/vList6"/>
    <dgm:cxn modelId="{4205913E-AA2B-468D-AEC0-812F58252FDA}" type="presParOf" srcId="{E47239A2-856B-44BE-AA4D-177FB3B4B908}" destId="{B4E7504A-9C7D-4C2E-9344-079949D53A90}" srcOrd="0" destOrd="0" presId="urn:microsoft.com/office/officeart/2005/8/layout/vList6"/>
    <dgm:cxn modelId="{829DF2AA-B510-4770-A22A-8975E5D9CE38}" type="presParOf" srcId="{E47239A2-856B-44BE-AA4D-177FB3B4B908}" destId="{F2F7E22E-1B63-4388-A653-16F006940E42}" srcOrd="1" destOrd="0" presId="urn:microsoft.com/office/officeart/2005/8/layout/vList6"/>
    <dgm:cxn modelId="{C15C16F4-F755-49A4-B5B5-BB5911F73F89}" type="presParOf" srcId="{C142BCA6-6DE6-4F28-A530-52973AC7E301}" destId="{CC858472-9D0A-4DF4-87F6-4944D6CFDEE8}" srcOrd="17" destOrd="0" presId="urn:microsoft.com/office/officeart/2005/8/layout/vList6"/>
    <dgm:cxn modelId="{259DEAD2-62AB-4099-8D0B-CC01A696C05C}" type="presParOf" srcId="{C142BCA6-6DE6-4F28-A530-52973AC7E301}" destId="{19FB96AF-DD2E-4D97-B066-9330C0417A02}" srcOrd="18" destOrd="0" presId="urn:microsoft.com/office/officeart/2005/8/layout/vList6"/>
    <dgm:cxn modelId="{9646D5AD-4CA5-45B5-88C8-3160129B92F0}" type="presParOf" srcId="{19FB96AF-DD2E-4D97-B066-9330C0417A02}" destId="{2B0E8EE9-E886-4439-A549-BF231D7683E8}" srcOrd="0" destOrd="0" presId="urn:microsoft.com/office/officeart/2005/8/layout/vList6"/>
    <dgm:cxn modelId="{1B4E7844-762C-470F-8A92-91E4D467EA13}" type="presParOf" srcId="{19FB96AF-DD2E-4D97-B066-9330C0417A02}" destId="{9DB9F76B-2F1C-410F-BD1E-B86F940F166F}" srcOrd="1" destOrd="0" presId="urn:microsoft.com/office/officeart/2005/8/layout/vList6"/>
    <dgm:cxn modelId="{158F4352-D1C5-4744-A7E3-027546BCC089}" type="presParOf" srcId="{C142BCA6-6DE6-4F28-A530-52973AC7E301}" destId="{017A1385-9F7D-4304-9AE1-5A13A2872CBD}" srcOrd="19" destOrd="0" presId="urn:microsoft.com/office/officeart/2005/8/layout/vList6"/>
    <dgm:cxn modelId="{35057C05-CF4B-420E-A43A-8360CE883190}" type="presParOf" srcId="{C142BCA6-6DE6-4F28-A530-52973AC7E301}" destId="{5C2EDF96-6FCE-4DDB-9784-6C3E3541D7A7}" srcOrd="20" destOrd="0" presId="urn:microsoft.com/office/officeart/2005/8/layout/vList6"/>
    <dgm:cxn modelId="{463CE3A2-56DE-41C4-A750-80582982BF9B}" type="presParOf" srcId="{5C2EDF96-6FCE-4DDB-9784-6C3E3541D7A7}" destId="{DA8D33FB-CD74-4123-BCCF-A733026600C7}" srcOrd="0" destOrd="0" presId="urn:microsoft.com/office/officeart/2005/8/layout/vList6"/>
    <dgm:cxn modelId="{EC536935-26BF-4D64-942E-BFCF0DF70D7F}" type="presParOf" srcId="{5C2EDF96-6FCE-4DDB-9784-6C3E3541D7A7}" destId="{B374596F-5455-479A-B768-E90F1D87E802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E6C69-15E3-4D6D-8D03-3A4DE260E4A8}">
      <dsp:nvSpPr>
        <dsp:cNvPr id="0" name=""/>
        <dsp:cNvSpPr/>
      </dsp:nvSpPr>
      <dsp:spPr>
        <a:xfrm>
          <a:off x="0" y="3781"/>
          <a:ext cx="11949113" cy="805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0532DA-2DB7-4DC3-AC58-34F38D1D0E0F}">
      <dsp:nvSpPr>
        <dsp:cNvPr id="0" name=""/>
        <dsp:cNvSpPr/>
      </dsp:nvSpPr>
      <dsp:spPr>
        <a:xfrm>
          <a:off x="243625" y="184990"/>
          <a:ext cx="442955" cy="44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941D4-12DF-470A-A458-17ADD7165BFE}">
      <dsp:nvSpPr>
        <dsp:cNvPr id="0" name=""/>
        <dsp:cNvSpPr/>
      </dsp:nvSpPr>
      <dsp:spPr>
        <a:xfrm>
          <a:off x="930206" y="3781"/>
          <a:ext cx="11018906" cy="805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5" tIns="85235" rIns="85235" bIns="852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Understand Fitter Snacker’s sales process problems</a:t>
          </a:r>
          <a:endParaRPr lang="en-US" sz="1900" kern="1200"/>
        </a:p>
      </dsp:txBody>
      <dsp:txXfrm>
        <a:off x="930206" y="3781"/>
        <a:ext cx="11018906" cy="805373"/>
      </dsp:txXfrm>
    </dsp:sp>
    <dsp:sp modelId="{465B7CF5-FE74-49BB-82E3-F6E3465D882C}">
      <dsp:nvSpPr>
        <dsp:cNvPr id="0" name=""/>
        <dsp:cNvSpPr/>
      </dsp:nvSpPr>
      <dsp:spPr>
        <a:xfrm>
          <a:off x="0" y="1010498"/>
          <a:ext cx="11949113" cy="805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7D2EB-2B1E-49E0-8D25-FDD63196E9F3}">
      <dsp:nvSpPr>
        <dsp:cNvPr id="0" name=""/>
        <dsp:cNvSpPr/>
      </dsp:nvSpPr>
      <dsp:spPr>
        <a:xfrm>
          <a:off x="243625" y="1191707"/>
          <a:ext cx="442955" cy="44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21013-F406-4727-B822-24B08B4213E9}">
      <dsp:nvSpPr>
        <dsp:cNvPr id="0" name=""/>
        <dsp:cNvSpPr/>
      </dsp:nvSpPr>
      <dsp:spPr>
        <a:xfrm>
          <a:off x="930206" y="1010498"/>
          <a:ext cx="11018906" cy="805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5" tIns="85235" rIns="85235" bIns="852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Explain issues caused by non-integrated systems</a:t>
          </a:r>
          <a:endParaRPr lang="en-US" sz="1900" kern="1200"/>
        </a:p>
      </dsp:txBody>
      <dsp:txXfrm>
        <a:off x="930206" y="1010498"/>
        <a:ext cx="11018906" cy="805373"/>
      </dsp:txXfrm>
    </dsp:sp>
    <dsp:sp modelId="{63EF0262-E5FD-453A-86E3-F4D4F6F87577}">
      <dsp:nvSpPr>
        <dsp:cNvPr id="0" name=""/>
        <dsp:cNvSpPr/>
      </dsp:nvSpPr>
      <dsp:spPr>
        <a:xfrm>
          <a:off x="0" y="2017215"/>
          <a:ext cx="11949113" cy="805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681B2-BE50-4B99-911F-C43B6711A762}">
      <dsp:nvSpPr>
        <dsp:cNvPr id="0" name=""/>
        <dsp:cNvSpPr/>
      </dsp:nvSpPr>
      <dsp:spPr>
        <a:xfrm>
          <a:off x="243625" y="2198424"/>
          <a:ext cx="442955" cy="44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2940C-34CF-4A78-A9DE-DC094A513ED6}">
      <dsp:nvSpPr>
        <dsp:cNvPr id="0" name=""/>
        <dsp:cNvSpPr/>
      </dsp:nvSpPr>
      <dsp:spPr>
        <a:xfrm>
          <a:off x="930206" y="2017215"/>
          <a:ext cx="11018906" cy="805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5" tIns="85235" rIns="85235" bIns="852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Learn sales &amp; distribution in SAP ERP</a:t>
          </a:r>
          <a:endParaRPr lang="en-US" sz="1900" kern="1200"/>
        </a:p>
      </dsp:txBody>
      <dsp:txXfrm>
        <a:off x="930206" y="2017215"/>
        <a:ext cx="11018906" cy="805373"/>
      </dsp:txXfrm>
    </dsp:sp>
    <dsp:sp modelId="{8ED91EFD-37A3-43B1-A295-FE948A7A0134}">
      <dsp:nvSpPr>
        <dsp:cNvPr id="0" name=""/>
        <dsp:cNvSpPr/>
      </dsp:nvSpPr>
      <dsp:spPr>
        <a:xfrm>
          <a:off x="0" y="3023932"/>
          <a:ext cx="11949113" cy="805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47A7B1-A133-4410-99D0-A0CAE30FD19D}">
      <dsp:nvSpPr>
        <dsp:cNvPr id="0" name=""/>
        <dsp:cNvSpPr/>
      </dsp:nvSpPr>
      <dsp:spPr>
        <a:xfrm>
          <a:off x="243625" y="3205141"/>
          <a:ext cx="442955" cy="44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427C0-C129-4329-8B0E-3852CEA061C0}">
      <dsp:nvSpPr>
        <dsp:cNvPr id="0" name=""/>
        <dsp:cNvSpPr/>
      </dsp:nvSpPr>
      <dsp:spPr>
        <a:xfrm>
          <a:off x="930206" y="3023932"/>
          <a:ext cx="11018906" cy="805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5" tIns="85235" rIns="85235" bIns="852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Understand how SAP processes sales orders</a:t>
          </a:r>
          <a:endParaRPr lang="en-US" sz="1900" kern="1200"/>
        </a:p>
      </dsp:txBody>
      <dsp:txXfrm>
        <a:off x="930206" y="3023932"/>
        <a:ext cx="11018906" cy="805373"/>
      </dsp:txXfrm>
    </dsp:sp>
    <dsp:sp modelId="{AA3209B0-6C85-4669-A6AC-D0A833358234}">
      <dsp:nvSpPr>
        <dsp:cNvPr id="0" name=""/>
        <dsp:cNvSpPr/>
      </dsp:nvSpPr>
      <dsp:spPr>
        <a:xfrm>
          <a:off x="0" y="4030649"/>
          <a:ext cx="11949113" cy="80537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0719E0-4CF6-44C9-8D9A-F5D2631B4821}">
      <dsp:nvSpPr>
        <dsp:cNvPr id="0" name=""/>
        <dsp:cNvSpPr/>
      </dsp:nvSpPr>
      <dsp:spPr>
        <a:xfrm>
          <a:off x="243625" y="4211858"/>
          <a:ext cx="442955" cy="4429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F4FD6-D152-43E3-9C78-D798D89306A1}">
      <dsp:nvSpPr>
        <dsp:cNvPr id="0" name=""/>
        <dsp:cNvSpPr/>
      </dsp:nvSpPr>
      <dsp:spPr>
        <a:xfrm>
          <a:off x="930206" y="4030649"/>
          <a:ext cx="11018906" cy="8053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35" tIns="85235" rIns="85235" bIns="852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/>
            <a:t>Identify the benefits of CRM in ERP systems</a:t>
          </a:r>
          <a:endParaRPr lang="en-US" sz="1900" kern="1200"/>
        </a:p>
      </dsp:txBody>
      <dsp:txXfrm>
        <a:off x="930206" y="4030649"/>
        <a:ext cx="11018906" cy="805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BBCA6-262D-416B-8FEF-4E27C5971F79}">
      <dsp:nvSpPr>
        <dsp:cNvPr id="0" name=""/>
        <dsp:cNvSpPr/>
      </dsp:nvSpPr>
      <dsp:spPr>
        <a:xfrm>
          <a:off x="482183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6FBBC-3D67-40DA-8C5F-A97341A276FA}">
      <dsp:nvSpPr>
        <dsp:cNvPr id="0" name=""/>
        <dsp:cNvSpPr/>
      </dsp:nvSpPr>
      <dsp:spPr>
        <a:xfrm>
          <a:off x="4585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Marketing role:</a:t>
          </a:r>
          <a:br>
            <a:rPr lang="en-MY" sz="1100" kern="1200"/>
          </a:br>
          <a:r>
            <a:rPr lang="en-MY" sz="1100" kern="1200"/>
            <a:t>1. Product Decide what to produce</a:t>
          </a:r>
          <a:endParaRPr lang="en-US" sz="1100" kern="1200"/>
        </a:p>
      </dsp:txBody>
      <dsp:txXfrm>
        <a:off x="4585" y="2336716"/>
        <a:ext cx="1736718" cy="1318820"/>
      </dsp:txXfrm>
    </dsp:sp>
    <dsp:sp modelId="{2FB25BFB-728F-4974-A118-91A094BAA278}">
      <dsp:nvSpPr>
        <dsp:cNvPr id="0" name=""/>
        <dsp:cNvSpPr/>
      </dsp:nvSpPr>
      <dsp:spPr>
        <a:xfrm>
          <a:off x="2522827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4931F-F93E-4AD7-826B-C790554F5AEA}">
      <dsp:nvSpPr>
        <dsp:cNvPr id="0" name=""/>
        <dsp:cNvSpPr/>
      </dsp:nvSpPr>
      <dsp:spPr>
        <a:xfrm>
          <a:off x="2045230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2. Pricing decide price for products</a:t>
          </a:r>
          <a:endParaRPr lang="en-US" sz="1100" kern="1200"/>
        </a:p>
      </dsp:txBody>
      <dsp:txXfrm>
        <a:off x="2045230" y="2336716"/>
        <a:ext cx="1736718" cy="1318820"/>
      </dsp:txXfrm>
    </dsp:sp>
    <dsp:sp modelId="{298F6E12-C4AA-4D27-BF22-A60738BCD4CD}">
      <dsp:nvSpPr>
        <dsp:cNvPr id="0" name=""/>
        <dsp:cNvSpPr/>
      </dsp:nvSpPr>
      <dsp:spPr>
        <a:xfrm>
          <a:off x="4563472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FE11C-A648-48D1-AE22-2F6D8022056F}">
      <dsp:nvSpPr>
        <dsp:cNvPr id="0" name=""/>
        <dsp:cNvSpPr/>
      </dsp:nvSpPr>
      <dsp:spPr>
        <a:xfrm>
          <a:off x="4085874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3. Promotion adversiting and Marketing </a:t>
          </a:r>
          <a:endParaRPr lang="en-US" sz="1100" kern="1200"/>
        </a:p>
      </dsp:txBody>
      <dsp:txXfrm>
        <a:off x="4085874" y="2336716"/>
        <a:ext cx="1736718" cy="1318820"/>
      </dsp:txXfrm>
    </dsp:sp>
    <dsp:sp modelId="{D353AC99-8D68-4F61-AAF2-E4555EA7FBAC}">
      <dsp:nvSpPr>
        <dsp:cNvPr id="0" name=""/>
        <dsp:cNvSpPr/>
      </dsp:nvSpPr>
      <dsp:spPr>
        <a:xfrm>
          <a:off x="6604117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24C76-3051-4247-8F20-3CD71FC17D9B}">
      <dsp:nvSpPr>
        <dsp:cNvPr id="0" name=""/>
        <dsp:cNvSpPr/>
      </dsp:nvSpPr>
      <dsp:spPr>
        <a:xfrm>
          <a:off x="6126519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4. Distribution customer delivery </a:t>
          </a:r>
          <a:endParaRPr lang="en-US" sz="1100" kern="1200"/>
        </a:p>
      </dsp:txBody>
      <dsp:txXfrm>
        <a:off x="6126519" y="2336716"/>
        <a:ext cx="1736718" cy="1318820"/>
      </dsp:txXfrm>
    </dsp:sp>
    <dsp:sp modelId="{2881DAC5-7883-4067-9169-9FB80E1A3994}">
      <dsp:nvSpPr>
        <dsp:cNvPr id="0" name=""/>
        <dsp:cNvSpPr/>
      </dsp:nvSpPr>
      <dsp:spPr>
        <a:xfrm>
          <a:off x="8644761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3EC80-15B3-4411-BAF5-D3C64943503C}">
      <dsp:nvSpPr>
        <dsp:cNvPr id="0" name=""/>
        <dsp:cNvSpPr/>
      </dsp:nvSpPr>
      <dsp:spPr>
        <a:xfrm>
          <a:off x="8167163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Sales and Marketing Data Purposes:</a:t>
          </a:r>
          <a:br>
            <a:rPr lang="en-MY" sz="1100" kern="1200"/>
          </a:br>
          <a:r>
            <a:rPr lang="en-MY" sz="1100" kern="1200"/>
            <a:t>1. Sales Records</a:t>
          </a:r>
          <a:br>
            <a:rPr lang="en-MY" sz="1100" kern="1200"/>
          </a:br>
          <a:r>
            <a:rPr lang="en-MY" sz="1100" kern="1200"/>
            <a:t>2. Customer billing </a:t>
          </a:r>
          <a:br>
            <a:rPr lang="en-MY" sz="1100" kern="1200"/>
          </a:br>
          <a:r>
            <a:rPr lang="en-MY" sz="1100" kern="1200"/>
            <a:t>3. Credit management </a:t>
          </a:r>
          <a:endParaRPr lang="en-US" sz="1100" kern="1200"/>
        </a:p>
      </dsp:txBody>
      <dsp:txXfrm>
        <a:off x="8167163" y="2336716"/>
        <a:ext cx="1736718" cy="1318820"/>
      </dsp:txXfrm>
    </dsp:sp>
    <dsp:sp modelId="{3F41CD36-DCC5-4B2F-9C37-9D889CCC2481}">
      <dsp:nvSpPr>
        <dsp:cNvPr id="0" name=""/>
        <dsp:cNvSpPr/>
      </dsp:nvSpPr>
      <dsp:spPr>
        <a:xfrm>
          <a:off x="10685406" y="1184267"/>
          <a:ext cx="781523" cy="7815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D7450-A80A-4D0C-84EB-F33A46AA8321}">
      <dsp:nvSpPr>
        <dsp:cNvPr id="0" name=""/>
        <dsp:cNvSpPr/>
      </dsp:nvSpPr>
      <dsp:spPr>
        <a:xfrm>
          <a:off x="10207808" y="2336716"/>
          <a:ext cx="1736718" cy="1318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100" kern="1200"/>
            <a:t>ERP Integration </a:t>
          </a:r>
          <a:br>
            <a:rPr lang="en-MY" sz="1100" kern="1200"/>
          </a:br>
          <a:r>
            <a:rPr lang="en-MY" sz="1100" kern="1200"/>
            <a:t>1. Shared databases</a:t>
          </a:r>
          <a:br>
            <a:rPr lang="en-MY" sz="1100" kern="1200"/>
          </a:br>
          <a:r>
            <a:rPr lang="en-MY" sz="1100" kern="1200"/>
            <a:t>2. Real-time information</a:t>
          </a:r>
          <a:br>
            <a:rPr lang="en-MY" sz="1100" kern="1200"/>
          </a:br>
          <a:r>
            <a:rPr lang="en-MY" sz="1100" kern="1200"/>
            <a:t>3. Faster Communication</a:t>
          </a:r>
          <a:br>
            <a:rPr lang="en-MY" sz="1100" kern="1200"/>
          </a:br>
          <a:r>
            <a:rPr lang="en-MY" sz="1100" kern="1200"/>
            <a:t>4.Better decision Making </a:t>
          </a:r>
          <a:br>
            <a:rPr lang="en-MY" sz="1100" kern="1200"/>
          </a:br>
          <a:br>
            <a:rPr lang="en-MY" sz="1100" kern="1200"/>
          </a:br>
          <a:r>
            <a:rPr lang="en-MY" sz="1100" kern="1200"/>
            <a:t>Take notes: wrong data in one module affects all departments</a:t>
          </a:r>
          <a:endParaRPr lang="en-US" sz="1100" kern="1200"/>
        </a:p>
      </dsp:txBody>
      <dsp:txXfrm>
        <a:off x="10207808" y="2336716"/>
        <a:ext cx="1736718" cy="1318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47A60-7361-024D-B26C-B53869E2F704}">
      <dsp:nvSpPr>
        <dsp:cNvPr id="0" name=""/>
        <dsp:cNvSpPr/>
      </dsp:nvSpPr>
      <dsp:spPr>
        <a:xfrm>
          <a:off x="0" y="4444590"/>
          <a:ext cx="11773473" cy="972367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Avenir Next" panose="020B0503020202020204" pitchFamily="34" charset="0"/>
            </a:rPr>
            <a:t>Customer Satisfaction </a:t>
          </a:r>
        </a:p>
      </dsp:txBody>
      <dsp:txXfrm>
        <a:off x="0" y="4444590"/>
        <a:ext cx="11773473" cy="972367"/>
      </dsp:txXfrm>
    </dsp:sp>
    <dsp:sp modelId="{7B03FF3C-1ABC-F14B-8D67-077B194951D1}">
      <dsp:nvSpPr>
        <dsp:cNvPr id="0" name=""/>
        <dsp:cNvSpPr/>
      </dsp:nvSpPr>
      <dsp:spPr>
        <a:xfrm rot="10800000">
          <a:off x="0" y="2963674"/>
          <a:ext cx="11773473" cy="1495501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Avenir Next" panose="020B0503020202020204" pitchFamily="34" charset="0"/>
            </a:rPr>
            <a:t>Output ERP</a:t>
          </a:r>
        </a:p>
      </dsp:txBody>
      <dsp:txXfrm rot="-10800000">
        <a:off x="0" y="2963674"/>
        <a:ext cx="11773473" cy="524921"/>
      </dsp:txXfrm>
    </dsp:sp>
    <dsp:sp modelId="{B9C0FA51-41C2-0C45-B6E2-A652CFBDAFB9}">
      <dsp:nvSpPr>
        <dsp:cNvPr id="0" name=""/>
        <dsp:cNvSpPr/>
      </dsp:nvSpPr>
      <dsp:spPr>
        <a:xfrm>
          <a:off x="5748" y="3488595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Inventory Stock Tracking</a:t>
          </a:r>
        </a:p>
      </dsp:txBody>
      <dsp:txXfrm>
        <a:off x="5748" y="3488595"/>
        <a:ext cx="3920658" cy="447154"/>
      </dsp:txXfrm>
    </dsp:sp>
    <dsp:sp modelId="{9B38F1A2-CFDA-8F48-B517-4FB0E0B0E214}">
      <dsp:nvSpPr>
        <dsp:cNvPr id="0" name=""/>
        <dsp:cNvSpPr/>
      </dsp:nvSpPr>
      <dsp:spPr>
        <a:xfrm>
          <a:off x="3926407" y="3488595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Accounting Billing and Finance</a:t>
          </a:r>
        </a:p>
      </dsp:txBody>
      <dsp:txXfrm>
        <a:off x="3926407" y="3488595"/>
        <a:ext cx="3920658" cy="447154"/>
      </dsp:txXfrm>
    </dsp:sp>
    <dsp:sp modelId="{F313402D-D8D9-6F4B-AD12-B53FA5971C85}">
      <dsp:nvSpPr>
        <dsp:cNvPr id="0" name=""/>
        <dsp:cNvSpPr/>
      </dsp:nvSpPr>
      <dsp:spPr>
        <a:xfrm>
          <a:off x="7847065" y="3488595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Distribution Delivery Process</a:t>
          </a:r>
        </a:p>
      </dsp:txBody>
      <dsp:txXfrm>
        <a:off x="7847065" y="3488595"/>
        <a:ext cx="3920658" cy="447154"/>
      </dsp:txXfrm>
    </dsp:sp>
    <dsp:sp modelId="{B02C98BA-A156-B84F-9BD1-E44F012E7457}">
      <dsp:nvSpPr>
        <dsp:cNvPr id="0" name=""/>
        <dsp:cNvSpPr/>
      </dsp:nvSpPr>
      <dsp:spPr>
        <a:xfrm rot="10800000">
          <a:off x="0" y="1482758"/>
          <a:ext cx="11773473" cy="1495501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Avenir Next" panose="020B0503020202020204" pitchFamily="34" charset="0"/>
            </a:rPr>
            <a:t>ERP Central System</a:t>
          </a:r>
        </a:p>
      </dsp:txBody>
      <dsp:txXfrm rot="-10800000">
        <a:off x="0" y="1482758"/>
        <a:ext cx="11773473" cy="524921"/>
      </dsp:txXfrm>
    </dsp:sp>
    <dsp:sp modelId="{FD9B62F4-E94F-A048-809A-A9200B1D610B}">
      <dsp:nvSpPr>
        <dsp:cNvPr id="0" name=""/>
        <dsp:cNvSpPr/>
      </dsp:nvSpPr>
      <dsp:spPr>
        <a:xfrm>
          <a:off x="5748" y="2007679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SAP ERP</a:t>
          </a:r>
        </a:p>
      </dsp:txBody>
      <dsp:txXfrm>
        <a:off x="5748" y="2007679"/>
        <a:ext cx="3920658" cy="447154"/>
      </dsp:txXfrm>
    </dsp:sp>
    <dsp:sp modelId="{9D2D936B-956E-6940-9C22-382BD84EFF84}">
      <dsp:nvSpPr>
        <dsp:cNvPr id="0" name=""/>
        <dsp:cNvSpPr/>
      </dsp:nvSpPr>
      <dsp:spPr>
        <a:xfrm>
          <a:off x="3926407" y="2007679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Oracle ERP</a:t>
          </a:r>
        </a:p>
      </dsp:txBody>
      <dsp:txXfrm>
        <a:off x="3926407" y="2007679"/>
        <a:ext cx="3920658" cy="447154"/>
      </dsp:txXfrm>
    </dsp:sp>
    <dsp:sp modelId="{038B87ED-FFC6-6B4A-9C36-245CE7969F35}">
      <dsp:nvSpPr>
        <dsp:cNvPr id="0" name=""/>
        <dsp:cNvSpPr/>
      </dsp:nvSpPr>
      <dsp:spPr>
        <a:xfrm>
          <a:off x="7847065" y="2007679"/>
          <a:ext cx="392065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latin typeface="Avenir Next" panose="020B0503020202020204" pitchFamily="34" charset="0"/>
            </a:rPr>
            <a:t>Microsoft Dynamics</a:t>
          </a:r>
        </a:p>
      </dsp:txBody>
      <dsp:txXfrm>
        <a:off x="7847065" y="2007679"/>
        <a:ext cx="3920658" cy="447154"/>
      </dsp:txXfrm>
    </dsp:sp>
    <dsp:sp modelId="{00F6DEA3-3FE7-9D48-8093-37AD7B77F9E9}">
      <dsp:nvSpPr>
        <dsp:cNvPr id="0" name=""/>
        <dsp:cNvSpPr/>
      </dsp:nvSpPr>
      <dsp:spPr>
        <a:xfrm rot="10800000">
          <a:off x="0" y="1842"/>
          <a:ext cx="11773473" cy="1495501"/>
        </a:xfrm>
        <a:prstGeom prst="upArrowCallou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latin typeface="Avenir Next" panose="020B0503020202020204" pitchFamily="34" charset="0"/>
            </a:rPr>
            <a:t>Marketing Tools</a:t>
          </a:r>
        </a:p>
      </dsp:txBody>
      <dsp:txXfrm rot="-10800000">
        <a:off x="0" y="1842"/>
        <a:ext cx="11773473" cy="524921"/>
      </dsp:txXfrm>
    </dsp:sp>
    <dsp:sp modelId="{D12276A1-AE76-B540-BCCF-B30BDD2B911A}">
      <dsp:nvSpPr>
        <dsp:cNvPr id="0" name=""/>
        <dsp:cNvSpPr/>
      </dsp:nvSpPr>
      <dsp:spPr>
        <a:xfrm>
          <a:off x="0" y="526763"/>
          <a:ext cx="294336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venir Next" panose="020B0503020202020204" pitchFamily="34" charset="0"/>
            </a:rPr>
            <a:t>CRM System Customer data interaction</a:t>
          </a:r>
        </a:p>
      </dsp:txBody>
      <dsp:txXfrm>
        <a:off x="0" y="526763"/>
        <a:ext cx="2943368" cy="447154"/>
      </dsp:txXfrm>
    </dsp:sp>
    <dsp:sp modelId="{2373C25C-6BE2-6E48-B803-D162E66197CA}">
      <dsp:nvSpPr>
        <dsp:cNvPr id="0" name=""/>
        <dsp:cNvSpPr/>
      </dsp:nvSpPr>
      <dsp:spPr>
        <a:xfrm>
          <a:off x="2943368" y="526763"/>
          <a:ext cx="294336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venir Next" panose="020B0503020202020204" pitchFamily="34" charset="0"/>
            </a:rPr>
            <a:t>Social Media Marketing Campaigns</a:t>
          </a:r>
        </a:p>
      </dsp:txBody>
      <dsp:txXfrm>
        <a:off x="2943368" y="526763"/>
        <a:ext cx="2943368" cy="447154"/>
      </dsp:txXfrm>
    </dsp:sp>
    <dsp:sp modelId="{6E9EEFBE-5467-3A4F-A23A-E0451DA5DA83}">
      <dsp:nvSpPr>
        <dsp:cNvPr id="0" name=""/>
        <dsp:cNvSpPr/>
      </dsp:nvSpPr>
      <dsp:spPr>
        <a:xfrm>
          <a:off x="5886736" y="526763"/>
          <a:ext cx="294336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venir Next" panose="020B0503020202020204" pitchFamily="34" charset="0"/>
            </a:rPr>
            <a:t>Email Marketing Promotions</a:t>
          </a:r>
        </a:p>
      </dsp:txBody>
      <dsp:txXfrm>
        <a:off x="5886736" y="526763"/>
        <a:ext cx="2943368" cy="447154"/>
      </dsp:txXfrm>
    </dsp:sp>
    <dsp:sp modelId="{4CE1AEE2-2979-9F4E-A1A2-064BB2972583}">
      <dsp:nvSpPr>
        <dsp:cNvPr id="0" name=""/>
        <dsp:cNvSpPr/>
      </dsp:nvSpPr>
      <dsp:spPr>
        <a:xfrm>
          <a:off x="8830104" y="526763"/>
          <a:ext cx="2943368" cy="44715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>
              <a:latin typeface="Avenir Next" panose="020B0503020202020204" pitchFamily="34" charset="0"/>
            </a:rPr>
            <a:t>Analytics Dashboard and Sales Reports</a:t>
          </a:r>
        </a:p>
      </dsp:txBody>
      <dsp:txXfrm>
        <a:off x="8830104" y="526763"/>
        <a:ext cx="2943368" cy="447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A00F7C-DC88-41DB-9AE9-90FA0E1D10AC}">
      <dsp:nvSpPr>
        <dsp:cNvPr id="0" name=""/>
        <dsp:cNvSpPr/>
      </dsp:nvSpPr>
      <dsp:spPr>
        <a:xfrm>
          <a:off x="0" y="3394652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97F646-AA8B-4F6F-8152-F41ED17552D3}">
      <dsp:nvSpPr>
        <dsp:cNvPr id="0" name=""/>
        <dsp:cNvSpPr/>
      </dsp:nvSpPr>
      <dsp:spPr>
        <a:xfrm>
          <a:off x="0" y="1936595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ACFEDC-56C3-46D0-9500-48709CA0E378}">
      <dsp:nvSpPr>
        <dsp:cNvPr id="0" name=""/>
        <dsp:cNvSpPr/>
      </dsp:nvSpPr>
      <dsp:spPr>
        <a:xfrm>
          <a:off x="0" y="478538"/>
          <a:ext cx="10515600" cy="0"/>
        </a:xfrm>
        <a:prstGeom prst="line">
          <a:avLst/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958E8-EACF-4BE2-957F-45FB371AA288}">
      <dsp:nvSpPr>
        <dsp:cNvPr id="0" name=""/>
        <dsp:cNvSpPr/>
      </dsp:nvSpPr>
      <dsp:spPr>
        <a:xfrm>
          <a:off x="2734055" y="533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533"/>
        <a:ext cx="7781544" cy="478004"/>
      </dsp:txXfrm>
    </dsp:sp>
    <dsp:sp modelId="{2351286E-1B27-4284-8189-FCCD13F0A85D}">
      <dsp:nvSpPr>
        <dsp:cNvPr id="0" name=""/>
        <dsp:cNvSpPr/>
      </dsp:nvSpPr>
      <dsp:spPr>
        <a:xfrm>
          <a:off x="0" y="533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1</a:t>
          </a:r>
        </a:p>
      </dsp:txBody>
      <dsp:txXfrm>
        <a:off x="23338" y="23871"/>
        <a:ext cx="2687380" cy="454666"/>
      </dsp:txXfrm>
    </dsp:sp>
    <dsp:sp modelId="{2A8CCB9B-CDFF-4571-92B6-631B9A710E04}">
      <dsp:nvSpPr>
        <dsp:cNvPr id="0" name=""/>
        <dsp:cNvSpPr/>
      </dsp:nvSpPr>
      <dsp:spPr>
        <a:xfrm>
          <a:off x="0" y="478538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2400" kern="1200" dirty="0"/>
            <a:t>Demonstrate understanding on the concepts of enterprise resources.</a:t>
          </a:r>
          <a:endParaRPr lang="en-MY" sz="2400" b="1" kern="1200" dirty="0"/>
        </a:p>
      </dsp:txBody>
      <dsp:txXfrm>
        <a:off x="0" y="478538"/>
        <a:ext cx="10515600" cy="956152"/>
      </dsp:txXfrm>
    </dsp:sp>
    <dsp:sp modelId="{E2D72C84-953A-49AC-A1A0-8EC173CF11B5}">
      <dsp:nvSpPr>
        <dsp:cNvPr id="0" name=""/>
        <dsp:cNvSpPr/>
      </dsp:nvSpPr>
      <dsp:spPr>
        <a:xfrm>
          <a:off x="2734055" y="1458590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>
            <a:latin typeface="Bahnschrift" panose="020B0502040204020203" pitchFamily="34" charset="0"/>
          </a:endParaRPr>
        </a:p>
      </dsp:txBody>
      <dsp:txXfrm>
        <a:off x="2734055" y="1458590"/>
        <a:ext cx="7781544" cy="478004"/>
      </dsp:txXfrm>
    </dsp:sp>
    <dsp:sp modelId="{34C84371-722F-4FD1-AA09-87B52F699EF7}">
      <dsp:nvSpPr>
        <dsp:cNvPr id="0" name=""/>
        <dsp:cNvSpPr/>
      </dsp:nvSpPr>
      <dsp:spPr>
        <a:xfrm>
          <a:off x="0" y="1458590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2</a:t>
          </a:r>
        </a:p>
      </dsp:txBody>
      <dsp:txXfrm>
        <a:off x="23338" y="1481928"/>
        <a:ext cx="2687380" cy="454666"/>
      </dsp:txXfrm>
    </dsp:sp>
    <dsp:sp modelId="{9E7EA2C4-3B06-4602-BCD8-6449830B25F0}">
      <dsp:nvSpPr>
        <dsp:cNvPr id="0" name=""/>
        <dsp:cNvSpPr/>
      </dsp:nvSpPr>
      <dsp:spPr>
        <a:xfrm>
          <a:off x="0" y="1936595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Discuss current trends, issues, and challenges in enterprise resource planning.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1936595"/>
        <a:ext cx="10515600" cy="956152"/>
      </dsp:txXfrm>
    </dsp:sp>
    <dsp:sp modelId="{A59A4F3D-52A6-4189-B5CB-60ACD5347924}">
      <dsp:nvSpPr>
        <dsp:cNvPr id="0" name=""/>
        <dsp:cNvSpPr/>
      </dsp:nvSpPr>
      <dsp:spPr>
        <a:xfrm>
          <a:off x="2734055" y="2916647"/>
          <a:ext cx="7781544" cy="478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25" tIns="47625" rIns="47625" bIns="47625" numCol="1" spcCol="1270" anchor="b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2500" kern="1200" dirty="0">
            <a:latin typeface="Bahnschrift" panose="020B0502040204020203" pitchFamily="34" charset="0"/>
          </a:endParaRPr>
        </a:p>
      </dsp:txBody>
      <dsp:txXfrm>
        <a:off x="2734055" y="2916647"/>
        <a:ext cx="7781544" cy="478004"/>
      </dsp:txXfrm>
    </dsp:sp>
    <dsp:sp modelId="{CF6DD518-BAE6-4C61-9985-835B8F82A5BD}">
      <dsp:nvSpPr>
        <dsp:cNvPr id="0" name=""/>
        <dsp:cNvSpPr/>
      </dsp:nvSpPr>
      <dsp:spPr>
        <a:xfrm>
          <a:off x="0" y="2916647"/>
          <a:ext cx="2734056" cy="478004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7625" tIns="47625" rIns="47625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500" kern="1200" dirty="0">
              <a:latin typeface="Bahnschrift" panose="020B0502040204020203" pitchFamily="34" charset="0"/>
            </a:rPr>
            <a:t>CLO 3</a:t>
          </a:r>
        </a:p>
      </dsp:txBody>
      <dsp:txXfrm>
        <a:off x="23338" y="2939985"/>
        <a:ext cx="2687380" cy="454666"/>
      </dsp:txXfrm>
    </dsp:sp>
    <dsp:sp modelId="{CDB916D5-4609-4D9A-B6C5-067D06C650B5}">
      <dsp:nvSpPr>
        <dsp:cNvPr id="0" name=""/>
        <dsp:cNvSpPr/>
      </dsp:nvSpPr>
      <dsp:spPr>
        <a:xfrm>
          <a:off x="0" y="3394652"/>
          <a:ext cx="10515600" cy="9561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400" kern="1200" dirty="0"/>
            <a:t>Apply knowledge concepts into implementation.</a:t>
          </a:r>
          <a:endParaRPr lang="en-MY" sz="2400" kern="1200" dirty="0">
            <a:latin typeface="Bahnschrift" panose="020B0502040204020203" pitchFamily="34" charset="0"/>
          </a:endParaRPr>
        </a:p>
      </dsp:txBody>
      <dsp:txXfrm>
        <a:off x="0" y="3394652"/>
        <a:ext cx="10515600" cy="9561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4399F-B56A-48C6-A1E4-0B07C8B53683}">
      <dsp:nvSpPr>
        <dsp:cNvPr id="0" name=""/>
        <dsp:cNvSpPr/>
      </dsp:nvSpPr>
      <dsp:spPr>
        <a:xfrm>
          <a:off x="3713635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690476"/>
        <a:ext cx="26485" cy="5297"/>
      </dsp:txXfrm>
    </dsp:sp>
    <dsp:sp modelId="{A368EE82-E597-4A73-92D5-671ECBE5640C}">
      <dsp:nvSpPr>
        <dsp:cNvPr id="0" name=""/>
        <dsp:cNvSpPr/>
      </dsp:nvSpPr>
      <dsp:spPr>
        <a:xfrm>
          <a:off x="1412359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Business Functions and Business Process</a:t>
          </a:r>
        </a:p>
      </dsp:txBody>
      <dsp:txXfrm>
        <a:off x="1412359" y="2202"/>
        <a:ext cx="2303075" cy="1381845"/>
      </dsp:txXfrm>
    </dsp:sp>
    <dsp:sp modelId="{2B52A401-95F5-4B36-8D95-C4970EBDD497}">
      <dsp:nvSpPr>
        <dsp:cNvPr id="0" name=""/>
        <dsp:cNvSpPr/>
      </dsp:nvSpPr>
      <dsp:spPr>
        <a:xfrm>
          <a:off x="6546418" y="647405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1225557"/>
              <a:satOff val="-1705"/>
              <a:lumOff val="-6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690476"/>
        <a:ext cx="26485" cy="5297"/>
      </dsp:txXfrm>
    </dsp:sp>
    <dsp:sp modelId="{A7A76039-249A-4290-9BCD-EB62B9D59E24}">
      <dsp:nvSpPr>
        <dsp:cNvPr id="0" name=""/>
        <dsp:cNvSpPr/>
      </dsp:nvSpPr>
      <dsp:spPr>
        <a:xfrm>
          <a:off x="4245142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1050478"/>
                <a:satOff val="-1461"/>
                <a:lumOff val="-5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50478"/>
                <a:satOff val="-1461"/>
                <a:lumOff val="-5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50478"/>
                <a:satOff val="-1461"/>
                <a:lumOff val="-5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The Development of ERP Systems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4245142" y="2202"/>
        <a:ext cx="2303075" cy="1381845"/>
      </dsp:txXfrm>
    </dsp:sp>
    <dsp:sp modelId="{47A732EE-CAC2-42D6-BAE1-4E99EA7E6FBC}">
      <dsp:nvSpPr>
        <dsp:cNvPr id="0" name=""/>
        <dsp:cNvSpPr/>
      </dsp:nvSpPr>
      <dsp:spPr>
        <a:xfrm>
          <a:off x="2563897" y="1382247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1629153"/>
        <a:ext cx="284513" cy="5297"/>
      </dsp:txXfrm>
    </dsp:sp>
    <dsp:sp modelId="{1D8BEC7F-5612-429A-988F-4870B8CC7DCB}">
      <dsp:nvSpPr>
        <dsp:cNvPr id="0" name=""/>
        <dsp:cNvSpPr/>
      </dsp:nvSpPr>
      <dsp:spPr>
        <a:xfrm>
          <a:off x="7077925" y="2202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2100956"/>
                <a:satOff val="-2922"/>
                <a:lumOff val="-112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100956"/>
                <a:satOff val="-2922"/>
                <a:lumOff val="-112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100956"/>
                <a:satOff val="-2922"/>
                <a:lumOff val="-112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Marketing Information Systems and the Sales Order Process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7077925" y="2202"/>
        <a:ext cx="2303075" cy="1381845"/>
      </dsp:txXfrm>
    </dsp:sp>
    <dsp:sp modelId="{453CFF04-028F-4FFF-8AFC-196AC0F416A4}">
      <dsp:nvSpPr>
        <dsp:cNvPr id="0" name=""/>
        <dsp:cNvSpPr/>
      </dsp:nvSpPr>
      <dsp:spPr>
        <a:xfrm>
          <a:off x="3713635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2602029"/>
        <a:ext cx="26485" cy="5297"/>
      </dsp:txXfrm>
    </dsp:sp>
    <dsp:sp modelId="{BC54DC66-29BB-4847-9863-40A8E328A6CE}">
      <dsp:nvSpPr>
        <dsp:cNvPr id="0" name=""/>
        <dsp:cNvSpPr/>
      </dsp:nvSpPr>
      <dsp:spPr>
        <a:xfrm>
          <a:off x="1412359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3151433"/>
                <a:satOff val="-4383"/>
                <a:lumOff val="-16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151433"/>
                <a:satOff val="-4383"/>
                <a:lumOff val="-16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151433"/>
                <a:satOff val="-4383"/>
                <a:lumOff val="-16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Production and Supply Chain Management Information Systems</a:t>
          </a:r>
        </a:p>
      </dsp:txBody>
      <dsp:txXfrm>
        <a:off x="1412359" y="1913755"/>
        <a:ext cx="2303075" cy="1381845"/>
      </dsp:txXfrm>
    </dsp:sp>
    <dsp:sp modelId="{37052FBA-FE0C-4403-95AD-652E2E0EB3E8}">
      <dsp:nvSpPr>
        <dsp:cNvPr id="0" name=""/>
        <dsp:cNvSpPr/>
      </dsp:nvSpPr>
      <dsp:spPr>
        <a:xfrm>
          <a:off x="6546418" y="2558958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6782729" y="2602029"/>
        <a:ext cx="26485" cy="5297"/>
      </dsp:txXfrm>
    </dsp:sp>
    <dsp:sp modelId="{E4150A0C-C16E-4093-AA86-F8772D610175}">
      <dsp:nvSpPr>
        <dsp:cNvPr id="0" name=""/>
        <dsp:cNvSpPr/>
      </dsp:nvSpPr>
      <dsp:spPr>
        <a:xfrm>
          <a:off x="4245142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4201911"/>
                <a:satOff val="-5845"/>
                <a:lumOff val="-22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201911"/>
                <a:satOff val="-5845"/>
                <a:lumOff val="-22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201911"/>
                <a:satOff val="-5845"/>
                <a:lumOff val="-22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Customer Relationship Management</a:t>
          </a:r>
        </a:p>
      </dsp:txBody>
      <dsp:txXfrm>
        <a:off x="4245142" y="1913755"/>
        <a:ext cx="2303075" cy="1381845"/>
      </dsp:txXfrm>
    </dsp:sp>
    <dsp:sp modelId="{88A696AE-A94B-4EE7-82BE-173891B45E69}">
      <dsp:nvSpPr>
        <dsp:cNvPr id="0" name=""/>
        <dsp:cNvSpPr/>
      </dsp:nvSpPr>
      <dsp:spPr>
        <a:xfrm>
          <a:off x="2563897" y="3293800"/>
          <a:ext cx="5665565" cy="499107"/>
        </a:xfrm>
        <a:custGeom>
          <a:avLst/>
          <a:gdLst/>
          <a:ahLst/>
          <a:cxnLst/>
          <a:rect l="0" t="0" r="0" b="0"/>
          <a:pathLst>
            <a:path>
              <a:moveTo>
                <a:pt x="5665565" y="0"/>
              </a:moveTo>
              <a:lnTo>
                <a:pt x="5665565" y="266653"/>
              </a:lnTo>
              <a:lnTo>
                <a:pt x="0" y="266653"/>
              </a:lnTo>
              <a:lnTo>
                <a:pt x="0" y="499107"/>
              </a:lnTo>
            </a:path>
          </a:pathLst>
        </a:custGeom>
        <a:noFill/>
        <a:ln w="6350" cap="flat" cmpd="sng" algn="ctr">
          <a:solidFill>
            <a:schemeClr val="accent5">
              <a:hueOff val="-6127787"/>
              <a:satOff val="-8523"/>
              <a:lumOff val="-32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5254423" y="3540705"/>
        <a:ext cx="284513" cy="5297"/>
      </dsp:txXfrm>
    </dsp:sp>
    <dsp:sp modelId="{DBECE0EF-A62A-44E9-BA9F-2193C3258F1D}">
      <dsp:nvSpPr>
        <dsp:cNvPr id="0" name=""/>
        <dsp:cNvSpPr/>
      </dsp:nvSpPr>
      <dsp:spPr>
        <a:xfrm>
          <a:off x="7077925" y="1913755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5252389"/>
                <a:satOff val="-7306"/>
                <a:lumOff val="-28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252389"/>
                <a:satOff val="-7306"/>
                <a:lumOff val="-28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252389"/>
                <a:satOff val="-7306"/>
                <a:lumOff val="-28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Human Resource Processes with ERP</a:t>
          </a:r>
        </a:p>
      </dsp:txBody>
      <dsp:txXfrm>
        <a:off x="7077925" y="1913755"/>
        <a:ext cx="2303075" cy="1381845"/>
      </dsp:txXfrm>
    </dsp:sp>
    <dsp:sp modelId="{614FBC9F-8560-4C2E-9AD0-F0AF57686185}">
      <dsp:nvSpPr>
        <dsp:cNvPr id="0" name=""/>
        <dsp:cNvSpPr/>
      </dsp:nvSpPr>
      <dsp:spPr>
        <a:xfrm>
          <a:off x="3713635" y="4470510"/>
          <a:ext cx="4991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9107" y="45720"/>
              </a:lnTo>
            </a:path>
          </a:pathLst>
        </a:custGeom>
        <a:noFill/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MY" sz="500" kern="1200"/>
        </a:p>
      </dsp:txBody>
      <dsp:txXfrm>
        <a:off x="3949946" y="4513582"/>
        <a:ext cx="26485" cy="5297"/>
      </dsp:txXfrm>
    </dsp:sp>
    <dsp:sp modelId="{4D216CA3-DECC-4AC4-B6B3-C83E879DE9AD}">
      <dsp:nvSpPr>
        <dsp:cNvPr id="0" name=""/>
        <dsp:cNvSpPr/>
      </dsp:nvSpPr>
      <dsp:spPr>
        <a:xfrm>
          <a:off x="1412359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6302867"/>
                <a:satOff val="-8767"/>
                <a:lumOff val="-336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302867"/>
                <a:satOff val="-8767"/>
                <a:lumOff val="-336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302867"/>
                <a:satOff val="-8767"/>
                <a:lumOff val="-336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Bahnschrift" panose="020B0502040204020203" pitchFamily="34" charset="0"/>
            </a:rPr>
            <a:t>Process Improvement and ERP Implementation</a:t>
          </a:r>
          <a:endParaRPr lang="en-MY" sz="1700" kern="1200" dirty="0">
            <a:latin typeface="Bahnschrift" panose="020B0502040204020203" pitchFamily="34" charset="0"/>
          </a:endParaRPr>
        </a:p>
      </dsp:txBody>
      <dsp:txXfrm>
        <a:off x="1412359" y="3825308"/>
        <a:ext cx="2303075" cy="1381845"/>
      </dsp:txXfrm>
    </dsp:sp>
    <dsp:sp modelId="{AF5C4C3C-A71A-4984-8ECB-EDE64D45D661}">
      <dsp:nvSpPr>
        <dsp:cNvPr id="0" name=""/>
        <dsp:cNvSpPr/>
      </dsp:nvSpPr>
      <dsp:spPr>
        <a:xfrm>
          <a:off x="4245142" y="3825308"/>
          <a:ext cx="2303075" cy="1381845"/>
        </a:xfrm>
        <a:prstGeom prst="rect">
          <a:avLst/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2853" tIns="118459" rIns="112853" bIns="11845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>
              <a:latin typeface="Bahnschrift" panose="020B0502040204020203" pitchFamily="34" charset="0"/>
            </a:rPr>
            <a:t>ERP Current Trends</a:t>
          </a:r>
        </a:p>
      </dsp:txBody>
      <dsp:txXfrm>
        <a:off x="4245142" y="3825308"/>
        <a:ext cx="2303075" cy="13818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3DD260-9B25-40A7-B4A2-0636E5BF97A8}">
      <dsp:nvSpPr>
        <dsp:cNvPr id="0" name=""/>
        <dsp:cNvSpPr/>
      </dsp:nvSpPr>
      <dsp:spPr>
        <a:xfrm>
          <a:off x="0" y="77643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Lecture</a:t>
          </a:r>
        </a:p>
      </dsp:txBody>
      <dsp:txXfrm>
        <a:off x="31613" y="109256"/>
        <a:ext cx="8064774" cy="584369"/>
      </dsp:txXfrm>
    </dsp:sp>
    <dsp:sp modelId="{4721F7A9-947B-4B53-A37A-FE49F962834D}">
      <dsp:nvSpPr>
        <dsp:cNvPr id="0" name=""/>
        <dsp:cNvSpPr/>
      </dsp:nvSpPr>
      <dsp:spPr>
        <a:xfrm>
          <a:off x="0" y="725238"/>
          <a:ext cx="8128000" cy="1453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Monday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2:00 PM – 4:00 PM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 Theatre D1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Lecturer – Nazleeni Samiha Haron (nazleeni@utp.edu.my)</a:t>
          </a:r>
        </a:p>
      </dsp:txBody>
      <dsp:txXfrm>
        <a:off x="0" y="725238"/>
        <a:ext cx="8128000" cy="1453140"/>
      </dsp:txXfrm>
    </dsp:sp>
    <dsp:sp modelId="{7E61152D-FC57-4FB5-8820-11FC93B020BC}">
      <dsp:nvSpPr>
        <dsp:cNvPr id="0" name=""/>
        <dsp:cNvSpPr/>
      </dsp:nvSpPr>
      <dsp:spPr>
        <a:xfrm>
          <a:off x="0" y="2178378"/>
          <a:ext cx="8128000" cy="64759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Lab</a:t>
          </a:r>
        </a:p>
      </dsp:txBody>
      <dsp:txXfrm>
        <a:off x="31613" y="2209991"/>
        <a:ext cx="8064774" cy="584369"/>
      </dsp:txXfrm>
    </dsp:sp>
    <dsp:sp modelId="{CFAE9863-95E0-4861-87DE-B61BC72C2AC7}">
      <dsp:nvSpPr>
        <dsp:cNvPr id="0" name=""/>
        <dsp:cNvSpPr/>
      </dsp:nvSpPr>
      <dsp:spPr>
        <a:xfrm>
          <a:off x="0" y="2825973"/>
          <a:ext cx="8128000" cy="2515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8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1 : Tuesday (8:00 AM – 10:00 AM)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2 : Tuesday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3 : Thursday (4:00 PM – 6:00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Group 4 : Wednesday (10:00 AM – 12:00 PM)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01-02-09 (Learning Hub 6)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(G1 &amp; G2)– Ms Anagha (anagha_21002260@utp.edu.my)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MY" sz="2100" kern="1200" dirty="0">
              <a:solidFill>
                <a:schemeClr val="tx1"/>
              </a:solidFill>
            </a:rPr>
            <a:t>GA (G3 &amp; G4) - Ms Fatima Alam (fatima_24003757@utp.edu.my)</a:t>
          </a:r>
        </a:p>
      </dsp:txBody>
      <dsp:txXfrm>
        <a:off x="0" y="2825973"/>
        <a:ext cx="8128000" cy="25150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5D44B-6AA5-42A0-AB11-E1B856318A15}">
      <dsp:nvSpPr>
        <dsp:cNvPr id="0" name=""/>
        <dsp:cNvSpPr/>
      </dsp:nvSpPr>
      <dsp:spPr>
        <a:xfrm>
          <a:off x="2928088" y="3168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1</a:t>
          </a:r>
        </a:p>
      </dsp:txBody>
      <dsp:txXfrm>
        <a:off x="2928088" y="70699"/>
        <a:ext cx="4189540" cy="405183"/>
      </dsp:txXfrm>
    </dsp:sp>
    <dsp:sp modelId="{750FEC7A-B713-49F0-97E9-0F970A1C5576}">
      <dsp:nvSpPr>
        <dsp:cNvPr id="0" name=""/>
        <dsp:cNvSpPr/>
      </dsp:nvSpPr>
      <dsp:spPr>
        <a:xfrm>
          <a:off x="0" y="3168"/>
          <a:ext cx="2928088" cy="5402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2</a:t>
          </a:r>
        </a:p>
      </dsp:txBody>
      <dsp:txXfrm>
        <a:off x="26373" y="29541"/>
        <a:ext cx="2875342" cy="487499"/>
      </dsp:txXfrm>
    </dsp:sp>
    <dsp:sp modelId="{4D691EA6-C07A-4734-9B4B-A5C0F5954178}">
      <dsp:nvSpPr>
        <dsp:cNvPr id="0" name=""/>
        <dsp:cNvSpPr/>
      </dsp:nvSpPr>
      <dsp:spPr>
        <a:xfrm>
          <a:off x="2928088" y="59743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"/>
            <a:satOff val="-1282"/>
            <a:lumOff val="-12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"/>
              <a:satOff val="-1282"/>
              <a:lumOff val="-1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and Project Announced</a:t>
          </a:r>
        </a:p>
      </dsp:txBody>
      <dsp:txXfrm>
        <a:off x="2928088" y="664970"/>
        <a:ext cx="4189540" cy="405183"/>
      </dsp:txXfrm>
    </dsp:sp>
    <dsp:sp modelId="{52196DB3-D1FF-431F-97D8-3F3BB090573A}">
      <dsp:nvSpPr>
        <dsp:cNvPr id="0" name=""/>
        <dsp:cNvSpPr/>
      </dsp:nvSpPr>
      <dsp:spPr>
        <a:xfrm>
          <a:off x="0" y="597439"/>
          <a:ext cx="2928088" cy="540245"/>
        </a:xfrm>
        <a:prstGeom prst="roundRect">
          <a:avLst/>
        </a:prstGeom>
        <a:solidFill>
          <a:schemeClr val="accent5">
            <a:hueOff val="-735334"/>
            <a:satOff val="-1023"/>
            <a:lumOff val="-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3</a:t>
          </a:r>
        </a:p>
      </dsp:txBody>
      <dsp:txXfrm>
        <a:off x="26373" y="623812"/>
        <a:ext cx="2875342" cy="487499"/>
      </dsp:txXfrm>
    </dsp:sp>
    <dsp:sp modelId="{F086E708-BCB2-405A-B262-8D07E7257D39}">
      <dsp:nvSpPr>
        <dsp:cNvPr id="0" name=""/>
        <dsp:cNvSpPr/>
      </dsp:nvSpPr>
      <dsp:spPr>
        <a:xfrm>
          <a:off x="2928088" y="1191709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1478351"/>
            <a:satOff val="-2563"/>
            <a:lumOff val="-2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2</a:t>
          </a:r>
        </a:p>
      </dsp:txBody>
      <dsp:txXfrm>
        <a:off x="2928088" y="1259240"/>
        <a:ext cx="4189540" cy="405183"/>
      </dsp:txXfrm>
    </dsp:sp>
    <dsp:sp modelId="{8D2D6945-0C2D-47FB-91EB-FF4D358EC81D}">
      <dsp:nvSpPr>
        <dsp:cNvPr id="0" name=""/>
        <dsp:cNvSpPr/>
      </dsp:nvSpPr>
      <dsp:spPr>
        <a:xfrm>
          <a:off x="0" y="1191709"/>
          <a:ext cx="2928088" cy="540245"/>
        </a:xfrm>
        <a:prstGeom prst="round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4</a:t>
          </a:r>
        </a:p>
      </dsp:txBody>
      <dsp:txXfrm>
        <a:off x="26373" y="1218082"/>
        <a:ext cx="2875342" cy="487499"/>
      </dsp:txXfrm>
    </dsp:sp>
    <dsp:sp modelId="{58AC40F9-D044-497D-AA57-9087D2696164}">
      <dsp:nvSpPr>
        <dsp:cNvPr id="0" name=""/>
        <dsp:cNvSpPr/>
      </dsp:nvSpPr>
      <dsp:spPr>
        <a:xfrm>
          <a:off x="2928088" y="178598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217526"/>
            <a:satOff val="-3845"/>
            <a:lumOff val="-38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217526"/>
              <a:satOff val="-3845"/>
              <a:lumOff val="-3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3</a:t>
          </a:r>
        </a:p>
      </dsp:txBody>
      <dsp:txXfrm>
        <a:off x="2928088" y="1853511"/>
        <a:ext cx="4189540" cy="405183"/>
      </dsp:txXfrm>
    </dsp:sp>
    <dsp:sp modelId="{C27C9C18-FD3B-452C-B40A-0B61F972177F}">
      <dsp:nvSpPr>
        <dsp:cNvPr id="0" name=""/>
        <dsp:cNvSpPr/>
      </dsp:nvSpPr>
      <dsp:spPr>
        <a:xfrm>
          <a:off x="0" y="1785980"/>
          <a:ext cx="2928088" cy="540245"/>
        </a:xfrm>
        <a:prstGeom prst="roundRect">
          <a:avLst/>
        </a:prstGeom>
        <a:solidFill>
          <a:schemeClr val="accent5">
            <a:hueOff val="-2206003"/>
            <a:satOff val="-3068"/>
            <a:lumOff val="-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5</a:t>
          </a:r>
        </a:p>
      </dsp:txBody>
      <dsp:txXfrm>
        <a:off x="26373" y="1812353"/>
        <a:ext cx="2875342" cy="487499"/>
      </dsp:txXfrm>
    </dsp:sp>
    <dsp:sp modelId="{EF8F096D-460E-49F7-A116-422F5B43F897}">
      <dsp:nvSpPr>
        <dsp:cNvPr id="0" name=""/>
        <dsp:cNvSpPr/>
      </dsp:nvSpPr>
      <dsp:spPr>
        <a:xfrm>
          <a:off x="2928088" y="2380250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2956702"/>
            <a:satOff val="-5126"/>
            <a:lumOff val="-5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Test 1</a:t>
          </a:r>
        </a:p>
      </dsp:txBody>
      <dsp:txXfrm>
        <a:off x="2928088" y="2447781"/>
        <a:ext cx="4189540" cy="405183"/>
      </dsp:txXfrm>
    </dsp:sp>
    <dsp:sp modelId="{5F90C2C8-C3CE-49FA-ABFA-7AFCE7927A25}">
      <dsp:nvSpPr>
        <dsp:cNvPr id="0" name=""/>
        <dsp:cNvSpPr/>
      </dsp:nvSpPr>
      <dsp:spPr>
        <a:xfrm>
          <a:off x="0" y="2380250"/>
          <a:ext cx="2928088" cy="540245"/>
        </a:xfrm>
        <a:prstGeom prst="round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6</a:t>
          </a:r>
        </a:p>
      </dsp:txBody>
      <dsp:txXfrm>
        <a:off x="26373" y="2406623"/>
        <a:ext cx="2875342" cy="487499"/>
      </dsp:txXfrm>
    </dsp:sp>
    <dsp:sp modelId="{E81D3EC5-0F1E-4E4E-901E-881FA65A1312}">
      <dsp:nvSpPr>
        <dsp:cNvPr id="0" name=""/>
        <dsp:cNvSpPr/>
      </dsp:nvSpPr>
      <dsp:spPr>
        <a:xfrm>
          <a:off x="2928088" y="2974521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4</a:t>
          </a:r>
        </a:p>
      </dsp:txBody>
      <dsp:txXfrm>
        <a:off x="2928088" y="3042052"/>
        <a:ext cx="4189540" cy="405183"/>
      </dsp:txXfrm>
    </dsp:sp>
    <dsp:sp modelId="{E12AB62C-3A2D-4A23-8854-CA7E19644C5F}">
      <dsp:nvSpPr>
        <dsp:cNvPr id="0" name=""/>
        <dsp:cNvSpPr/>
      </dsp:nvSpPr>
      <dsp:spPr>
        <a:xfrm>
          <a:off x="0" y="2974521"/>
          <a:ext cx="2928088" cy="540245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7</a:t>
          </a:r>
        </a:p>
      </dsp:txBody>
      <dsp:txXfrm>
        <a:off x="26373" y="3000894"/>
        <a:ext cx="2875342" cy="487499"/>
      </dsp:txXfrm>
    </dsp:sp>
    <dsp:sp modelId="{5407D448-C137-44F1-ABD6-12062D233AA3}">
      <dsp:nvSpPr>
        <dsp:cNvPr id="0" name=""/>
        <dsp:cNvSpPr/>
      </dsp:nvSpPr>
      <dsp:spPr>
        <a:xfrm>
          <a:off x="2928088" y="356879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4435052"/>
            <a:satOff val="-7690"/>
            <a:lumOff val="-7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435052"/>
              <a:satOff val="-7690"/>
              <a:lumOff val="-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Assignment 1 Submission</a:t>
          </a:r>
        </a:p>
      </dsp:txBody>
      <dsp:txXfrm>
        <a:off x="2928088" y="3636323"/>
        <a:ext cx="4189540" cy="405183"/>
      </dsp:txXfrm>
    </dsp:sp>
    <dsp:sp modelId="{1A002683-FC55-4910-A0E2-C0BE52445E42}">
      <dsp:nvSpPr>
        <dsp:cNvPr id="0" name=""/>
        <dsp:cNvSpPr/>
      </dsp:nvSpPr>
      <dsp:spPr>
        <a:xfrm>
          <a:off x="0" y="3568792"/>
          <a:ext cx="2928088" cy="540245"/>
        </a:xfrm>
        <a:prstGeom prst="round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8</a:t>
          </a:r>
        </a:p>
      </dsp:txBody>
      <dsp:txXfrm>
        <a:off x="26373" y="3595165"/>
        <a:ext cx="2875342" cy="487499"/>
      </dsp:txXfrm>
    </dsp:sp>
    <dsp:sp modelId="{C15F72A1-CA30-4718-8ABE-0E9AEEB94F91}">
      <dsp:nvSpPr>
        <dsp:cNvPr id="0" name=""/>
        <dsp:cNvSpPr/>
      </dsp:nvSpPr>
      <dsp:spPr>
        <a:xfrm>
          <a:off x="2928088" y="4163062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174228"/>
            <a:satOff val="-8971"/>
            <a:lumOff val="-902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174228"/>
              <a:satOff val="-8971"/>
              <a:lumOff val="-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Quiz 5</a:t>
          </a:r>
        </a:p>
      </dsp:txBody>
      <dsp:txXfrm>
        <a:off x="2928088" y="4230593"/>
        <a:ext cx="4189540" cy="405183"/>
      </dsp:txXfrm>
    </dsp:sp>
    <dsp:sp modelId="{74496A56-5F0E-4F4E-9A25-53C84E225A36}">
      <dsp:nvSpPr>
        <dsp:cNvPr id="0" name=""/>
        <dsp:cNvSpPr/>
      </dsp:nvSpPr>
      <dsp:spPr>
        <a:xfrm>
          <a:off x="0" y="4163062"/>
          <a:ext cx="2928088" cy="540245"/>
        </a:xfrm>
        <a:prstGeom prst="roundRect">
          <a:avLst/>
        </a:prstGeom>
        <a:solidFill>
          <a:schemeClr val="accent5">
            <a:hueOff val="-5147341"/>
            <a:satOff val="-7160"/>
            <a:lumOff val="-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9 </a:t>
          </a:r>
        </a:p>
      </dsp:txBody>
      <dsp:txXfrm>
        <a:off x="26373" y="4189435"/>
        <a:ext cx="2875342" cy="487499"/>
      </dsp:txXfrm>
    </dsp:sp>
    <dsp:sp modelId="{F2F7E22E-1B63-4388-A653-16F006940E42}">
      <dsp:nvSpPr>
        <dsp:cNvPr id="0" name=""/>
        <dsp:cNvSpPr/>
      </dsp:nvSpPr>
      <dsp:spPr>
        <a:xfrm>
          <a:off x="2928088" y="475733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5913403"/>
            <a:satOff val="-10253"/>
            <a:lumOff val="-103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13403"/>
              <a:satOff val="-10253"/>
              <a:lumOff val="-10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Submission </a:t>
          </a:r>
        </a:p>
      </dsp:txBody>
      <dsp:txXfrm>
        <a:off x="2928088" y="4824864"/>
        <a:ext cx="4189540" cy="405183"/>
      </dsp:txXfrm>
    </dsp:sp>
    <dsp:sp modelId="{B4E7504A-9C7D-4C2E-9344-079949D53A90}">
      <dsp:nvSpPr>
        <dsp:cNvPr id="0" name=""/>
        <dsp:cNvSpPr/>
      </dsp:nvSpPr>
      <dsp:spPr>
        <a:xfrm>
          <a:off x="0" y="4757333"/>
          <a:ext cx="2928088" cy="540245"/>
        </a:xfrm>
        <a:prstGeom prst="round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10</a:t>
          </a:r>
        </a:p>
      </dsp:txBody>
      <dsp:txXfrm>
        <a:off x="26373" y="4783706"/>
        <a:ext cx="2875342" cy="487499"/>
      </dsp:txXfrm>
    </dsp:sp>
    <dsp:sp modelId="{9DB9F76B-2F1C-410F-BD1E-B86F940F166F}">
      <dsp:nvSpPr>
        <dsp:cNvPr id="0" name=""/>
        <dsp:cNvSpPr/>
      </dsp:nvSpPr>
      <dsp:spPr>
        <a:xfrm>
          <a:off x="2928088" y="5351603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6652578"/>
            <a:satOff val="-11534"/>
            <a:lumOff val="-116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652578"/>
              <a:satOff val="-11534"/>
              <a:lumOff val="-1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5419134"/>
        <a:ext cx="4189540" cy="405183"/>
      </dsp:txXfrm>
    </dsp:sp>
    <dsp:sp modelId="{2B0E8EE9-E886-4439-A549-BF231D7683E8}">
      <dsp:nvSpPr>
        <dsp:cNvPr id="0" name=""/>
        <dsp:cNvSpPr/>
      </dsp:nvSpPr>
      <dsp:spPr>
        <a:xfrm>
          <a:off x="0" y="5351603"/>
          <a:ext cx="2928088" cy="540245"/>
        </a:xfrm>
        <a:prstGeom prst="roundRect">
          <a:avLst/>
        </a:prstGeom>
        <a:solidFill>
          <a:schemeClr val="accent5">
            <a:hueOff val="-6618010"/>
            <a:satOff val="-9205"/>
            <a:lumOff val="-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11</a:t>
          </a:r>
        </a:p>
      </dsp:txBody>
      <dsp:txXfrm>
        <a:off x="26373" y="5377976"/>
        <a:ext cx="2875342" cy="487499"/>
      </dsp:txXfrm>
    </dsp:sp>
    <dsp:sp modelId="{B374596F-5455-479A-B768-E90F1D87E802}">
      <dsp:nvSpPr>
        <dsp:cNvPr id="0" name=""/>
        <dsp:cNvSpPr/>
      </dsp:nvSpPr>
      <dsp:spPr>
        <a:xfrm>
          <a:off x="2928088" y="5945874"/>
          <a:ext cx="4392132" cy="540245"/>
        </a:xfrm>
        <a:prstGeom prst="rightArrow">
          <a:avLst>
            <a:gd name="adj1" fmla="val 75000"/>
            <a:gd name="adj2" fmla="val 50000"/>
          </a:avLst>
        </a:prstGeom>
        <a:solidFill>
          <a:schemeClr val="accent5">
            <a:tint val="40000"/>
            <a:alpha val="90000"/>
            <a:hueOff val="-7391754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4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900" kern="1200" dirty="0">
              <a:latin typeface="Bahnschrift" panose="020B0502040204020203" pitchFamily="34" charset="0"/>
            </a:rPr>
            <a:t>Project Presentation</a:t>
          </a:r>
        </a:p>
      </dsp:txBody>
      <dsp:txXfrm>
        <a:off x="2928088" y="6013405"/>
        <a:ext cx="4189540" cy="405183"/>
      </dsp:txXfrm>
    </dsp:sp>
    <dsp:sp modelId="{DA8D33FB-CD74-4123-BCCF-A733026600C7}">
      <dsp:nvSpPr>
        <dsp:cNvPr id="0" name=""/>
        <dsp:cNvSpPr/>
      </dsp:nvSpPr>
      <dsp:spPr>
        <a:xfrm>
          <a:off x="0" y="5945874"/>
          <a:ext cx="2928088" cy="54024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700" kern="1200" dirty="0">
              <a:latin typeface="Bahnschrift" panose="020B0502040204020203" pitchFamily="34" charset="0"/>
            </a:rPr>
            <a:t>Week 12</a:t>
          </a:r>
        </a:p>
      </dsp:txBody>
      <dsp:txXfrm>
        <a:off x="26373" y="5972247"/>
        <a:ext cx="2875342" cy="487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D8A88-7DD7-4698-9E9D-6E0AFEEC9EFF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5AFB7-2ABE-417B-8510-D05D067B6E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2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6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3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7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38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79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3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80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2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73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B98B1-77DA-43CA-93B0-E8B97F7DD7D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02632-74A4-455E-8EDF-9AED88E91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4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diagramLayout" Target="../diagrams/layout6.xml"/><Relationship Id="rId7" Type="http://schemas.openxmlformats.org/officeDocument/2006/relationships/image" Target="../media/image17.sv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913" y="1440982"/>
            <a:ext cx="1708493" cy="35003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856278" y="1529905"/>
            <a:ext cx="118189" cy="3322547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/>
          <p:cNvSpPr txBox="1"/>
          <p:nvPr/>
        </p:nvSpPr>
        <p:spPr>
          <a:xfrm>
            <a:off x="572223" y="1533749"/>
            <a:ext cx="796583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TFB1123/TEB1073 </a:t>
            </a:r>
          </a:p>
          <a:p>
            <a:pPr algn="r"/>
            <a:r>
              <a:rPr lang="en-US" altLang="zh-CN" sz="28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ENTERPRISE RESOURCE </a:t>
            </a:r>
          </a:p>
          <a:p>
            <a:pPr algn="r"/>
            <a:r>
              <a:rPr lang="en-US" altLang="zh-CN" sz="2800" dirty="0">
                <a:solidFill>
                  <a:srgbClr val="C88B1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PLANNING (ERP) </a:t>
            </a:r>
            <a:endParaRPr lang="en-US" altLang="zh-CN" sz="2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endParaRPr lang="en-US" altLang="zh-CN" sz="4000" dirty="0">
              <a:solidFill>
                <a:srgbClr val="004B85"/>
              </a:solidFill>
              <a:latin typeface="Bahnschrift" panose="020B0502040204020203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3600" b="1" dirty="0">
                <a:solidFill>
                  <a:srgbClr val="004B85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MARKETING INFORMATION SYSTEMS AND THE SALES ORDER PROCESS</a:t>
            </a:r>
          </a:p>
          <a:p>
            <a:pPr algn="r"/>
            <a:endParaRPr lang="it-IT" sz="32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49D6A-696B-072C-E436-1FF84D434430}"/>
              </a:ext>
            </a:extLst>
          </p:cNvPr>
          <p:cNvSpPr txBox="1"/>
          <p:nvPr/>
        </p:nvSpPr>
        <p:spPr>
          <a:xfrm>
            <a:off x="2758038" y="5417018"/>
            <a:ext cx="6098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venir Next" panose="020B0503020202020204" pitchFamily="34" charset="0"/>
              </a:rPr>
              <a:t>TS. </a:t>
            </a:r>
            <a:r>
              <a:rPr lang="en-US" dirty="0">
                <a:solidFill>
                  <a:srgbClr val="000000"/>
                </a:solidFill>
                <a:latin typeface="Avenir Next" panose="020B0503020202020204" pitchFamily="34" charset="0"/>
              </a:rPr>
              <a:t>DR. HALIMATON SAADIAH BT HAKIMI</a:t>
            </a:r>
          </a:p>
          <a:p>
            <a:pPr algn="r"/>
            <a:r>
              <a:rPr lang="en-US" dirty="0">
                <a:latin typeface="Avenir Next" panose="020B0503020202020204" pitchFamily="34" charset="0"/>
              </a:rPr>
              <a:t>DEPARTMENT OF COMPUTING </a:t>
            </a:r>
            <a:br>
              <a:rPr lang="en-US" dirty="0">
                <a:latin typeface="Avenir Next" panose="020B0503020202020204" pitchFamily="34" charset="0"/>
              </a:rPr>
            </a:br>
            <a:r>
              <a:rPr lang="en-US" dirty="0">
                <a:latin typeface="Avenir Next" panose="020B0503020202020204" pitchFamily="34" charset="0"/>
              </a:rPr>
              <a:t>FACULTY OF SCIENCE, MANAGEMENT &amp; COMPUTING</a:t>
            </a:r>
          </a:p>
          <a:p>
            <a:pPr algn="r"/>
            <a:endParaRPr lang="en-US" dirty="0">
              <a:latin typeface="Avenir N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928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53988" y="320041"/>
            <a:ext cx="6707084" cy="38926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Chapter Objective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404" y="320040"/>
            <a:ext cx="2964639" cy="5899785"/>
          </a:xfrm>
          <a:prstGeom prst="rect">
            <a:avLst/>
          </a:prstGeom>
        </p:spPr>
      </p:pic>
      <p:sp>
        <p:nvSpPr>
          <p:cNvPr id="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8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81F0-B543-98DF-FBB0-1896351EE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431D57-BC41-D55F-F5B5-26A26993478D}"/>
              </a:ext>
            </a:extLst>
          </p:cNvPr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2C569-B42A-9661-4C69-C27CE498C817}"/>
              </a:ext>
            </a:extLst>
          </p:cNvPr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7EAA49-B7EC-1F08-8332-C5374B7E55D6}"/>
              </a:ext>
            </a:extLst>
          </p:cNvPr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1082E-099E-BF29-4C58-B3061B489B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2E11D31-679A-3F73-68B6-75456306D219}"/>
              </a:ext>
            </a:extLst>
          </p:cNvPr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Overview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26161C-2B52-400F-3FB0-ADD57ECD8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2" y="-4"/>
            <a:ext cx="27432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86774A5-21A1-DFF7-B8A7-2823B8866EF3}"/>
              </a:ext>
            </a:extLst>
          </p:cNvPr>
          <p:cNvSpPr txBox="1"/>
          <p:nvPr/>
        </p:nvSpPr>
        <p:spPr>
          <a:xfrm>
            <a:off x="558765" y="1779926"/>
            <a:ext cx="81280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dirty="0"/>
              <a:t>ERP integrates marketing, sales, inventory, warehouse, and accounting into one centralized system for faster and more accurate business operations.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3762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BDF55-F76B-A15B-B86F-85891A50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617D7E6F-E45E-E664-2C45-1E517D751DA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2887" y="1331299"/>
          <a:ext cx="11949113" cy="4839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ED2BDC9-E41C-088C-634C-FEAF786A353C}"/>
              </a:ext>
            </a:extLst>
          </p:cNvPr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A17447-BDA5-3F61-8F74-7775EE5075E0}"/>
              </a:ext>
            </a:extLst>
          </p:cNvPr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3D609-9275-F288-91FA-652E36C9307B}"/>
              </a:ext>
            </a:extLst>
          </p:cNvPr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4728F-2F22-84B9-1790-798314B2FE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18856F6-BA86-4EDE-8D75-0B587183775E}"/>
              </a:ext>
            </a:extLst>
          </p:cNvPr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Objective</a:t>
            </a:r>
          </a:p>
        </p:txBody>
      </p:sp>
    </p:spTree>
    <p:extLst>
      <p:ext uri="{BB962C8B-B14F-4D97-AF65-F5344CB8AC3E}">
        <p14:creationId xmlns:p14="http://schemas.microsoft.com/office/powerpoint/2010/main" val="39182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BF8D-82FB-9267-89C3-62356F35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5">
            <a:extLst>
              <a:ext uri="{FF2B5EF4-FFF2-40B4-BE49-F238E27FC236}">
                <a16:creationId xmlns:a16="http://schemas.microsoft.com/office/drawing/2014/main" id="{AF16E7AC-820A-722B-E2AC-F781753296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2887" y="1331299"/>
          <a:ext cx="11949113" cy="4839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B63D3D6-1D59-0279-3853-1B9C41C3E9B1}"/>
              </a:ext>
            </a:extLst>
          </p:cNvPr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DD2479-65CD-6D44-499F-7000B5346814}"/>
              </a:ext>
            </a:extLst>
          </p:cNvPr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7E2D6-3770-8AF4-8CE3-B29CF6D7A5DF}"/>
              </a:ext>
            </a:extLst>
          </p:cNvPr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43AC33-A46A-2D6F-ECFE-9F6EE582AE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B20FF4-E7D2-3B53-48F9-36F37422A2B3}"/>
              </a:ext>
            </a:extLst>
          </p:cNvPr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3623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20EC2-7401-EF69-F048-28AC1ADDE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4817F-732C-D987-F460-CE7947F3A525}"/>
              </a:ext>
            </a:extLst>
          </p:cNvPr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E1AC5-ADAA-0B1E-2BF4-F24157F83328}"/>
              </a:ext>
            </a:extLst>
          </p:cNvPr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F92E2-FD2D-5FD6-3F54-8797C4FF308D}"/>
              </a:ext>
            </a:extLst>
          </p:cNvPr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EEFDEE-B60A-4E4F-BC6B-1B1FC72649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D4E3B05-76C2-1ECE-4C0E-F83F270D4303}"/>
              </a:ext>
            </a:extLst>
          </p:cNvPr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Automation ERP Tools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15C6D2-5401-8CDB-21D8-D4D63840ED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863257"/>
              </p:ext>
            </p:extLst>
          </p:nvPr>
        </p:nvGraphicFramePr>
        <p:xfrm>
          <a:off x="164527" y="1178761"/>
          <a:ext cx="11773473" cy="541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23713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BE48-DFF2-D607-1A6A-F9F1DB78B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DB8A-05F4-D1C6-A231-68EC44AE2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BDE1-13B4-76ED-64F0-6F7D2A56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BA4A1-623B-D128-3397-FC33C1C5B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52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64527" y="3261593"/>
            <a:ext cx="11949113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Bahnschrift" panose="020B0502040204020203" pitchFamily="34" charset="0"/>
              </a:rPr>
              <a:t>This course provides a comprehensive introduction to </a:t>
            </a:r>
            <a:r>
              <a:rPr lang="en-US" b="1" dirty="0">
                <a:latin typeface="Bahnschrift" panose="020B0502040204020203" pitchFamily="34" charset="0"/>
              </a:rPr>
              <a:t>Enterprise Resource Planning (ERP)</a:t>
            </a:r>
            <a:r>
              <a:rPr lang="en-US" dirty="0">
                <a:latin typeface="Bahnschrift" panose="020B0502040204020203" pitchFamily="34" charset="0"/>
              </a:rPr>
              <a:t> systems — integrated platforms used by organizations to manage business operations across departments in a unified manner. </a:t>
            </a:r>
          </a:p>
          <a:p>
            <a:pPr algn="just"/>
            <a:r>
              <a:rPr lang="en-US" dirty="0">
                <a:latin typeface="Bahnschrift" panose="020B0502040204020203" pitchFamily="34" charset="0"/>
              </a:rPr>
              <a:t>Students will explore the </a:t>
            </a:r>
            <a:r>
              <a:rPr lang="en-US" b="1" dirty="0">
                <a:latin typeface="Bahnschrift" panose="020B0502040204020203" pitchFamily="34" charset="0"/>
              </a:rPr>
              <a:t>core concepts, functionalities, and modules</a:t>
            </a:r>
            <a:r>
              <a:rPr lang="en-US" dirty="0">
                <a:latin typeface="Bahnschrift" panose="020B0502040204020203" pitchFamily="34" charset="0"/>
              </a:rPr>
              <a:t> of ERP systems, and understand how ERP supports </a:t>
            </a:r>
            <a:r>
              <a:rPr lang="en-US" b="1" dirty="0">
                <a:latin typeface="Bahnschrift" panose="020B0502040204020203" pitchFamily="34" charset="0"/>
              </a:rPr>
              <a:t>process integration, operational efficiency, and data-driven decision-making</a:t>
            </a:r>
            <a:r>
              <a:rPr lang="en-US" dirty="0">
                <a:latin typeface="Bahnschrift" panose="020B0502040204020203" pitchFamily="34" charset="0"/>
              </a:rPr>
              <a:t>.</a:t>
            </a:r>
            <a:endParaRPr lang="en-MY" sz="4000" dirty="0">
              <a:latin typeface="Bahnschrift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Synopsis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5F3C2-EF80-B6D0-460D-249B20DA9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1189216"/>
            <a:ext cx="2030680" cy="20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5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0"/>
            <a:ext cx="9144000" cy="10001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6543676" y="-4648193"/>
            <a:ext cx="1000127" cy="10296522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Museo Sans 700" panose="02000000000000000000" pitchFamily="50" charset="0"/>
            </a:endParaRPr>
          </a:p>
        </p:txBody>
      </p:sp>
      <p:sp>
        <p:nvSpPr>
          <p:cNvPr id="3" name="Rectangle 2"/>
          <p:cNvSpPr/>
          <p:nvPr/>
        </p:nvSpPr>
        <p:spPr>
          <a:xfrm rot="5400000">
            <a:off x="6054303" y="-5095871"/>
            <a:ext cx="83391" cy="12192000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Museo Sans 700" panose="02000000000000000000" pitchFamily="50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7" y="167808"/>
            <a:ext cx="1600335" cy="653689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2044701" y="260439"/>
            <a:ext cx="10045700" cy="4085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  <a:latin typeface="Trajan Pro 3" panose="02020502050503020301" pitchFamily="18" charset="0"/>
              </a:rPr>
              <a:t>Course Learning Outcomes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705FE86-3D0D-A1F3-5F63-80835D5A7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3613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1740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Topics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33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16F3FC-24F5-DB0F-B6A9-F60CEA679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066596"/>
              </p:ext>
            </p:extLst>
          </p:nvPr>
        </p:nvGraphicFramePr>
        <p:xfrm>
          <a:off x="560439" y="881728"/>
          <a:ext cx="10793361" cy="5209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476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 Timetable &amp; Planner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87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C93B2CA-00EE-9763-CC9D-C3BC8DE5C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68190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aphic 5" descr="Teacher with solid fill">
            <a:extLst>
              <a:ext uri="{FF2B5EF4-FFF2-40B4-BE49-F238E27FC236}">
                <a16:creationId xmlns:a16="http://schemas.microsoft.com/office/drawing/2014/main" id="{7F2A6384-9686-5CC6-260B-5878495B5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077" y="719666"/>
            <a:ext cx="914400" cy="914400"/>
          </a:xfrm>
          <a:prstGeom prst="rect">
            <a:avLst/>
          </a:prstGeom>
        </p:spPr>
      </p:pic>
      <p:pic>
        <p:nvPicPr>
          <p:cNvPr id="8" name="Graphic 7" descr="Programmer male with solid fill">
            <a:extLst>
              <a:ext uri="{FF2B5EF4-FFF2-40B4-BE49-F238E27FC236}">
                <a16:creationId xmlns:a16="http://schemas.microsoft.com/office/drawing/2014/main" id="{39A250B1-FAD5-E0BF-4D64-846FECC2B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077" y="328151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3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5D9E57-1E9F-452E-2BED-FA22575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rgbClr val="FFFFFF"/>
                </a:solidFill>
                <a:latin typeface="Bahnschrift" panose="020B0502040204020203" pitchFamily="34" charset="0"/>
              </a:rPr>
              <a:t>Course Planner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1D7B6E3-56EE-5CC5-D748-9400E7F953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3231003"/>
              </p:ext>
            </p:extLst>
          </p:nvPr>
        </p:nvGraphicFramePr>
        <p:xfrm>
          <a:off x="4581727" y="176981"/>
          <a:ext cx="7320221" cy="648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1077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4314" y="2708349"/>
            <a:ext cx="10140197" cy="2819400"/>
          </a:xfrm>
        </p:spPr>
        <p:txBody>
          <a:bodyPr>
            <a:normAutofit/>
          </a:bodyPr>
          <a:lstStyle/>
          <a:p>
            <a:r>
              <a:rPr lang="en-MY" sz="6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Coursework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202" y="326090"/>
            <a:ext cx="153494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61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6B37367-E301-6ED3-11CB-4A67015EC2CC}"/>
              </a:ext>
            </a:extLst>
          </p:cNvPr>
          <p:cNvGrpSpPr/>
          <p:nvPr/>
        </p:nvGrpSpPr>
        <p:grpSpPr>
          <a:xfrm>
            <a:off x="1301150" y="691527"/>
            <a:ext cx="10091143" cy="5661771"/>
            <a:chOff x="1301150" y="691527"/>
            <a:chExt cx="10091143" cy="566177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A7451C-DFF9-E25D-EF95-F74DC5725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1150" y="691527"/>
              <a:ext cx="10091143" cy="566177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4AB161-76E9-7C76-A8F8-C9C9BC7E6610}"/>
                </a:ext>
              </a:extLst>
            </p:cNvPr>
            <p:cNvSpPr txBox="1"/>
            <p:nvPr/>
          </p:nvSpPr>
          <p:spPr>
            <a:xfrm>
              <a:off x="9262754" y="2403501"/>
              <a:ext cx="985652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BEB131-427F-3855-D5EC-A8FF83F55CC8}"/>
                </a:ext>
              </a:extLst>
            </p:cNvPr>
            <p:cNvSpPr txBox="1"/>
            <p:nvPr/>
          </p:nvSpPr>
          <p:spPr>
            <a:xfrm>
              <a:off x="9262754" y="4770750"/>
              <a:ext cx="985652" cy="707886"/>
            </a:xfrm>
            <a:prstGeom prst="rect">
              <a:avLst/>
            </a:prstGeom>
            <a:solidFill>
              <a:srgbClr val="B8CCE4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ACF9D3-38C8-9239-E9C1-C4FDA5BF0129}"/>
                </a:ext>
              </a:extLst>
            </p:cNvPr>
            <p:cNvSpPr txBox="1"/>
            <p:nvPr/>
          </p:nvSpPr>
          <p:spPr>
            <a:xfrm>
              <a:off x="9149938" y="5531246"/>
              <a:ext cx="1211284" cy="707886"/>
            </a:xfrm>
            <a:prstGeom prst="rect">
              <a:avLst/>
            </a:prstGeom>
            <a:solidFill>
              <a:srgbClr val="DBE5F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4000" b="1" dirty="0"/>
                <a:t>50%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150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Final Examination Eligibility</a:t>
            </a:r>
            <a:endParaRPr lang="en-MY" dirty="0">
              <a:latin typeface="Bahnschrift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Eligibility to sit for the final examination are as follows. 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Registered for the course</a:t>
            </a:r>
          </a:p>
          <a:p>
            <a:pPr lvl="1"/>
            <a:r>
              <a:rPr lang="en-US" sz="3600" dirty="0">
                <a:solidFill>
                  <a:schemeClr val="tx2"/>
                </a:solidFill>
                <a:latin typeface="Bahnschrift" panose="020B0502040204020203" pitchFamily="34" charset="0"/>
              </a:rPr>
              <a:t>Fulfilled the minimum attendance requirement (90% attendance)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206981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B296-5320-68CD-BEBE-3D3BA5DA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Bahnschrift" panose="020B0502040204020203" pitchFamily="34" charset="0"/>
              </a:rPr>
              <a:t>Condition for Passing a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0C56-1CF6-5B4B-8E00-51714D30B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coursework (CW) </a:t>
            </a:r>
            <a:r>
              <a:rPr lang="en-US" sz="4000" dirty="0">
                <a:latin typeface="Bahnschrift" panose="020B0502040204020203" pitchFamily="34" charset="0"/>
              </a:rPr>
              <a:t>component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For courses with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Final Examination</a:t>
            </a:r>
            <a:r>
              <a:rPr lang="en-US" sz="4000" dirty="0">
                <a:latin typeface="Bahnschrift" panose="020B0502040204020203" pitchFamily="34" charset="0"/>
              </a:rPr>
              <a:t>, 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dirty="0">
                <a:latin typeface="Bahnschrift" panose="020B0502040204020203" pitchFamily="34" charset="0"/>
              </a:rPr>
              <a:t> mark on Final Examination component.</a:t>
            </a:r>
          </a:p>
          <a:p>
            <a:r>
              <a:rPr lang="en-US" sz="4000" dirty="0">
                <a:latin typeface="Bahnschrift" panose="020B0502040204020203" pitchFamily="34" charset="0"/>
              </a:rPr>
              <a:t>Achieve a minimum of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40%</a:t>
            </a:r>
            <a:r>
              <a:rPr lang="en-US" sz="4000" b="1" dirty="0">
                <a:solidFill>
                  <a:srgbClr val="D08E0C"/>
                </a:solidFill>
                <a:latin typeface="Bahnschrift" panose="020B0502040204020203" pitchFamily="34" charset="0"/>
              </a:rPr>
              <a:t> </a:t>
            </a:r>
            <a:r>
              <a:rPr lang="en-US" sz="4000" dirty="0">
                <a:latin typeface="Bahnschrift" panose="020B0502040204020203" pitchFamily="34" charset="0"/>
              </a:rPr>
              <a:t>marks for combined </a:t>
            </a:r>
            <a:r>
              <a:rPr lang="en-US" sz="4000" b="1" dirty="0">
                <a:solidFill>
                  <a:schemeClr val="accent5"/>
                </a:solidFill>
                <a:latin typeface="Bahnschrift" panose="020B0502040204020203" pitchFamily="34" charset="0"/>
              </a:rPr>
              <a:t>both components </a:t>
            </a:r>
            <a:r>
              <a:rPr lang="en-US" sz="4000" dirty="0">
                <a:latin typeface="Bahnschrift" panose="020B0502040204020203" pitchFamily="34" charset="0"/>
              </a:rPr>
              <a:t>i.e. coursework and final examination components, for courses with final examination.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23441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5137780" y="1123100"/>
            <a:ext cx="71751" cy="10347316"/>
          </a:xfrm>
          <a:prstGeom prst="rect">
            <a:avLst/>
          </a:prstGeom>
          <a:solidFill>
            <a:srgbClr val="004B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/>
          <p:cNvSpPr/>
          <p:nvPr/>
        </p:nvSpPr>
        <p:spPr>
          <a:xfrm rot="5400000">
            <a:off x="11246167" y="5386802"/>
            <a:ext cx="70100" cy="1821565"/>
          </a:xfrm>
          <a:prstGeom prst="rect">
            <a:avLst/>
          </a:prstGeom>
          <a:solidFill>
            <a:srgbClr val="D08E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4057513" y="3646461"/>
            <a:ext cx="40769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500" spc="-23" dirty="0">
                <a:solidFill>
                  <a:srgbClr val="004B85"/>
                </a:solidFill>
                <a:latin typeface="Trajan Pro 3" panose="02020502050503020301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12" y="856955"/>
            <a:ext cx="5538577" cy="2613441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486EF194-5755-EE7E-90D6-9FC063183FE5}"/>
              </a:ext>
            </a:extLst>
          </p:cNvPr>
          <p:cNvSpPr txBox="1">
            <a:spLocks/>
          </p:cNvSpPr>
          <p:nvPr/>
        </p:nvSpPr>
        <p:spPr>
          <a:xfrm>
            <a:off x="781050" y="6332634"/>
            <a:ext cx="10347317" cy="55399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7490" algn="ctr" fontAlgn="base">
              <a:buNone/>
            </a:pPr>
            <a:r>
              <a:rPr lang="en-US" sz="1000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© 2026 INSTITUTE OF TECHNOLOGY PETRONAS SDN BHD </a:t>
            </a:r>
            <a:endParaRPr lang="en-MY" sz="1100" dirty="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7490" algn="ctr" fontAlgn="base">
              <a:buNone/>
            </a:pPr>
            <a:r>
              <a:rPr lang="en-US" sz="1000" kern="12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rights reserved. No part of this document may be reproduced, stored in a retrieval system or transmitted in any form or by any means (electronic, mechanical, photocopying, recording or otherwise) without the permission of the copyright owner.</a:t>
            </a:r>
            <a:endParaRPr lang="en-MY" sz="1100" dirty="0">
              <a:effectLst/>
              <a:latin typeface="Museo Sans 300" panose="02000000000000000000" pitchFamily="50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00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564C74F618614CA838BA6D6D72AB6C" ma:contentTypeVersion="5" ma:contentTypeDescription="Create a new document." ma:contentTypeScope="" ma:versionID="6d5f4807e556fbe766768ee3e6e64d73">
  <xsd:schema xmlns:xsd="http://www.w3.org/2001/XMLSchema" xmlns:xs="http://www.w3.org/2001/XMLSchema" xmlns:p="http://schemas.microsoft.com/office/2006/metadata/properties" xmlns:ns2="61210c74-7046-444b-9e6c-7757b62ea557" targetNamespace="http://schemas.microsoft.com/office/2006/metadata/properties" ma:root="true" ma:fieldsID="f9ebc22d833cc31d435be24bad7c7d13" ns2:_="">
    <xsd:import namespace="61210c74-7046-444b-9e6c-7757b62ea55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210c74-7046-444b-9e6c-7757b62ea55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3FAC59-1CA7-494F-B616-D70CA0C98D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210c74-7046-444b-9e6c-7757b62ea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EA625B-6013-4BB0-9FC0-0AF64B8AB404}">
  <ds:schemaRefs>
    <ds:schemaRef ds:uri="http://schemas.microsoft.com/office/2006/metadata/properties"/>
    <ds:schemaRef ds:uri="http://schemas.microsoft.com/office/infopath/2007/PartnerControls"/>
    <ds:schemaRef ds:uri="20f530ef-62ef-45c7-9447-b79b2565236f"/>
    <ds:schemaRef ds:uri="c99d0963-83e2-4751-a296-e71a3cedf0a6"/>
  </ds:schemaRefs>
</ds:datastoreItem>
</file>

<file path=customXml/itemProps3.xml><?xml version="1.0" encoding="utf-8"?>
<ds:datastoreItem xmlns:ds="http://schemas.openxmlformats.org/officeDocument/2006/customXml" ds:itemID="{D913C922-979A-4F52-B830-B13B43E042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5280</TotalTime>
  <Words>695</Words>
  <Application>Microsoft Macintosh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Avenir Next</vt:lpstr>
      <vt:lpstr>Bahnschrift</vt:lpstr>
      <vt:lpstr>Calibri</vt:lpstr>
      <vt:lpstr>Calibri Light</vt:lpstr>
      <vt:lpstr>Museo Sans 300</vt:lpstr>
      <vt:lpstr>Museo Sans 700</vt:lpstr>
      <vt:lpstr>Trajan Pro 3</vt:lpstr>
      <vt:lpstr>Office Theme</vt:lpstr>
      <vt:lpstr>PowerPoint Presentation</vt:lpstr>
      <vt:lpstr>Chapter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Course Topics</vt:lpstr>
      <vt:lpstr>PowerPoint Presentation</vt:lpstr>
      <vt:lpstr>Course Timetable &amp; Planner</vt:lpstr>
      <vt:lpstr>PowerPoint Presentation</vt:lpstr>
      <vt:lpstr>Course Planner</vt:lpstr>
      <vt:lpstr>Coursework </vt:lpstr>
      <vt:lpstr>PowerPoint Presentation</vt:lpstr>
      <vt:lpstr>Final Examination Eligibility</vt:lpstr>
      <vt:lpstr>Condition for Passing a Course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NAZLEENI HARON</dc:creator>
  <cp:lastModifiedBy>Halimaton Saadiah Bt Hakimi - Ts Dr (FSMC/UTP)</cp:lastModifiedBy>
  <cp:revision>163</cp:revision>
  <dcterms:created xsi:type="dcterms:W3CDTF">2016-08-05T21:30:10Z</dcterms:created>
  <dcterms:modified xsi:type="dcterms:W3CDTF">2026-05-07T01:37:01Z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0x010100AF564C74F618614CA838BA6D6D72AB6C</vt:lpwstr>
  </property>
</Properties>
</file>