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09" r:id="rId2"/>
    <p:sldMasterId id="2147483741" r:id="rId3"/>
  </p:sldMasterIdLst>
  <p:notesMasterIdLst>
    <p:notesMasterId r:id="rId45"/>
  </p:notesMasterIdLst>
  <p:sldIdLst>
    <p:sldId id="285" r:id="rId4"/>
    <p:sldId id="267" r:id="rId5"/>
    <p:sldId id="269" r:id="rId6"/>
    <p:sldId id="405" r:id="rId7"/>
    <p:sldId id="406" r:id="rId8"/>
    <p:sldId id="436" r:id="rId9"/>
    <p:sldId id="435" r:id="rId10"/>
    <p:sldId id="444" r:id="rId11"/>
    <p:sldId id="467" r:id="rId12"/>
    <p:sldId id="468" r:id="rId13"/>
    <p:sldId id="469" r:id="rId14"/>
    <p:sldId id="470" r:id="rId15"/>
    <p:sldId id="471" r:id="rId16"/>
    <p:sldId id="472" r:id="rId17"/>
    <p:sldId id="473" r:id="rId18"/>
    <p:sldId id="474" r:id="rId19"/>
    <p:sldId id="475" r:id="rId20"/>
    <p:sldId id="443" r:id="rId21"/>
    <p:sldId id="476" r:id="rId22"/>
    <p:sldId id="478" r:id="rId23"/>
    <p:sldId id="481" r:id="rId24"/>
    <p:sldId id="445" r:id="rId25"/>
    <p:sldId id="482" r:id="rId26"/>
    <p:sldId id="477" r:id="rId27"/>
    <p:sldId id="460" r:id="rId28"/>
    <p:sldId id="484" r:id="rId29"/>
    <p:sldId id="480" r:id="rId30"/>
    <p:sldId id="256" r:id="rId31"/>
    <p:sldId id="257" r:id="rId32"/>
    <p:sldId id="258" r:id="rId33"/>
    <p:sldId id="259" r:id="rId34"/>
    <p:sldId id="260" r:id="rId35"/>
    <p:sldId id="261" r:id="rId36"/>
    <p:sldId id="262" r:id="rId37"/>
    <p:sldId id="486" r:id="rId38"/>
    <p:sldId id="487" r:id="rId39"/>
    <p:sldId id="488" r:id="rId40"/>
    <p:sldId id="489" r:id="rId41"/>
    <p:sldId id="479" r:id="rId42"/>
    <p:sldId id="410" r:id="rId43"/>
    <p:sldId id="42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D403FB7-EF22-4211-B94D-E94FE4BDD63E}">
          <p14:sldIdLst>
            <p14:sldId id="285"/>
            <p14:sldId id="267"/>
            <p14:sldId id="269"/>
            <p14:sldId id="405"/>
            <p14:sldId id="406"/>
            <p14:sldId id="436"/>
            <p14:sldId id="435"/>
            <p14:sldId id="444"/>
            <p14:sldId id="467"/>
            <p14:sldId id="468"/>
            <p14:sldId id="469"/>
            <p14:sldId id="470"/>
            <p14:sldId id="471"/>
            <p14:sldId id="472"/>
            <p14:sldId id="473"/>
            <p14:sldId id="474"/>
            <p14:sldId id="475"/>
            <p14:sldId id="443"/>
            <p14:sldId id="476"/>
            <p14:sldId id="478"/>
            <p14:sldId id="481"/>
            <p14:sldId id="445"/>
            <p14:sldId id="482"/>
            <p14:sldId id="477"/>
            <p14:sldId id="460"/>
            <p14:sldId id="484"/>
            <p14:sldId id="480"/>
            <p14:sldId id="256"/>
            <p14:sldId id="257"/>
            <p14:sldId id="258"/>
            <p14:sldId id="259"/>
            <p14:sldId id="260"/>
            <p14:sldId id="261"/>
            <p14:sldId id="262"/>
            <p14:sldId id="486"/>
            <p14:sldId id="487"/>
            <p14:sldId id="488"/>
            <p14:sldId id="489"/>
            <p14:sldId id="479"/>
            <p14:sldId id="410"/>
            <p14:sldId id="428"/>
          </p14:sldIdLst>
        </p14:section>
      </p14:sectionLst>
    </p:ext>
    <p:ext uri="{EFAFB233-063F-42B5-8137-9DF3F51BA10A}">
      <p15:sldGuideLst xmlns:p15="http://schemas.microsoft.com/office/powerpoint/2012/main">
        <p15:guide id="1" orient="horz" pos="2137" userDrawn="1">
          <p15:clr>
            <a:srgbClr val="FBAE40"/>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ur Syafiqah Zamri" initials="NSZ"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664"/>
    <a:srgbClr val="506CAF"/>
    <a:srgbClr val="C88B11"/>
    <a:srgbClr val="D08E0C"/>
    <a:srgbClr val="215F9A"/>
    <a:srgbClr val="FF9933"/>
    <a:srgbClr val="CC2706"/>
    <a:srgbClr val="FDBFF0"/>
    <a:srgbClr val="FB75DE"/>
    <a:srgbClr val="004B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5FE99D-A33A-4604-ABD5-61655C13BFFB}" v="242" dt="2025-07-21T00:16:46.4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5499" autoAdjust="0"/>
  </p:normalViewPr>
  <p:slideViewPr>
    <p:cSldViewPr snapToGrid="0">
      <p:cViewPr varScale="1">
        <p:scale>
          <a:sx n="44" d="100"/>
          <a:sy n="44" d="100"/>
        </p:scale>
        <p:origin x="1452" y="44"/>
      </p:cViewPr>
      <p:guideLst>
        <p:guide orient="horz" pos="2137"/>
        <p:guide pos="384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55" Type="http://schemas.openxmlformats.org/officeDocument/2006/relationships/customXml" Target="../customXml/item3.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3" Type="http://schemas.openxmlformats.org/officeDocument/2006/relationships/customXml" Target="../customXml/item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 Id="rId51" Type="http://schemas.microsoft.com/office/2016/11/relationships/changesInfo" Target="changesInfos/changesInfo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commentAuthors" Target="commentAuthor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zleeni Samiha Bt Haron (FSMC/UTP)" userId="6f0dd0b6-d3d5-4dab-a78a-2c1a9cfb6296" providerId="ADAL" clId="{CE5FE99D-A33A-4604-ABD5-61655C13BFFB}"/>
    <pc:docChg chg="undo custSel addSld delSld modSld sldOrd modSection">
      <pc:chgData name="Nazleeni Samiha Bt Haron (FSMC/UTP)" userId="6f0dd0b6-d3d5-4dab-a78a-2c1a9cfb6296" providerId="ADAL" clId="{CE5FE99D-A33A-4604-ABD5-61655C13BFFB}" dt="2025-07-21T00:23:36.797" v="1277" actId="1076"/>
      <pc:docMkLst>
        <pc:docMk/>
      </pc:docMkLst>
      <pc:sldChg chg="addSp delSp modSp add mod">
        <pc:chgData name="Nazleeni Samiha Bt Haron (FSMC/UTP)" userId="6f0dd0b6-d3d5-4dab-a78a-2c1a9cfb6296" providerId="ADAL" clId="{CE5FE99D-A33A-4604-ABD5-61655C13BFFB}" dt="2025-07-20T23:34:37.052" v="1136" actId="1076"/>
        <pc:sldMkLst>
          <pc:docMk/>
          <pc:sldMk cId="0" sldId="256"/>
        </pc:sldMkLst>
        <pc:spChg chg="mod">
          <ac:chgData name="Nazleeni Samiha Bt Haron (FSMC/UTP)" userId="6f0dd0b6-d3d5-4dab-a78a-2c1a9cfb6296" providerId="ADAL" clId="{CE5FE99D-A33A-4604-ABD5-61655C13BFFB}" dt="2025-07-20T23:31:02.417" v="1082" actId="207"/>
          <ac:spMkLst>
            <pc:docMk/>
            <pc:sldMk cId="0" sldId="256"/>
            <ac:spMk id="2" creationId="{00000000-0000-0000-0000-000000000000}"/>
          </ac:spMkLst>
        </pc:spChg>
        <pc:spChg chg="mod">
          <ac:chgData name="Nazleeni Samiha Bt Haron (FSMC/UTP)" userId="6f0dd0b6-d3d5-4dab-a78a-2c1a9cfb6296" providerId="ADAL" clId="{CE5FE99D-A33A-4604-ABD5-61655C13BFFB}" dt="2025-07-20T23:30:59.072" v="1080" actId="207"/>
          <ac:spMkLst>
            <pc:docMk/>
            <pc:sldMk cId="0" sldId="256"/>
            <ac:spMk id="3" creationId="{00000000-0000-0000-0000-000000000000}"/>
          </ac:spMkLst>
        </pc:spChg>
        <pc:picChg chg="add del mod">
          <ac:chgData name="Nazleeni Samiha Bt Haron (FSMC/UTP)" userId="6f0dd0b6-d3d5-4dab-a78a-2c1a9cfb6296" providerId="ADAL" clId="{CE5FE99D-A33A-4604-ABD5-61655C13BFFB}" dt="2025-07-20T23:29:29.806" v="1071" actId="478"/>
          <ac:picMkLst>
            <pc:docMk/>
            <pc:sldMk cId="0" sldId="256"/>
            <ac:picMk id="5" creationId="{4C8F9094-B411-188F-E5B4-221CAD40CF26}"/>
          </ac:picMkLst>
        </pc:picChg>
        <pc:picChg chg="add mod modCrop">
          <ac:chgData name="Nazleeni Samiha Bt Haron (FSMC/UTP)" userId="6f0dd0b6-d3d5-4dab-a78a-2c1a9cfb6296" providerId="ADAL" clId="{CE5FE99D-A33A-4604-ABD5-61655C13BFFB}" dt="2025-07-20T23:34:37.052" v="1136" actId="1076"/>
          <ac:picMkLst>
            <pc:docMk/>
            <pc:sldMk cId="0" sldId="256"/>
            <ac:picMk id="6" creationId="{8F68E82F-5556-6152-29BB-A5FC416518BD}"/>
          </ac:picMkLst>
        </pc:picChg>
      </pc:sldChg>
      <pc:sldChg chg="addSp modSp add mod modClrScheme chgLayout">
        <pc:chgData name="Nazleeni Samiha Bt Haron (FSMC/UTP)" userId="6f0dd0b6-d3d5-4dab-a78a-2c1a9cfb6296" providerId="ADAL" clId="{CE5FE99D-A33A-4604-ABD5-61655C13BFFB}" dt="2025-07-20T23:34:20.037" v="1132" actId="255"/>
        <pc:sldMkLst>
          <pc:docMk/>
          <pc:sldMk cId="0" sldId="257"/>
        </pc:sldMkLst>
        <pc:spChg chg="mod">
          <ac:chgData name="Nazleeni Samiha Bt Haron (FSMC/UTP)" userId="6f0dd0b6-d3d5-4dab-a78a-2c1a9cfb6296" providerId="ADAL" clId="{CE5FE99D-A33A-4604-ABD5-61655C13BFFB}" dt="2025-07-20T23:33:34.036" v="1124" actId="962"/>
          <ac:spMkLst>
            <pc:docMk/>
            <pc:sldMk cId="0" sldId="257"/>
            <ac:spMk id="2" creationId="{00000000-0000-0000-0000-000000000000}"/>
          </ac:spMkLst>
        </pc:spChg>
        <pc:spChg chg="mod">
          <ac:chgData name="Nazleeni Samiha Bt Haron (FSMC/UTP)" userId="6f0dd0b6-d3d5-4dab-a78a-2c1a9cfb6296" providerId="ADAL" clId="{CE5FE99D-A33A-4604-ABD5-61655C13BFFB}" dt="2025-07-20T23:34:20.037" v="1132" actId="255"/>
          <ac:spMkLst>
            <pc:docMk/>
            <pc:sldMk cId="0" sldId="257"/>
            <ac:spMk id="3" creationId="{00000000-0000-0000-0000-000000000000}"/>
          </ac:spMkLst>
        </pc:spChg>
        <pc:picChg chg="add mod">
          <ac:chgData name="Nazleeni Samiha Bt Haron (FSMC/UTP)" userId="6f0dd0b6-d3d5-4dab-a78a-2c1a9cfb6296" providerId="ADAL" clId="{CE5FE99D-A33A-4604-ABD5-61655C13BFFB}" dt="2025-07-20T23:33:43.482" v="1128" actId="14100"/>
          <ac:picMkLst>
            <pc:docMk/>
            <pc:sldMk cId="0" sldId="257"/>
            <ac:picMk id="4" creationId="{0257B82B-F2D9-F287-7D15-2FA0BB6079B3}"/>
          </ac:picMkLst>
        </pc:picChg>
      </pc:sldChg>
      <pc:sldChg chg="addSp modSp add mod modClrScheme chgLayout">
        <pc:chgData name="Nazleeni Samiha Bt Haron (FSMC/UTP)" userId="6f0dd0b6-d3d5-4dab-a78a-2c1a9cfb6296" providerId="ADAL" clId="{CE5FE99D-A33A-4604-ABD5-61655C13BFFB}" dt="2025-07-20T23:37:44.740" v="1166" actId="123"/>
        <pc:sldMkLst>
          <pc:docMk/>
          <pc:sldMk cId="0" sldId="258"/>
        </pc:sldMkLst>
        <pc:spChg chg="mod">
          <ac:chgData name="Nazleeni Samiha Bt Haron (FSMC/UTP)" userId="6f0dd0b6-d3d5-4dab-a78a-2c1a9cfb6296" providerId="ADAL" clId="{CE5FE99D-A33A-4604-ABD5-61655C13BFFB}" dt="2025-07-20T23:36:26.556" v="1147" actId="207"/>
          <ac:spMkLst>
            <pc:docMk/>
            <pc:sldMk cId="0" sldId="258"/>
            <ac:spMk id="2" creationId="{00000000-0000-0000-0000-000000000000}"/>
          </ac:spMkLst>
        </pc:spChg>
        <pc:spChg chg="mod">
          <ac:chgData name="Nazleeni Samiha Bt Haron (FSMC/UTP)" userId="6f0dd0b6-d3d5-4dab-a78a-2c1a9cfb6296" providerId="ADAL" clId="{CE5FE99D-A33A-4604-ABD5-61655C13BFFB}" dt="2025-07-20T23:37:44.740" v="1166" actId="123"/>
          <ac:spMkLst>
            <pc:docMk/>
            <pc:sldMk cId="0" sldId="258"/>
            <ac:spMk id="3" creationId="{00000000-0000-0000-0000-000000000000}"/>
          </ac:spMkLst>
        </pc:spChg>
        <pc:picChg chg="add mod">
          <ac:chgData name="Nazleeni Samiha Bt Haron (FSMC/UTP)" userId="6f0dd0b6-d3d5-4dab-a78a-2c1a9cfb6296" providerId="ADAL" clId="{CE5FE99D-A33A-4604-ABD5-61655C13BFFB}" dt="2025-07-20T23:36:31.837" v="1149" actId="1076"/>
          <ac:picMkLst>
            <pc:docMk/>
            <pc:sldMk cId="0" sldId="258"/>
            <ac:picMk id="4" creationId="{9D7D940C-91A9-995F-3118-0ACD47A97FAF}"/>
          </ac:picMkLst>
        </pc:picChg>
      </pc:sldChg>
      <pc:sldChg chg="addSp modSp add mod">
        <pc:chgData name="Nazleeni Samiha Bt Haron (FSMC/UTP)" userId="6f0dd0b6-d3d5-4dab-a78a-2c1a9cfb6296" providerId="ADAL" clId="{CE5FE99D-A33A-4604-ABD5-61655C13BFFB}" dt="2025-07-20T23:39:28.595" v="1179" actId="207"/>
        <pc:sldMkLst>
          <pc:docMk/>
          <pc:sldMk cId="0" sldId="259"/>
        </pc:sldMkLst>
        <pc:spChg chg="mod">
          <ac:chgData name="Nazleeni Samiha Bt Haron (FSMC/UTP)" userId="6f0dd0b6-d3d5-4dab-a78a-2c1a9cfb6296" providerId="ADAL" clId="{CE5FE99D-A33A-4604-ABD5-61655C13BFFB}" dt="2025-07-20T23:39:12.691" v="1173" actId="207"/>
          <ac:spMkLst>
            <pc:docMk/>
            <pc:sldMk cId="0" sldId="259"/>
            <ac:spMk id="2" creationId="{00000000-0000-0000-0000-000000000000}"/>
          </ac:spMkLst>
        </pc:spChg>
        <pc:spChg chg="mod">
          <ac:chgData name="Nazleeni Samiha Bt Haron (FSMC/UTP)" userId="6f0dd0b6-d3d5-4dab-a78a-2c1a9cfb6296" providerId="ADAL" clId="{CE5FE99D-A33A-4604-ABD5-61655C13BFFB}" dt="2025-07-20T23:39:28.595" v="1179" actId="207"/>
          <ac:spMkLst>
            <pc:docMk/>
            <pc:sldMk cId="0" sldId="259"/>
            <ac:spMk id="3" creationId="{00000000-0000-0000-0000-000000000000}"/>
          </ac:spMkLst>
        </pc:spChg>
        <pc:picChg chg="add mod">
          <ac:chgData name="Nazleeni Samiha Bt Haron (FSMC/UTP)" userId="6f0dd0b6-d3d5-4dab-a78a-2c1a9cfb6296" providerId="ADAL" clId="{CE5FE99D-A33A-4604-ABD5-61655C13BFFB}" dt="2025-07-20T23:39:08.984" v="1171" actId="1076"/>
          <ac:picMkLst>
            <pc:docMk/>
            <pc:sldMk cId="0" sldId="259"/>
            <ac:picMk id="4" creationId="{AB0119C7-CF3B-8063-1467-121AF5014CF7}"/>
          </ac:picMkLst>
        </pc:picChg>
      </pc:sldChg>
      <pc:sldChg chg="addSp modSp add mod">
        <pc:chgData name="Nazleeni Samiha Bt Haron (FSMC/UTP)" userId="6f0dd0b6-d3d5-4dab-a78a-2c1a9cfb6296" providerId="ADAL" clId="{CE5FE99D-A33A-4604-ABD5-61655C13BFFB}" dt="2025-07-20T23:45:07.548" v="1254" actId="1076"/>
        <pc:sldMkLst>
          <pc:docMk/>
          <pc:sldMk cId="0" sldId="260"/>
        </pc:sldMkLst>
        <pc:spChg chg="mod">
          <ac:chgData name="Nazleeni Samiha Bt Haron (FSMC/UTP)" userId="6f0dd0b6-d3d5-4dab-a78a-2c1a9cfb6296" providerId="ADAL" clId="{CE5FE99D-A33A-4604-ABD5-61655C13BFFB}" dt="2025-07-20T23:40:03.753" v="1183" actId="207"/>
          <ac:spMkLst>
            <pc:docMk/>
            <pc:sldMk cId="0" sldId="260"/>
            <ac:spMk id="2" creationId="{00000000-0000-0000-0000-000000000000}"/>
          </ac:spMkLst>
        </pc:spChg>
        <pc:spChg chg="mod">
          <ac:chgData name="Nazleeni Samiha Bt Haron (FSMC/UTP)" userId="6f0dd0b6-d3d5-4dab-a78a-2c1a9cfb6296" providerId="ADAL" clId="{CE5FE99D-A33A-4604-ABD5-61655C13BFFB}" dt="2025-07-20T23:40:28.416" v="1197" actId="403"/>
          <ac:spMkLst>
            <pc:docMk/>
            <pc:sldMk cId="0" sldId="260"/>
            <ac:spMk id="3" creationId="{00000000-0000-0000-0000-000000000000}"/>
          </ac:spMkLst>
        </pc:spChg>
        <pc:picChg chg="add mod modCrop">
          <ac:chgData name="Nazleeni Samiha Bt Haron (FSMC/UTP)" userId="6f0dd0b6-d3d5-4dab-a78a-2c1a9cfb6296" providerId="ADAL" clId="{CE5FE99D-A33A-4604-ABD5-61655C13BFFB}" dt="2025-07-20T23:45:07.548" v="1254" actId="1076"/>
          <ac:picMkLst>
            <pc:docMk/>
            <pc:sldMk cId="0" sldId="260"/>
            <ac:picMk id="4" creationId="{1798CFE7-B83A-A7DF-410F-F9FD81F53661}"/>
          </ac:picMkLst>
        </pc:picChg>
      </pc:sldChg>
      <pc:sldChg chg="addSp modSp add mod">
        <pc:chgData name="Nazleeni Samiha Bt Haron (FSMC/UTP)" userId="6f0dd0b6-d3d5-4dab-a78a-2c1a9cfb6296" providerId="ADAL" clId="{CE5FE99D-A33A-4604-ABD5-61655C13BFFB}" dt="2025-07-20T23:44:13.386" v="1249" actId="14100"/>
        <pc:sldMkLst>
          <pc:docMk/>
          <pc:sldMk cId="0" sldId="261"/>
        </pc:sldMkLst>
        <pc:spChg chg="mod">
          <ac:chgData name="Nazleeni Samiha Bt Haron (FSMC/UTP)" userId="6f0dd0b6-d3d5-4dab-a78a-2c1a9cfb6296" providerId="ADAL" clId="{CE5FE99D-A33A-4604-ABD5-61655C13BFFB}" dt="2025-07-20T23:40:36.007" v="1199" actId="207"/>
          <ac:spMkLst>
            <pc:docMk/>
            <pc:sldMk cId="0" sldId="261"/>
            <ac:spMk id="2" creationId="{00000000-0000-0000-0000-000000000000}"/>
          </ac:spMkLst>
        </pc:spChg>
        <pc:spChg chg="mod">
          <ac:chgData name="Nazleeni Samiha Bt Haron (FSMC/UTP)" userId="6f0dd0b6-d3d5-4dab-a78a-2c1a9cfb6296" providerId="ADAL" clId="{CE5FE99D-A33A-4604-ABD5-61655C13BFFB}" dt="2025-07-20T23:41:25.630" v="1223" actId="27636"/>
          <ac:spMkLst>
            <pc:docMk/>
            <pc:sldMk cId="0" sldId="261"/>
            <ac:spMk id="3" creationId="{00000000-0000-0000-0000-000000000000}"/>
          </ac:spMkLst>
        </pc:spChg>
        <pc:picChg chg="add mod">
          <ac:chgData name="Nazleeni Samiha Bt Haron (FSMC/UTP)" userId="6f0dd0b6-d3d5-4dab-a78a-2c1a9cfb6296" providerId="ADAL" clId="{CE5FE99D-A33A-4604-ABD5-61655C13BFFB}" dt="2025-07-20T23:44:13.386" v="1249" actId="14100"/>
          <ac:picMkLst>
            <pc:docMk/>
            <pc:sldMk cId="0" sldId="261"/>
            <ac:picMk id="4" creationId="{9325A9E1-1631-A3E2-E8F5-C2B09BFEF08F}"/>
          </ac:picMkLst>
        </pc:picChg>
      </pc:sldChg>
      <pc:sldChg chg="addSp modSp add mod">
        <pc:chgData name="Nazleeni Samiha Bt Haron (FSMC/UTP)" userId="6f0dd0b6-d3d5-4dab-a78a-2c1a9cfb6296" providerId="ADAL" clId="{CE5FE99D-A33A-4604-ABD5-61655C13BFFB}" dt="2025-07-20T23:43:31.986" v="1243" actId="20577"/>
        <pc:sldMkLst>
          <pc:docMk/>
          <pc:sldMk cId="0" sldId="262"/>
        </pc:sldMkLst>
        <pc:spChg chg="mod">
          <ac:chgData name="Nazleeni Samiha Bt Haron (FSMC/UTP)" userId="6f0dd0b6-d3d5-4dab-a78a-2c1a9cfb6296" providerId="ADAL" clId="{CE5FE99D-A33A-4604-ABD5-61655C13BFFB}" dt="2025-07-20T23:42:41.292" v="1225" actId="207"/>
          <ac:spMkLst>
            <pc:docMk/>
            <pc:sldMk cId="0" sldId="262"/>
            <ac:spMk id="2" creationId="{00000000-0000-0000-0000-000000000000}"/>
          </ac:spMkLst>
        </pc:spChg>
        <pc:spChg chg="mod">
          <ac:chgData name="Nazleeni Samiha Bt Haron (FSMC/UTP)" userId="6f0dd0b6-d3d5-4dab-a78a-2c1a9cfb6296" providerId="ADAL" clId="{CE5FE99D-A33A-4604-ABD5-61655C13BFFB}" dt="2025-07-20T23:43:31.986" v="1243" actId="20577"/>
          <ac:spMkLst>
            <pc:docMk/>
            <pc:sldMk cId="0" sldId="262"/>
            <ac:spMk id="3" creationId="{00000000-0000-0000-0000-000000000000}"/>
          </ac:spMkLst>
        </pc:spChg>
        <pc:picChg chg="add mod">
          <ac:chgData name="Nazleeni Samiha Bt Haron (FSMC/UTP)" userId="6f0dd0b6-d3d5-4dab-a78a-2c1a9cfb6296" providerId="ADAL" clId="{CE5FE99D-A33A-4604-ABD5-61655C13BFFB}" dt="2025-07-20T23:43:25.915" v="1230" actId="1076"/>
          <ac:picMkLst>
            <pc:docMk/>
            <pc:sldMk cId="0" sldId="262"/>
            <ac:picMk id="4" creationId="{F5FDF8C2-2409-9F23-5B0B-DD611112EA31}"/>
          </ac:picMkLst>
        </pc:picChg>
      </pc:sldChg>
      <pc:sldChg chg="modSp">
        <pc:chgData name="Nazleeni Samiha Bt Haron (FSMC/UTP)" userId="6f0dd0b6-d3d5-4dab-a78a-2c1a9cfb6296" providerId="ADAL" clId="{CE5FE99D-A33A-4604-ABD5-61655C13BFFB}" dt="2025-07-20T14:25:11.234" v="244" actId="20577"/>
        <pc:sldMkLst>
          <pc:docMk/>
          <pc:sldMk cId="804815879" sldId="267"/>
        </pc:sldMkLst>
        <pc:graphicFrameChg chg="mod">
          <ac:chgData name="Nazleeni Samiha Bt Haron (FSMC/UTP)" userId="6f0dd0b6-d3d5-4dab-a78a-2c1a9cfb6296" providerId="ADAL" clId="{CE5FE99D-A33A-4604-ABD5-61655C13BFFB}" dt="2025-07-20T14:25:11.234" v="244" actId="20577"/>
          <ac:graphicFrameMkLst>
            <pc:docMk/>
            <pc:sldMk cId="804815879" sldId="267"/>
            <ac:graphicFrameMk id="4" creationId="{00000000-0000-0000-0000-000000000000}"/>
          </ac:graphicFrameMkLst>
        </pc:graphicFrameChg>
      </pc:sldChg>
      <pc:sldChg chg="modSp">
        <pc:chgData name="Nazleeni Samiha Bt Haron (FSMC/UTP)" userId="6f0dd0b6-d3d5-4dab-a78a-2c1a9cfb6296" providerId="ADAL" clId="{CE5FE99D-A33A-4604-ABD5-61655C13BFFB}" dt="2025-07-20T14:18:12.261" v="128" actId="20577"/>
        <pc:sldMkLst>
          <pc:docMk/>
          <pc:sldMk cId="1647904536" sldId="269"/>
        </pc:sldMkLst>
        <pc:graphicFrameChg chg="mod">
          <ac:chgData name="Nazleeni Samiha Bt Haron (FSMC/UTP)" userId="6f0dd0b6-d3d5-4dab-a78a-2c1a9cfb6296" providerId="ADAL" clId="{CE5FE99D-A33A-4604-ABD5-61655C13BFFB}" dt="2025-07-20T14:18:12.261" v="128" actId="20577"/>
          <ac:graphicFrameMkLst>
            <pc:docMk/>
            <pc:sldMk cId="1647904536" sldId="269"/>
            <ac:graphicFrameMk id="6" creationId="{00000000-0000-0000-0000-000000000000}"/>
          </ac:graphicFrameMkLst>
        </pc:graphicFrameChg>
      </pc:sldChg>
      <pc:sldChg chg="addSp modSp mod">
        <pc:chgData name="Nazleeni Samiha Bt Haron (FSMC/UTP)" userId="6f0dd0b6-d3d5-4dab-a78a-2c1a9cfb6296" providerId="ADAL" clId="{CE5FE99D-A33A-4604-ABD5-61655C13BFFB}" dt="2025-07-20T14:20:45.981" v="191" actId="1076"/>
        <pc:sldMkLst>
          <pc:docMk/>
          <pc:sldMk cId="2018928616" sldId="285"/>
        </pc:sldMkLst>
        <pc:spChg chg="add">
          <ac:chgData name="Nazleeni Samiha Bt Haron (FSMC/UTP)" userId="6f0dd0b6-d3d5-4dab-a78a-2c1a9cfb6296" providerId="ADAL" clId="{CE5FE99D-A33A-4604-ABD5-61655C13BFFB}" dt="2025-07-20T14:20:38.691" v="189"/>
          <ac:spMkLst>
            <pc:docMk/>
            <pc:sldMk cId="2018928616" sldId="285"/>
            <ac:spMk id="5" creationId="{0E853104-11C4-5E60-E6B4-A78B4545769D}"/>
          </ac:spMkLst>
        </pc:spChg>
        <pc:spChg chg="mod">
          <ac:chgData name="Nazleeni Samiha Bt Haron (FSMC/UTP)" userId="6f0dd0b6-d3d5-4dab-a78a-2c1a9cfb6296" providerId="ADAL" clId="{CE5FE99D-A33A-4604-ABD5-61655C13BFFB}" dt="2025-07-20T14:16:05.599" v="16" actId="20577"/>
          <ac:spMkLst>
            <pc:docMk/>
            <pc:sldMk cId="2018928616" sldId="285"/>
            <ac:spMk id="6" creationId="{00000000-0000-0000-0000-000000000000}"/>
          </ac:spMkLst>
        </pc:spChg>
        <pc:picChg chg="add mod">
          <ac:chgData name="Nazleeni Samiha Bt Haron (FSMC/UTP)" userId="6f0dd0b6-d3d5-4dab-a78a-2c1a9cfb6296" providerId="ADAL" clId="{CE5FE99D-A33A-4604-ABD5-61655C13BFFB}" dt="2025-07-20T14:20:45.981" v="191" actId="1076"/>
          <ac:picMkLst>
            <pc:docMk/>
            <pc:sldMk cId="2018928616" sldId="285"/>
            <ac:picMk id="7" creationId="{928A8BB7-394B-9DB1-E979-831526F17AD9}"/>
          </ac:picMkLst>
        </pc:picChg>
      </pc:sldChg>
      <pc:sldChg chg="add del">
        <pc:chgData name="Nazleeni Samiha Bt Haron (FSMC/UTP)" userId="6f0dd0b6-d3d5-4dab-a78a-2c1a9cfb6296" providerId="ADAL" clId="{CE5FE99D-A33A-4604-ABD5-61655C13BFFB}" dt="2025-07-20T14:18:31.108" v="130" actId="47"/>
        <pc:sldMkLst>
          <pc:docMk/>
          <pc:sldMk cId="2717226527" sldId="405"/>
        </pc:sldMkLst>
      </pc:sldChg>
      <pc:sldChg chg="del">
        <pc:chgData name="Nazleeni Samiha Bt Haron (FSMC/UTP)" userId="6f0dd0b6-d3d5-4dab-a78a-2c1a9cfb6296" providerId="ADAL" clId="{CE5FE99D-A33A-4604-ABD5-61655C13BFFB}" dt="2025-07-20T14:19:04.285" v="134" actId="47"/>
        <pc:sldMkLst>
          <pc:docMk/>
          <pc:sldMk cId="4150365536" sldId="407"/>
        </pc:sldMkLst>
      </pc:sldChg>
      <pc:sldChg chg="addSp delSp modSp mod">
        <pc:chgData name="Nazleeni Samiha Bt Haron (FSMC/UTP)" userId="6f0dd0b6-d3d5-4dab-a78a-2c1a9cfb6296" providerId="ADAL" clId="{CE5FE99D-A33A-4604-ABD5-61655C13BFFB}" dt="2025-07-21T00:23:36.797" v="1277" actId="1076"/>
        <pc:sldMkLst>
          <pc:docMk/>
          <pc:sldMk cId="2347127820" sldId="410"/>
        </pc:sldMkLst>
        <pc:picChg chg="add mod">
          <ac:chgData name="Nazleeni Samiha Bt Haron (FSMC/UTP)" userId="6f0dd0b6-d3d5-4dab-a78a-2c1a9cfb6296" providerId="ADAL" clId="{CE5FE99D-A33A-4604-ABD5-61655C13BFFB}" dt="2025-07-21T00:23:36.797" v="1277" actId="1076"/>
          <ac:picMkLst>
            <pc:docMk/>
            <pc:sldMk cId="2347127820" sldId="410"/>
            <ac:picMk id="4" creationId="{9EA342D0-44AF-3077-AE46-9FCD9EDA23FB}"/>
          </ac:picMkLst>
        </pc:picChg>
        <pc:picChg chg="del">
          <ac:chgData name="Nazleeni Samiha Bt Haron (FSMC/UTP)" userId="6f0dd0b6-d3d5-4dab-a78a-2c1a9cfb6296" providerId="ADAL" clId="{CE5FE99D-A33A-4604-ABD5-61655C13BFFB}" dt="2025-07-20T23:45:20.220" v="1255" actId="478"/>
          <ac:picMkLst>
            <pc:docMk/>
            <pc:sldMk cId="2347127820" sldId="410"/>
            <ac:picMk id="4" creationId="{9EAF21CD-1261-D861-3FF2-664A3C3F4EE9}"/>
          </ac:picMkLst>
        </pc:picChg>
      </pc:sldChg>
      <pc:sldChg chg="modSp mod">
        <pc:chgData name="Nazleeni Samiha Bt Haron (FSMC/UTP)" userId="6f0dd0b6-d3d5-4dab-a78a-2c1a9cfb6296" providerId="ADAL" clId="{CE5FE99D-A33A-4604-ABD5-61655C13BFFB}" dt="2025-07-20T23:48:22.780" v="1258" actId="27636"/>
        <pc:sldMkLst>
          <pc:docMk/>
          <pc:sldMk cId="3794535321" sldId="428"/>
        </pc:sldMkLst>
        <pc:spChg chg="mod">
          <ac:chgData name="Nazleeni Samiha Bt Haron (FSMC/UTP)" userId="6f0dd0b6-d3d5-4dab-a78a-2c1a9cfb6296" providerId="ADAL" clId="{CE5FE99D-A33A-4604-ABD5-61655C13BFFB}" dt="2025-07-20T23:48:22.780" v="1258" actId="27636"/>
          <ac:spMkLst>
            <pc:docMk/>
            <pc:sldMk cId="3794535321" sldId="428"/>
            <ac:spMk id="6" creationId="{D7DB410E-84A7-9AF1-DA51-751B48B45E7D}"/>
          </ac:spMkLst>
        </pc:spChg>
      </pc:sldChg>
      <pc:sldChg chg="modSp mod">
        <pc:chgData name="Nazleeni Samiha Bt Haron (FSMC/UTP)" userId="6f0dd0b6-d3d5-4dab-a78a-2c1a9cfb6296" providerId="ADAL" clId="{CE5FE99D-A33A-4604-ABD5-61655C13BFFB}" dt="2025-07-20T14:25:05.656" v="243" actId="6549"/>
        <pc:sldMkLst>
          <pc:docMk/>
          <pc:sldMk cId="1211516585" sldId="435"/>
        </pc:sldMkLst>
        <pc:spChg chg="mod">
          <ac:chgData name="Nazleeni Samiha Bt Haron (FSMC/UTP)" userId="6f0dd0b6-d3d5-4dab-a78a-2c1a9cfb6296" providerId="ADAL" clId="{CE5FE99D-A33A-4604-ABD5-61655C13BFFB}" dt="2025-07-20T14:25:05.656" v="243" actId="6549"/>
          <ac:spMkLst>
            <pc:docMk/>
            <pc:sldMk cId="1211516585" sldId="435"/>
            <ac:spMk id="2" creationId="{E9F31E23-6FB4-FBB2-6D78-10AA216B2D8A}"/>
          </ac:spMkLst>
        </pc:spChg>
      </pc:sldChg>
      <pc:sldChg chg="del">
        <pc:chgData name="Nazleeni Samiha Bt Haron (FSMC/UTP)" userId="6f0dd0b6-d3d5-4dab-a78a-2c1a9cfb6296" providerId="ADAL" clId="{CE5FE99D-A33A-4604-ABD5-61655C13BFFB}" dt="2025-07-20T14:19:05.051" v="135" actId="47"/>
        <pc:sldMkLst>
          <pc:docMk/>
          <pc:sldMk cId="4062918646" sldId="437"/>
        </pc:sldMkLst>
      </pc:sldChg>
      <pc:sldChg chg="del">
        <pc:chgData name="Nazleeni Samiha Bt Haron (FSMC/UTP)" userId="6f0dd0b6-d3d5-4dab-a78a-2c1a9cfb6296" providerId="ADAL" clId="{CE5FE99D-A33A-4604-ABD5-61655C13BFFB}" dt="2025-07-20T14:19:07.161" v="136" actId="47"/>
        <pc:sldMkLst>
          <pc:docMk/>
          <pc:sldMk cId="2079560905" sldId="438"/>
        </pc:sldMkLst>
      </pc:sldChg>
      <pc:sldChg chg="del">
        <pc:chgData name="Nazleeni Samiha Bt Haron (FSMC/UTP)" userId="6f0dd0b6-d3d5-4dab-a78a-2c1a9cfb6296" providerId="ADAL" clId="{CE5FE99D-A33A-4604-ABD5-61655C13BFFB}" dt="2025-07-20T14:19:08.106" v="137" actId="47"/>
        <pc:sldMkLst>
          <pc:docMk/>
          <pc:sldMk cId="368560297" sldId="439"/>
        </pc:sldMkLst>
      </pc:sldChg>
      <pc:sldChg chg="del">
        <pc:chgData name="Nazleeni Samiha Bt Haron (FSMC/UTP)" userId="6f0dd0b6-d3d5-4dab-a78a-2c1a9cfb6296" providerId="ADAL" clId="{CE5FE99D-A33A-4604-ABD5-61655C13BFFB}" dt="2025-07-20T14:19:08.763" v="138" actId="47"/>
        <pc:sldMkLst>
          <pc:docMk/>
          <pc:sldMk cId="1240368787" sldId="440"/>
        </pc:sldMkLst>
      </pc:sldChg>
      <pc:sldChg chg="del">
        <pc:chgData name="Nazleeni Samiha Bt Haron (FSMC/UTP)" userId="6f0dd0b6-d3d5-4dab-a78a-2c1a9cfb6296" providerId="ADAL" clId="{CE5FE99D-A33A-4604-ABD5-61655C13BFFB}" dt="2025-07-20T14:19:09.879" v="139" actId="47"/>
        <pc:sldMkLst>
          <pc:docMk/>
          <pc:sldMk cId="3312414981" sldId="441"/>
        </pc:sldMkLst>
      </pc:sldChg>
      <pc:sldChg chg="del">
        <pc:chgData name="Nazleeni Samiha Bt Haron (FSMC/UTP)" userId="6f0dd0b6-d3d5-4dab-a78a-2c1a9cfb6296" providerId="ADAL" clId="{CE5FE99D-A33A-4604-ABD5-61655C13BFFB}" dt="2025-07-20T14:19:10.441" v="140" actId="47"/>
        <pc:sldMkLst>
          <pc:docMk/>
          <pc:sldMk cId="4221150619" sldId="442"/>
        </pc:sldMkLst>
      </pc:sldChg>
      <pc:sldChg chg="modSp mod">
        <pc:chgData name="Nazleeni Samiha Bt Haron (FSMC/UTP)" userId="6f0dd0b6-d3d5-4dab-a78a-2c1a9cfb6296" providerId="ADAL" clId="{CE5FE99D-A33A-4604-ABD5-61655C13BFFB}" dt="2025-07-20T14:19:23.182" v="163" actId="20577"/>
        <pc:sldMkLst>
          <pc:docMk/>
          <pc:sldMk cId="614318101" sldId="443"/>
        </pc:sldMkLst>
        <pc:spChg chg="mod">
          <ac:chgData name="Nazleeni Samiha Bt Haron (FSMC/UTP)" userId="6f0dd0b6-d3d5-4dab-a78a-2c1a9cfb6296" providerId="ADAL" clId="{CE5FE99D-A33A-4604-ABD5-61655C13BFFB}" dt="2025-07-20T14:19:23.182" v="163" actId="20577"/>
          <ac:spMkLst>
            <pc:docMk/>
            <pc:sldMk cId="614318101" sldId="443"/>
            <ac:spMk id="2" creationId="{23BD2A4B-36A7-F44D-13EE-C0CFD2D0B390}"/>
          </ac:spMkLst>
        </pc:spChg>
      </pc:sldChg>
      <pc:sldChg chg="addSp delSp modSp mod ord modClrScheme chgLayout modNotesTx">
        <pc:chgData name="Nazleeni Samiha Bt Haron (FSMC/UTP)" userId="6f0dd0b6-d3d5-4dab-a78a-2c1a9cfb6296" providerId="ADAL" clId="{CE5FE99D-A33A-4604-ABD5-61655C13BFFB}" dt="2025-07-20T14:27:40.786" v="259"/>
        <pc:sldMkLst>
          <pc:docMk/>
          <pc:sldMk cId="1971314021" sldId="444"/>
        </pc:sldMkLst>
        <pc:spChg chg="mod">
          <ac:chgData name="Nazleeni Samiha Bt Haron (FSMC/UTP)" userId="6f0dd0b6-d3d5-4dab-a78a-2c1a9cfb6296" providerId="ADAL" clId="{CE5FE99D-A33A-4604-ABD5-61655C13BFFB}" dt="2025-07-20T14:24:33.616" v="242" actId="113"/>
          <ac:spMkLst>
            <pc:docMk/>
            <pc:sldMk cId="1971314021" sldId="444"/>
            <ac:spMk id="2" creationId="{BD5150E3-D8DA-4D02-2A7C-FF5A581F306E}"/>
          </ac:spMkLst>
        </pc:spChg>
        <pc:spChg chg="mod ord">
          <ac:chgData name="Nazleeni Samiha Bt Haron (FSMC/UTP)" userId="6f0dd0b6-d3d5-4dab-a78a-2c1a9cfb6296" providerId="ADAL" clId="{CE5FE99D-A33A-4604-ABD5-61655C13BFFB}" dt="2025-07-20T14:27:40.786" v="259"/>
          <ac:spMkLst>
            <pc:docMk/>
            <pc:sldMk cId="1971314021" sldId="444"/>
            <ac:spMk id="5" creationId="{393D3BF7-1CEC-EB19-C3C7-BD95CFA98F76}"/>
          </ac:spMkLst>
        </pc:spChg>
        <pc:picChg chg="add mod">
          <ac:chgData name="Nazleeni Samiha Bt Haron (FSMC/UTP)" userId="6f0dd0b6-d3d5-4dab-a78a-2c1a9cfb6296" providerId="ADAL" clId="{CE5FE99D-A33A-4604-ABD5-61655C13BFFB}" dt="2025-07-20T14:24:28.429" v="240" actId="14100"/>
          <ac:picMkLst>
            <pc:docMk/>
            <pc:sldMk cId="1971314021" sldId="444"/>
            <ac:picMk id="3" creationId="{36E3868F-5465-1E92-C410-971A323EF3A5}"/>
          </ac:picMkLst>
        </pc:picChg>
        <pc:picChg chg="add del mod">
          <ac:chgData name="Nazleeni Samiha Bt Haron (FSMC/UTP)" userId="6f0dd0b6-d3d5-4dab-a78a-2c1a9cfb6296" providerId="ADAL" clId="{CE5FE99D-A33A-4604-ABD5-61655C13BFFB}" dt="2025-07-20T14:23:54.058" v="230" actId="478"/>
          <ac:picMkLst>
            <pc:docMk/>
            <pc:sldMk cId="1971314021" sldId="444"/>
            <ac:picMk id="6" creationId="{0C230A19-79EE-AC8F-BA92-DD53E64CF9CB}"/>
          </ac:picMkLst>
        </pc:picChg>
      </pc:sldChg>
      <pc:sldChg chg="addSp delSp modSp mod modNotesTx">
        <pc:chgData name="Nazleeni Samiha Bt Haron (FSMC/UTP)" userId="6f0dd0b6-d3d5-4dab-a78a-2c1a9cfb6296" providerId="ADAL" clId="{CE5FE99D-A33A-4604-ABD5-61655C13BFFB}" dt="2025-07-20T14:57:55.498" v="714" actId="255"/>
        <pc:sldMkLst>
          <pc:docMk/>
          <pc:sldMk cId="786014940" sldId="445"/>
        </pc:sldMkLst>
        <pc:spChg chg="mod">
          <ac:chgData name="Nazleeni Samiha Bt Haron (FSMC/UTP)" userId="6f0dd0b6-d3d5-4dab-a78a-2c1a9cfb6296" providerId="ADAL" clId="{CE5FE99D-A33A-4604-ABD5-61655C13BFFB}" dt="2025-07-20T14:56:41.624" v="706" actId="1076"/>
          <ac:spMkLst>
            <pc:docMk/>
            <pc:sldMk cId="786014940" sldId="445"/>
            <ac:spMk id="2" creationId="{A79E4713-D504-1B3F-AA75-80E5010E474E}"/>
          </ac:spMkLst>
        </pc:spChg>
        <pc:graphicFrameChg chg="add mod modGraphic">
          <ac:chgData name="Nazleeni Samiha Bt Haron (FSMC/UTP)" userId="6f0dd0b6-d3d5-4dab-a78a-2c1a9cfb6296" providerId="ADAL" clId="{CE5FE99D-A33A-4604-ABD5-61655C13BFFB}" dt="2025-07-20T14:57:55.498" v="714" actId="255"/>
          <ac:graphicFrameMkLst>
            <pc:docMk/>
            <pc:sldMk cId="786014940" sldId="445"/>
            <ac:graphicFrameMk id="3" creationId="{70656224-845E-7F34-CE41-64BDEB8346A3}"/>
          </ac:graphicFrameMkLst>
        </pc:graphicFrameChg>
        <pc:picChg chg="del">
          <ac:chgData name="Nazleeni Samiha Bt Haron (FSMC/UTP)" userId="6f0dd0b6-d3d5-4dab-a78a-2c1a9cfb6296" providerId="ADAL" clId="{CE5FE99D-A33A-4604-ABD5-61655C13BFFB}" dt="2025-07-20T14:49:17.085" v="603" actId="478"/>
          <ac:picMkLst>
            <pc:docMk/>
            <pc:sldMk cId="786014940" sldId="445"/>
            <ac:picMk id="7" creationId="{B6A78F6B-5AF2-8549-D19F-B8C26F6F5DBF}"/>
          </ac:picMkLst>
        </pc:picChg>
      </pc:sldChg>
      <pc:sldChg chg="del">
        <pc:chgData name="Nazleeni Samiha Bt Haron (FSMC/UTP)" userId="6f0dd0b6-d3d5-4dab-a78a-2c1a9cfb6296" providerId="ADAL" clId="{CE5FE99D-A33A-4604-ABD5-61655C13BFFB}" dt="2025-07-20T15:01:40.841" v="759" actId="47"/>
        <pc:sldMkLst>
          <pc:docMk/>
          <pc:sldMk cId="2931171341" sldId="446"/>
        </pc:sldMkLst>
      </pc:sldChg>
      <pc:sldChg chg="del">
        <pc:chgData name="Nazleeni Samiha Bt Haron (FSMC/UTP)" userId="6f0dd0b6-d3d5-4dab-a78a-2c1a9cfb6296" providerId="ADAL" clId="{CE5FE99D-A33A-4604-ABD5-61655C13BFFB}" dt="2025-07-20T15:01:42.293" v="760" actId="47"/>
        <pc:sldMkLst>
          <pc:docMk/>
          <pc:sldMk cId="49931705" sldId="447"/>
        </pc:sldMkLst>
      </pc:sldChg>
      <pc:sldChg chg="del">
        <pc:chgData name="Nazleeni Samiha Bt Haron (FSMC/UTP)" userId="6f0dd0b6-d3d5-4dab-a78a-2c1a9cfb6296" providerId="ADAL" clId="{CE5FE99D-A33A-4604-ABD5-61655C13BFFB}" dt="2025-07-20T15:01:43.424" v="761" actId="47"/>
        <pc:sldMkLst>
          <pc:docMk/>
          <pc:sldMk cId="1417429445" sldId="448"/>
        </pc:sldMkLst>
      </pc:sldChg>
      <pc:sldChg chg="del">
        <pc:chgData name="Nazleeni Samiha Bt Haron (FSMC/UTP)" userId="6f0dd0b6-d3d5-4dab-a78a-2c1a9cfb6296" providerId="ADAL" clId="{CE5FE99D-A33A-4604-ABD5-61655C13BFFB}" dt="2025-07-20T15:01:45.268" v="762" actId="47"/>
        <pc:sldMkLst>
          <pc:docMk/>
          <pc:sldMk cId="3190003005" sldId="449"/>
        </pc:sldMkLst>
      </pc:sldChg>
      <pc:sldChg chg="del">
        <pc:chgData name="Nazleeni Samiha Bt Haron (FSMC/UTP)" userId="6f0dd0b6-d3d5-4dab-a78a-2c1a9cfb6296" providerId="ADAL" clId="{CE5FE99D-A33A-4604-ABD5-61655C13BFFB}" dt="2025-07-20T15:01:46.033" v="763" actId="47"/>
        <pc:sldMkLst>
          <pc:docMk/>
          <pc:sldMk cId="3773199720" sldId="450"/>
        </pc:sldMkLst>
      </pc:sldChg>
      <pc:sldChg chg="del">
        <pc:chgData name="Nazleeni Samiha Bt Haron (FSMC/UTP)" userId="6f0dd0b6-d3d5-4dab-a78a-2c1a9cfb6296" providerId="ADAL" clId="{CE5FE99D-A33A-4604-ABD5-61655C13BFFB}" dt="2025-07-20T15:01:47.063" v="764" actId="47"/>
        <pc:sldMkLst>
          <pc:docMk/>
          <pc:sldMk cId="4167582058" sldId="451"/>
        </pc:sldMkLst>
      </pc:sldChg>
      <pc:sldChg chg="del">
        <pc:chgData name="Nazleeni Samiha Bt Haron (FSMC/UTP)" userId="6f0dd0b6-d3d5-4dab-a78a-2c1a9cfb6296" providerId="ADAL" clId="{CE5FE99D-A33A-4604-ABD5-61655C13BFFB}" dt="2025-07-20T15:01:47.846" v="765" actId="47"/>
        <pc:sldMkLst>
          <pc:docMk/>
          <pc:sldMk cId="3869046304" sldId="452"/>
        </pc:sldMkLst>
      </pc:sldChg>
      <pc:sldChg chg="del">
        <pc:chgData name="Nazleeni Samiha Bt Haron (FSMC/UTP)" userId="6f0dd0b6-d3d5-4dab-a78a-2c1a9cfb6296" providerId="ADAL" clId="{CE5FE99D-A33A-4604-ABD5-61655C13BFFB}" dt="2025-07-20T15:01:48.530" v="766" actId="47"/>
        <pc:sldMkLst>
          <pc:docMk/>
          <pc:sldMk cId="3078098546" sldId="453"/>
        </pc:sldMkLst>
      </pc:sldChg>
      <pc:sldChg chg="del">
        <pc:chgData name="Nazleeni Samiha Bt Haron (FSMC/UTP)" userId="6f0dd0b6-d3d5-4dab-a78a-2c1a9cfb6296" providerId="ADAL" clId="{CE5FE99D-A33A-4604-ABD5-61655C13BFFB}" dt="2025-07-20T15:01:51.426" v="770" actId="47"/>
        <pc:sldMkLst>
          <pc:docMk/>
          <pc:sldMk cId="744529732" sldId="454"/>
        </pc:sldMkLst>
      </pc:sldChg>
      <pc:sldChg chg="del">
        <pc:chgData name="Nazleeni Samiha Bt Haron (FSMC/UTP)" userId="6f0dd0b6-d3d5-4dab-a78a-2c1a9cfb6296" providerId="ADAL" clId="{CE5FE99D-A33A-4604-ABD5-61655C13BFFB}" dt="2025-07-20T15:01:49.215" v="767" actId="47"/>
        <pc:sldMkLst>
          <pc:docMk/>
          <pc:sldMk cId="2387321833" sldId="455"/>
        </pc:sldMkLst>
      </pc:sldChg>
      <pc:sldChg chg="del">
        <pc:chgData name="Nazleeni Samiha Bt Haron (FSMC/UTP)" userId="6f0dd0b6-d3d5-4dab-a78a-2c1a9cfb6296" providerId="ADAL" clId="{CE5FE99D-A33A-4604-ABD5-61655C13BFFB}" dt="2025-07-20T15:01:49.806" v="768" actId="47"/>
        <pc:sldMkLst>
          <pc:docMk/>
          <pc:sldMk cId="1861307179" sldId="456"/>
        </pc:sldMkLst>
      </pc:sldChg>
      <pc:sldChg chg="del">
        <pc:chgData name="Nazleeni Samiha Bt Haron (FSMC/UTP)" userId="6f0dd0b6-d3d5-4dab-a78a-2c1a9cfb6296" providerId="ADAL" clId="{CE5FE99D-A33A-4604-ABD5-61655C13BFFB}" dt="2025-07-20T15:01:50.479" v="769" actId="47"/>
        <pc:sldMkLst>
          <pc:docMk/>
          <pc:sldMk cId="3607325278" sldId="457"/>
        </pc:sldMkLst>
      </pc:sldChg>
      <pc:sldChg chg="del">
        <pc:chgData name="Nazleeni Samiha Bt Haron (FSMC/UTP)" userId="6f0dd0b6-d3d5-4dab-a78a-2c1a9cfb6296" providerId="ADAL" clId="{CE5FE99D-A33A-4604-ABD5-61655C13BFFB}" dt="2025-07-20T15:01:52.298" v="771" actId="47"/>
        <pc:sldMkLst>
          <pc:docMk/>
          <pc:sldMk cId="1399414280" sldId="458"/>
        </pc:sldMkLst>
      </pc:sldChg>
      <pc:sldChg chg="del ord">
        <pc:chgData name="Nazleeni Samiha Bt Haron (FSMC/UTP)" userId="6f0dd0b6-d3d5-4dab-a78a-2c1a9cfb6296" providerId="ADAL" clId="{CE5FE99D-A33A-4604-ABD5-61655C13BFFB}" dt="2025-07-20T22:52:10.592" v="780" actId="47"/>
        <pc:sldMkLst>
          <pc:docMk/>
          <pc:sldMk cId="99509556" sldId="459"/>
        </pc:sldMkLst>
      </pc:sldChg>
      <pc:sldChg chg="modSp mod ord">
        <pc:chgData name="Nazleeni Samiha Bt Haron (FSMC/UTP)" userId="6f0dd0b6-d3d5-4dab-a78a-2c1a9cfb6296" providerId="ADAL" clId="{CE5FE99D-A33A-4604-ABD5-61655C13BFFB}" dt="2025-07-20T22:52:04.974" v="777"/>
        <pc:sldMkLst>
          <pc:docMk/>
          <pc:sldMk cId="4001897005" sldId="460"/>
        </pc:sldMkLst>
        <pc:spChg chg="mod">
          <ac:chgData name="Nazleeni Samiha Bt Haron (FSMC/UTP)" userId="6f0dd0b6-d3d5-4dab-a78a-2c1a9cfb6296" providerId="ADAL" clId="{CE5FE99D-A33A-4604-ABD5-61655C13BFFB}" dt="2025-07-20T14:19:40.369" v="188" actId="20577"/>
          <ac:spMkLst>
            <pc:docMk/>
            <pc:sldMk cId="4001897005" sldId="460"/>
            <ac:spMk id="2" creationId="{9F2FF7DF-0416-3295-0684-E5280CE55756}"/>
          </ac:spMkLst>
        </pc:spChg>
      </pc:sldChg>
      <pc:sldChg chg="del">
        <pc:chgData name="Nazleeni Samiha Bt Haron (FSMC/UTP)" userId="6f0dd0b6-d3d5-4dab-a78a-2c1a9cfb6296" providerId="ADAL" clId="{CE5FE99D-A33A-4604-ABD5-61655C13BFFB}" dt="2025-07-20T22:52:13.322" v="781" actId="47"/>
        <pc:sldMkLst>
          <pc:docMk/>
          <pc:sldMk cId="990420475" sldId="461"/>
        </pc:sldMkLst>
      </pc:sldChg>
      <pc:sldChg chg="del">
        <pc:chgData name="Nazleeni Samiha Bt Haron (FSMC/UTP)" userId="6f0dd0b6-d3d5-4dab-a78a-2c1a9cfb6296" providerId="ADAL" clId="{CE5FE99D-A33A-4604-ABD5-61655C13BFFB}" dt="2025-07-20T22:52:13.976" v="782" actId="47"/>
        <pc:sldMkLst>
          <pc:docMk/>
          <pc:sldMk cId="3233839686" sldId="462"/>
        </pc:sldMkLst>
      </pc:sldChg>
      <pc:sldChg chg="del">
        <pc:chgData name="Nazleeni Samiha Bt Haron (FSMC/UTP)" userId="6f0dd0b6-d3d5-4dab-a78a-2c1a9cfb6296" providerId="ADAL" clId="{CE5FE99D-A33A-4604-ABD5-61655C13BFFB}" dt="2025-07-20T22:52:14.930" v="784" actId="47"/>
        <pc:sldMkLst>
          <pc:docMk/>
          <pc:sldMk cId="567116453" sldId="463"/>
        </pc:sldMkLst>
      </pc:sldChg>
      <pc:sldChg chg="del">
        <pc:chgData name="Nazleeni Samiha Bt Haron (FSMC/UTP)" userId="6f0dd0b6-d3d5-4dab-a78a-2c1a9cfb6296" providerId="ADAL" clId="{CE5FE99D-A33A-4604-ABD5-61655C13BFFB}" dt="2025-07-20T22:52:14.493" v="783" actId="47"/>
        <pc:sldMkLst>
          <pc:docMk/>
          <pc:sldMk cId="3439444144" sldId="464"/>
        </pc:sldMkLst>
      </pc:sldChg>
      <pc:sldChg chg="del">
        <pc:chgData name="Nazleeni Samiha Bt Haron (FSMC/UTP)" userId="6f0dd0b6-d3d5-4dab-a78a-2c1a9cfb6296" providerId="ADAL" clId="{CE5FE99D-A33A-4604-ABD5-61655C13BFFB}" dt="2025-07-20T22:52:16.903" v="786" actId="47"/>
        <pc:sldMkLst>
          <pc:docMk/>
          <pc:sldMk cId="1049198056" sldId="465"/>
        </pc:sldMkLst>
      </pc:sldChg>
      <pc:sldChg chg="del">
        <pc:chgData name="Nazleeni Samiha Bt Haron (FSMC/UTP)" userId="6f0dd0b6-d3d5-4dab-a78a-2c1a9cfb6296" providerId="ADAL" clId="{CE5FE99D-A33A-4604-ABD5-61655C13BFFB}" dt="2025-07-20T22:52:15.910" v="785" actId="47"/>
        <pc:sldMkLst>
          <pc:docMk/>
          <pc:sldMk cId="130143407" sldId="466"/>
        </pc:sldMkLst>
      </pc:sldChg>
      <pc:sldChg chg="addSp delSp modSp add mod modClrScheme chgLayout">
        <pc:chgData name="Nazleeni Samiha Bt Haron (FSMC/UTP)" userId="6f0dd0b6-d3d5-4dab-a78a-2c1a9cfb6296" providerId="ADAL" clId="{CE5FE99D-A33A-4604-ABD5-61655C13BFFB}" dt="2025-07-20T14:28:34.205" v="264" actId="14100"/>
        <pc:sldMkLst>
          <pc:docMk/>
          <pc:sldMk cId="1765399542" sldId="467"/>
        </pc:sldMkLst>
        <pc:spChg chg="mod">
          <ac:chgData name="Nazleeni Samiha Bt Haron (FSMC/UTP)" userId="6f0dd0b6-d3d5-4dab-a78a-2c1a9cfb6296" providerId="ADAL" clId="{CE5FE99D-A33A-4604-ABD5-61655C13BFFB}" dt="2025-07-20T14:25:35.912" v="258" actId="26606"/>
          <ac:spMkLst>
            <pc:docMk/>
            <pc:sldMk cId="1765399542" sldId="467"/>
            <ac:spMk id="2" creationId="{07ACDDD7-1285-249B-6A41-2A5E795FA911}"/>
          </ac:spMkLst>
        </pc:spChg>
        <pc:spChg chg="del">
          <ac:chgData name="Nazleeni Samiha Bt Haron (FSMC/UTP)" userId="6f0dd0b6-d3d5-4dab-a78a-2c1a9cfb6296" providerId="ADAL" clId="{CE5FE99D-A33A-4604-ABD5-61655C13BFFB}" dt="2025-07-20T14:25:27.398" v="255" actId="478"/>
          <ac:spMkLst>
            <pc:docMk/>
            <pc:sldMk cId="1765399542" sldId="467"/>
            <ac:spMk id="5" creationId="{9521C501-4695-B0A0-E2CE-F421BD3BFDD5}"/>
          </ac:spMkLst>
        </pc:spChg>
        <pc:spChg chg="add del mod">
          <ac:chgData name="Nazleeni Samiha Bt Haron (FSMC/UTP)" userId="6f0dd0b6-d3d5-4dab-a78a-2c1a9cfb6296" providerId="ADAL" clId="{CE5FE99D-A33A-4604-ABD5-61655C13BFFB}" dt="2025-07-20T14:25:29.045" v="256" actId="478"/>
          <ac:spMkLst>
            <pc:docMk/>
            <pc:sldMk cId="1765399542" sldId="467"/>
            <ac:spMk id="6" creationId="{96A8FAE4-917B-F2CB-1B4A-0FC329565712}"/>
          </ac:spMkLst>
        </pc:spChg>
        <pc:picChg chg="del">
          <ac:chgData name="Nazleeni Samiha Bt Haron (FSMC/UTP)" userId="6f0dd0b6-d3d5-4dab-a78a-2c1a9cfb6296" providerId="ADAL" clId="{CE5FE99D-A33A-4604-ABD5-61655C13BFFB}" dt="2025-07-20T14:25:24.898" v="254" actId="478"/>
          <ac:picMkLst>
            <pc:docMk/>
            <pc:sldMk cId="1765399542" sldId="467"/>
            <ac:picMk id="3" creationId="{90399081-F75D-E1FC-F40B-D28A11B0894F}"/>
          </ac:picMkLst>
        </pc:picChg>
        <pc:picChg chg="add del mod">
          <ac:chgData name="Nazleeni Samiha Bt Haron (FSMC/UTP)" userId="6f0dd0b6-d3d5-4dab-a78a-2c1a9cfb6296" providerId="ADAL" clId="{CE5FE99D-A33A-4604-ABD5-61655C13BFFB}" dt="2025-07-20T14:28:06.303" v="260" actId="478"/>
          <ac:picMkLst>
            <pc:docMk/>
            <pc:sldMk cId="1765399542" sldId="467"/>
            <ac:picMk id="7" creationId="{6D359B06-2EF4-0CE9-174C-46E9FBDEDB16}"/>
          </ac:picMkLst>
        </pc:picChg>
        <pc:picChg chg="add mod">
          <ac:chgData name="Nazleeni Samiha Bt Haron (FSMC/UTP)" userId="6f0dd0b6-d3d5-4dab-a78a-2c1a9cfb6296" providerId="ADAL" clId="{CE5FE99D-A33A-4604-ABD5-61655C13BFFB}" dt="2025-07-20T14:28:34.205" v="264" actId="14100"/>
          <ac:picMkLst>
            <pc:docMk/>
            <pc:sldMk cId="1765399542" sldId="467"/>
            <ac:picMk id="8" creationId="{07A9AD88-8865-5032-795E-18DE2411495B}"/>
          </ac:picMkLst>
        </pc:picChg>
      </pc:sldChg>
      <pc:sldChg chg="addSp modSp new mod">
        <pc:chgData name="Nazleeni Samiha Bt Haron (FSMC/UTP)" userId="6f0dd0b6-d3d5-4dab-a78a-2c1a9cfb6296" providerId="ADAL" clId="{CE5FE99D-A33A-4604-ABD5-61655C13BFFB}" dt="2025-07-20T14:37:14.037" v="335" actId="207"/>
        <pc:sldMkLst>
          <pc:docMk/>
          <pc:sldMk cId="1917221030" sldId="468"/>
        </pc:sldMkLst>
        <pc:spChg chg="mod">
          <ac:chgData name="Nazleeni Samiha Bt Haron (FSMC/UTP)" userId="6f0dd0b6-d3d5-4dab-a78a-2c1a9cfb6296" providerId="ADAL" clId="{CE5FE99D-A33A-4604-ABD5-61655C13BFFB}" dt="2025-07-20T14:34:37.797" v="299" actId="20577"/>
          <ac:spMkLst>
            <pc:docMk/>
            <pc:sldMk cId="1917221030" sldId="468"/>
            <ac:spMk id="2" creationId="{89B1A6F6-751F-F7D1-4090-A84F6AEA60AB}"/>
          </ac:spMkLst>
        </pc:spChg>
        <pc:spChg chg="mod">
          <ac:chgData name="Nazleeni Samiha Bt Haron (FSMC/UTP)" userId="6f0dd0b6-d3d5-4dab-a78a-2c1a9cfb6296" providerId="ADAL" clId="{CE5FE99D-A33A-4604-ABD5-61655C13BFFB}" dt="2025-07-20T14:37:14.037" v="335" actId="207"/>
          <ac:spMkLst>
            <pc:docMk/>
            <pc:sldMk cId="1917221030" sldId="468"/>
            <ac:spMk id="3" creationId="{1E73BBF2-7CCE-5701-CA4D-1A73AD81E90C}"/>
          </ac:spMkLst>
        </pc:spChg>
        <pc:picChg chg="add mod">
          <ac:chgData name="Nazleeni Samiha Bt Haron (FSMC/UTP)" userId="6f0dd0b6-d3d5-4dab-a78a-2c1a9cfb6296" providerId="ADAL" clId="{CE5FE99D-A33A-4604-ABD5-61655C13BFFB}" dt="2025-07-20T14:36:54.694" v="329" actId="1076"/>
          <ac:picMkLst>
            <pc:docMk/>
            <pc:sldMk cId="1917221030" sldId="468"/>
            <ac:picMk id="5" creationId="{9D49A7CD-2CA0-028D-90AA-C630B9CE1075}"/>
          </ac:picMkLst>
        </pc:picChg>
      </pc:sldChg>
      <pc:sldChg chg="addSp delSp modSp add mod">
        <pc:chgData name="Nazleeni Samiha Bt Haron (FSMC/UTP)" userId="6f0dd0b6-d3d5-4dab-a78a-2c1a9cfb6296" providerId="ADAL" clId="{CE5FE99D-A33A-4604-ABD5-61655C13BFFB}" dt="2025-07-20T14:38:44.007" v="373" actId="123"/>
        <pc:sldMkLst>
          <pc:docMk/>
          <pc:sldMk cId="887228948" sldId="469"/>
        </pc:sldMkLst>
        <pc:spChg chg="mod">
          <ac:chgData name="Nazleeni Samiha Bt Haron (FSMC/UTP)" userId="6f0dd0b6-d3d5-4dab-a78a-2c1a9cfb6296" providerId="ADAL" clId="{CE5FE99D-A33A-4604-ABD5-61655C13BFFB}" dt="2025-07-20T14:38:44.007" v="373" actId="123"/>
          <ac:spMkLst>
            <pc:docMk/>
            <pc:sldMk cId="887228948" sldId="469"/>
            <ac:spMk id="3" creationId="{A447610B-AD44-99F5-14B0-C953C90842BD}"/>
          </ac:spMkLst>
        </pc:spChg>
        <pc:picChg chg="del">
          <ac:chgData name="Nazleeni Samiha Bt Haron (FSMC/UTP)" userId="6f0dd0b6-d3d5-4dab-a78a-2c1a9cfb6296" providerId="ADAL" clId="{CE5FE99D-A33A-4604-ABD5-61655C13BFFB}" dt="2025-07-20T14:37:38.283" v="337" actId="478"/>
          <ac:picMkLst>
            <pc:docMk/>
            <pc:sldMk cId="887228948" sldId="469"/>
            <ac:picMk id="5" creationId="{AB58BA82-A24E-1C32-F70E-7E384AC2F548}"/>
          </ac:picMkLst>
        </pc:picChg>
        <pc:picChg chg="add mod">
          <ac:chgData name="Nazleeni Samiha Bt Haron (FSMC/UTP)" userId="6f0dd0b6-d3d5-4dab-a78a-2c1a9cfb6296" providerId="ADAL" clId="{CE5FE99D-A33A-4604-ABD5-61655C13BFFB}" dt="2025-07-20T14:37:43.640" v="340" actId="14100"/>
          <ac:picMkLst>
            <pc:docMk/>
            <pc:sldMk cId="887228948" sldId="469"/>
            <ac:picMk id="6" creationId="{6163C456-046A-327E-ED38-96434C240673}"/>
          </ac:picMkLst>
        </pc:picChg>
      </pc:sldChg>
      <pc:sldChg chg="addSp delSp modSp add mod">
        <pc:chgData name="Nazleeni Samiha Bt Haron (FSMC/UTP)" userId="6f0dd0b6-d3d5-4dab-a78a-2c1a9cfb6296" providerId="ADAL" clId="{CE5FE99D-A33A-4604-ABD5-61655C13BFFB}" dt="2025-07-21T00:16:16.167" v="1261"/>
        <pc:sldMkLst>
          <pc:docMk/>
          <pc:sldMk cId="486856981" sldId="470"/>
        </pc:sldMkLst>
        <pc:spChg chg="mod">
          <ac:chgData name="Nazleeni Samiha Bt Haron (FSMC/UTP)" userId="6f0dd0b6-d3d5-4dab-a78a-2c1a9cfb6296" providerId="ADAL" clId="{CE5FE99D-A33A-4604-ABD5-61655C13BFFB}" dt="2025-07-20T14:40:53.261" v="416"/>
          <ac:spMkLst>
            <pc:docMk/>
            <pc:sldMk cId="486856981" sldId="470"/>
            <ac:spMk id="3" creationId="{C51F778D-D9B9-B1D5-F973-AFFE60653552}"/>
          </ac:spMkLst>
        </pc:spChg>
        <pc:spChg chg="add del mod">
          <ac:chgData name="Nazleeni Samiha Bt Haron (FSMC/UTP)" userId="6f0dd0b6-d3d5-4dab-a78a-2c1a9cfb6296" providerId="ADAL" clId="{CE5FE99D-A33A-4604-ABD5-61655C13BFFB}" dt="2025-07-21T00:16:16.167" v="1261"/>
          <ac:spMkLst>
            <pc:docMk/>
            <pc:sldMk cId="486856981" sldId="470"/>
            <ac:spMk id="7" creationId="{62CADE04-0CE9-2DBD-2904-83665079672C}"/>
          </ac:spMkLst>
        </pc:spChg>
        <pc:picChg chg="add mod">
          <ac:chgData name="Nazleeni Samiha Bt Haron (FSMC/UTP)" userId="6f0dd0b6-d3d5-4dab-a78a-2c1a9cfb6296" providerId="ADAL" clId="{CE5FE99D-A33A-4604-ABD5-61655C13BFFB}" dt="2025-07-20T14:39:25.680" v="382" actId="1076"/>
          <ac:picMkLst>
            <pc:docMk/>
            <pc:sldMk cId="486856981" sldId="470"/>
            <ac:picMk id="5" creationId="{A01FC198-2C12-D41B-B085-A4DC9A0D946C}"/>
          </ac:picMkLst>
        </pc:picChg>
        <pc:picChg chg="del">
          <ac:chgData name="Nazleeni Samiha Bt Haron (FSMC/UTP)" userId="6f0dd0b6-d3d5-4dab-a78a-2c1a9cfb6296" providerId="ADAL" clId="{CE5FE99D-A33A-4604-ABD5-61655C13BFFB}" dt="2025-07-20T14:39:15.799" v="376" actId="478"/>
          <ac:picMkLst>
            <pc:docMk/>
            <pc:sldMk cId="486856981" sldId="470"/>
            <ac:picMk id="6" creationId="{F9A9D168-5CEC-1F1A-FFCE-75B7182BC34E}"/>
          </ac:picMkLst>
        </pc:picChg>
      </pc:sldChg>
      <pc:sldChg chg="addSp delSp modSp add mod">
        <pc:chgData name="Nazleeni Samiha Bt Haron (FSMC/UTP)" userId="6f0dd0b6-d3d5-4dab-a78a-2c1a9cfb6296" providerId="ADAL" clId="{CE5FE99D-A33A-4604-ABD5-61655C13BFFB}" dt="2025-07-21T00:16:46.460" v="1263" actId="478"/>
        <pc:sldMkLst>
          <pc:docMk/>
          <pc:sldMk cId="30063148" sldId="471"/>
        </pc:sldMkLst>
        <pc:spChg chg="mod">
          <ac:chgData name="Nazleeni Samiha Bt Haron (FSMC/UTP)" userId="6f0dd0b6-d3d5-4dab-a78a-2c1a9cfb6296" providerId="ADAL" clId="{CE5FE99D-A33A-4604-ABD5-61655C13BFFB}" dt="2025-07-20T14:42:25.803" v="450" actId="14100"/>
          <ac:spMkLst>
            <pc:docMk/>
            <pc:sldMk cId="30063148" sldId="471"/>
            <ac:spMk id="3" creationId="{7737FAF9-A376-74DF-A44E-9BF3CD761572}"/>
          </ac:spMkLst>
        </pc:spChg>
        <pc:spChg chg="del mod">
          <ac:chgData name="Nazleeni Samiha Bt Haron (FSMC/UTP)" userId="6f0dd0b6-d3d5-4dab-a78a-2c1a9cfb6296" providerId="ADAL" clId="{CE5FE99D-A33A-4604-ABD5-61655C13BFFB}" dt="2025-07-21T00:16:46.460" v="1263" actId="478"/>
          <ac:spMkLst>
            <pc:docMk/>
            <pc:sldMk cId="30063148" sldId="471"/>
            <ac:spMk id="7" creationId="{715E7F0C-E208-EB33-AD49-C94022E4CAF2}"/>
          </ac:spMkLst>
        </pc:spChg>
        <pc:picChg chg="del">
          <ac:chgData name="Nazleeni Samiha Bt Haron (FSMC/UTP)" userId="6f0dd0b6-d3d5-4dab-a78a-2c1a9cfb6296" providerId="ADAL" clId="{CE5FE99D-A33A-4604-ABD5-61655C13BFFB}" dt="2025-07-20T14:41:03.935" v="419" actId="478"/>
          <ac:picMkLst>
            <pc:docMk/>
            <pc:sldMk cId="30063148" sldId="471"/>
            <ac:picMk id="5" creationId="{B1887331-DDC8-AE52-68B2-CC261A82E78F}"/>
          </ac:picMkLst>
        </pc:picChg>
        <pc:picChg chg="add mod">
          <ac:chgData name="Nazleeni Samiha Bt Haron (FSMC/UTP)" userId="6f0dd0b6-d3d5-4dab-a78a-2c1a9cfb6296" providerId="ADAL" clId="{CE5FE99D-A33A-4604-ABD5-61655C13BFFB}" dt="2025-07-20T14:41:29.767" v="423" actId="14100"/>
          <ac:picMkLst>
            <pc:docMk/>
            <pc:sldMk cId="30063148" sldId="471"/>
            <ac:picMk id="6" creationId="{F2D58859-89FA-7A6E-9EF0-EEC80A3BC577}"/>
          </ac:picMkLst>
        </pc:picChg>
      </pc:sldChg>
      <pc:sldChg chg="addSp delSp modSp add mod">
        <pc:chgData name="Nazleeni Samiha Bt Haron (FSMC/UTP)" userId="6f0dd0b6-d3d5-4dab-a78a-2c1a9cfb6296" providerId="ADAL" clId="{CE5FE99D-A33A-4604-ABD5-61655C13BFFB}" dt="2025-07-20T14:44:13.438" v="483"/>
        <pc:sldMkLst>
          <pc:docMk/>
          <pc:sldMk cId="1838252810" sldId="472"/>
        </pc:sldMkLst>
        <pc:spChg chg="mod">
          <ac:chgData name="Nazleeni Samiha Bt Haron (FSMC/UTP)" userId="6f0dd0b6-d3d5-4dab-a78a-2c1a9cfb6296" providerId="ADAL" clId="{CE5FE99D-A33A-4604-ABD5-61655C13BFFB}" dt="2025-07-20T14:44:03.492" v="480" actId="207"/>
          <ac:spMkLst>
            <pc:docMk/>
            <pc:sldMk cId="1838252810" sldId="472"/>
            <ac:spMk id="3" creationId="{10D88367-5B40-4A2D-6C7E-E0FFF61698BB}"/>
          </ac:spMkLst>
        </pc:spChg>
        <pc:spChg chg="del mod">
          <ac:chgData name="Nazleeni Samiha Bt Haron (FSMC/UTP)" userId="6f0dd0b6-d3d5-4dab-a78a-2c1a9cfb6296" providerId="ADAL" clId="{CE5FE99D-A33A-4604-ABD5-61655C13BFFB}" dt="2025-07-20T14:44:13.438" v="483"/>
          <ac:spMkLst>
            <pc:docMk/>
            <pc:sldMk cId="1838252810" sldId="472"/>
            <ac:spMk id="7" creationId="{56C17096-10DA-D198-0E28-5D03843E2035}"/>
          </ac:spMkLst>
        </pc:spChg>
        <pc:spChg chg="add mod">
          <ac:chgData name="Nazleeni Samiha Bt Haron (FSMC/UTP)" userId="6f0dd0b6-d3d5-4dab-a78a-2c1a9cfb6296" providerId="ADAL" clId="{CE5FE99D-A33A-4604-ABD5-61655C13BFFB}" dt="2025-07-20T14:43:29.596" v="467"/>
          <ac:spMkLst>
            <pc:docMk/>
            <pc:sldMk cId="1838252810" sldId="472"/>
            <ac:spMk id="8" creationId="{585F0D87-2307-74FE-9F71-4E3075AC7647}"/>
          </ac:spMkLst>
        </pc:spChg>
        <pc:picChg chg="add mod">
          <ac:chgData name="Nazleeni Samiha Bt Haron (FSMC/UTP)" userId="6f0dd0b6-d3d5-4dab-a78a-2c1a9cfb6296" providerId="ADAL" clId="{CE5FE99D-A33A-4604-ABD5-61655C13BFFB}" dt="2025-07-20T14:43:00.510" v="457" actId="1076"/>
          <ac:picMkLst>
            <pc:docMk/>
            <pc:sldMk cId="1838252810" sldId="472"/>
            <ac:picMk id="5" creationId="{C2F4EC74-4ABE-09BA-8B1E-F6AC21908F3A}"/>
          </ac:picMkLst>
        </pc:picChg>
        <pc:picChg chg="del">
          <ac:chgData name="Nazleeni Samiha Bt Haron (FSMC/UTP)" userId="6f0dd0b6-d3d5-4dab-a78a-2c1a9cfb6296" providerId="ADAL" clId="{CE5FE99D-A33A-4604-ABD5-61655C13BFFB}" dt="2025-07-20T14:42:53.402" v="453" actId="478"/>
          <ac:picMkLst>
            <pc:docMk/>
            <pc:sldMk cId="1838252810" sldId="472"/>
            <ac:picMk id="6" creationId="{9178DF3B-6DDF-74B8-5490-50125548C3F5}"/>
          </ac:picMkLst>
        </pc:picChg>
      </pc:sldChg>
      <pc:sldChg chg="addSp delSp modSp add mod">
        <pc:chgData name="Nazleeni Samiha Bt Haron (FSMC/UTP)" userId="6f0dd0b6-d3d5-4dab-a78a-2c1a9cfb6296" providerId="ADAL" clId="{CE5FE99D-A33A-4604-ABD5-61655C13BFFB}" dt="2025-07-20T14:45:54.224" v="521" actId="20577"/>
        <pc:sldMkLst>
          <pc:docMk/>
          <pc:sldMk cId="440263212" sldId="473"/>
        </pc:sldMkLst>
        <pc:spChg chg="mod">
          <ac:chgData name="Nazleeni Samiha Bt Haron (FSMC/UTP)" userId="6f0dd0b6-d3d5-4dab-a78a-2c1a9cfb6296" providerId="ADAL" clId="{CE5FE99D-A33A-4604-ABD5-61655C13BFFB}" dt="2025-07-20T14:45:54.224" v="521" actId="20577"/>
          <ac:spMkLst>
            <pc:docMk/>
            <pc:sldMk cId="440263212" sldId="473"/>
            <ac:spMk id="3" creationId="{D3842AB7-B2E6-3FD6-BF59-92230A36821B}"/>
          </ac:spMkLst>
        </pc:spChg>
        <pc:spChg chg="add">
          <ac:chgData name="Nazleeni Samiha Bt Haron (FSMC/UTP)" userId="6f0dd0b6-d3d5-4dab-a78a-2c1a9cfb6296" providerId="ADAL" clId="{CE5FE99D-A33A-4604-ABD5-61655C13BFFB}" dt="2025-07-20T14:45:27.619" v="510"/>
          <ac:spMkLst>
            <pc:docMk/>
            <pc:sldMk cId="440263212" sldId="473"/>
            <ac:spMk id="7" creationId="{4AEE421C-B918-6A06-CA67-81525BABCEB3}"/>
          </ac:spMkLst>
        </pc:spChg>
        <pc:picChg chg="del">
          <ac:chgData name="Nazleeni Samiha Bt Haron (FSMC/UTP)" userId="6f0dd0b6-d3d5-4dab-a78a-2c1a9cfb6296" providerId="ADAL" clId="{CE5FE99D-A33A-4604-ABD5-61655C13BFFB}" dt="2025-07-20T14:44:27.232" v="486" actId="478"/>
          <ac:picMkLst>
            <pc:docMk/>
            <pc:sldMk cId="440263212" sldId="473"/>
            <ac:picMk id="5" creationId="{9DC92A1B-FF0A-B63C-B59B-8D23036D9765}"/>
          </ac:picMkLst>
        </pc:picChg>
        <pc:picChg chg="add mod">
          <ac:chgData name="Nazleeni Samiha Bt Haron (FSMC/UTP)" userId="6f0dd0b6-d3d5-4dab-a78a-2c1a9cfb6296" providerId="ADAL" clId="{CE5FE99D-A33A-4604-ABD5-61655C13BFFB}" dt="2025-07-20T14:44:55.442" v="489" actId="14100"/>
          <ac:picMkLst>
            <pc:docMk/>
            <pc:sldMk cId="440263212" sldId="473"/>
            <ac:picMk id="6" creationId="{1077CB9B-3B7D-62BC-9A5A-813F1FEF341B}"/>
          </ac:picMkLst>
        </pc:picChg>
      </pc:sldChg>
      <pc:sldChg chg="addSp delSp modSp add mod">
        <pc:chgData name="Nazleeni Samiha Bt Haron (FSMC/UTP)" userId="6f0dd0b6-d3d5-4dab-a78a-2c1a9cfb6296" providerId="ADAL" clId="{CE5FE99D-A33A-4604-ABD5-61655C13BFFB}" dt="2025-07-21T00:17:40.633" v="1275" actId="14100"/>
        <pc:sldMkLst>
          <pc:docMk/>
          <pc:sldMk cId="1888654565" sldId="474"/>
        </pc:sldMkLst>
        <pc:spChg chg="mod">
          <ac:chgData name="Nazleeni Samiha Bt Haron (FSMC/UTP)" userId="6f0dd0b6-d3d5-4dab-a78a-2c1a9cfb6296" providerId="ADAL" clId="{CE5FE99D-A33A-4604-ABD5-61655C13BFFB}" dt="2025-07-21T00:17:38.282" v="1274" actId="1076"/>
          <ac:spMkLst>
            <pc:docMk/>
            <pc:sldMk cId="1888654565" sldId="474"/>
            <ac:spMk id="3" creationId="{773C83D6-D3E3-0705-3C2F-C70F18E829F2}"/>
          </ac:spMkLst>
        </pc:spChg>
        <pc:spChg chg="add">
          <ac:chgData name="Nazleeni Samiha Bt Haron (FSMC/UTP)" userId="6f0dd0b6-d3d5-4dab-a78a-2c1a9cfb6296" providerId="ADAL" clId="{CE5FE99D-A33A-4604-ABD5-61655C13BFFB}" dt="2025-07-20T14:46:30.425" v="532"/>
          <ac:spMkLst>
            <pc:docMk/>
            <pc:sldMk cId="1888654565" sldId="474"/>
            <ac:spMk id="4" creationId="{9D855597-B848-15B6-E5D4-ACB8A147DE38}"/>
          </ac:spMkLst>
        </pc:spChg>
        <pc:picChg chg="del">
          <ac:chgData name="Nazleeni Samiha Bt Haron (FSMC/UTP)" userId="6f0dd0b6-d3d5-4dab-a78a-2c1a9cfb6296" providerId="ADAL" clId="{CE5FE99D-A33A-4604-ABD5-61655C13BFFB}" dt="2025-07-20T14:46:27.653" v="531" actId="478"/>
          <ac:picMkLst>
            <pc:docMk/>
            <pc:sldMk cId="1888654565" sldId="474"/>
            <ac:picMk id="6" creationId="{81D548F0-53E6-3F87-AB4C-8B99B7D2133C}"/>
          </ac:picMkLst>
        </pc:picChg>
        <pc:picChg chg="add mod">
          <ac:chgData name="Nazleeni Samiha Bt Haron (FSMC/UTP)" userId="6f0dd0b6-d3d5-4dab-a78a-2c1a9cfb6296" providerId="ADAL" clId="{CE5FE99D-A33A-4604-ABD5-61655C13BFFB}" dt="2025-07-21T00:17:40.633" v="1275" actId="14100"/>
          <ac:picMkLst>
            <pc:docMk/>
            <pc:sldMk cId="1888654565" sldId="474"/>
            <ac:picMk id="7" creationId="{459A74FB-E5B5-D2F0-3EF4-A8470EC5118C}"/>
          </ac:picMkLst>
        </pc:picChg>
      </pc:sldChg>
      <pc:sldChg chg="addSp delSp modSp add mod">
        <pc:chgData name="Nazleeni Samiha Bt Haron (FSMC/UTP)" userId="6f0dd0b6-d3d5-4dab-a78a-2c1a9cfb6296" providerId="ADAL" clId="{CE5FE99D-A33A-4604-ABD5-61655C13BFFB}" dt="2025-07-20T14:48:52.448" v="602" actId="207"/>
        <pc:sldMkLst>
          <pc:docMk/>
          <pc:sldMk cId="4003768402" sldId="475"/>
        </pc:sldMkLst>
        <pc:spChg chg="mod">
          <ac:chgData name="Nazleeni Samiha Bt Haron (FSMC/UTP)" userId="6f0dd0b6-d3d5-4dab-a78a-2c1a9cfb6296" providerId="ADAL" clId="{CE5FE99D-A33A-4604-ABD5-61655C13BFFB}" dt="2025-07-20T14:48:52.448" v="602" actId="207"/>
          <ac:spMkLst>
            <pc:docMk/>
            <pc:sldMk cId="4003768402" sldId="475"/>
            <ac:spMk id="3" creationId="{3881E50B-6765-E7A0-4C31-6FF21DCC7CDA}"/>
          </ac:spMkLst>
        </pc:spChg>
        <pc:spChg chg="add">
          <ac:chgData name="Nazleeni Samiha Bt Haron (FSMC/UTP)" userId="6f0dd0b6-d3d5-4dab-a78a-2c1a9cfb6296" providerId="ADAL" clId="{CE5FE99D-A33A-4604-ABD5-61655C13BFFB}" dt="2025-07-20T14:48:25.848" v="589"/>
          <ac:spMkLst>
            <pc:docMk/>
            <pc:sldMk cId="4003768402" sldId="475"/>
            <ac:spMk id="6" creationId="{D66A429F-D212-1ED7-F86F-BB271DED5926}"/>
          </ac:spMkLst>
        </pc:spChg>
        <pc:picChg chg="add mod">
          <ac:chgData name="Nazleeni Samiha Bt Haron (FSMC/UTP)" userId="6f0dd0b6-d3d5-4dab-a78a-2c1a9cfb6296" providerId="ADAL" clId="{CE5FE99D-A33A-4604-ABD5-61655C13BFFB}" dt="2025-07-20T14:47:57.985" v="556" actId="14100"/>
          <ac:picMkLst>
            <pc:docMk/>
            <pc:sldMk cId="4003768402" sldId="475"/>
            <ac:picMk id="5" creationId="{77D62006-EB86-AAD2-897A-5FF1015CDB18}"/>
          </ac:picMkLst>
        </pc:picChg>
        <pc:picChg chg="del">
          <ac:chgData name="Nazleeni Samiha Bt Haron (FSMC/UTP)" userId="6f0dd0b6-d3d5-4dab-a78a-2c1a9cfb6296" providerId="ADAL" clId="{CE5FE99D-A33A-4604-ABD5-61655C13BFFB}" dt="2025-07-20T14:47:50.967" v="552" actId="478"/>
          <ac:picMkLst>
            <pc:docMk/>
            <pc:sldMk cId="4003768402" sldId="475"/>
            <ac:picMk id="7" creationId="{B651C786-C9BA-58F5-BF28-CD497AD8FC45}"/>
          </ac:picMkLst>
        </pc:picChg>
      </pc:sldChg>
      <pc:sldChg chg="new del ord">
        <pc:chgData name="Nazleeni Samiha Bt Haron (FSMC/UTP)" userId="6f0dd0b6-d3d5-4dab-a78a-2c1a9cfb6296" providerId="ADAL" clId="{CE5FE99D-A33A-4604-ABD5-61655C13BFFB}" dt="2025-07-20T14:54:42.387" v="651" actId="47"/>
        <pc:sldMkLst>
          <pc:docMk/>
          <pc:sldMk cId="852003778" sldId="476"/>
        </pc:sldMkLst>
      </pc:sldChg>
      <pc:sldChg chg="addSp modSp add mod ord">
        <pc:chgData name="Nazleeni Samiha Bt Haron (FSMC/UTP)" userId="6f0dd0b6-d3d5-4dab-a78a-2c1a9cfb6296" providerId="ADAL" clId="{CE5FE99D-A33A-4604-ABD5-61655C13BFFB}" dt="2025-07-20T22:59:42.881" v="829"/>
        <pc:sldMkLst>
          <pc:docMk/>
          <pc:sldMk cId="2794746172" sldId="476"/>
        </pc:sldMkLst>
        <pc:graphicFrameChg chg="add mod modGraphic">
          <ac:chgData name="Nazleeni Samiha Bt Haron (FSMC/UTP)" userId="6f0dd0b6-d3d5-4dab-a78a-2c1a9cfb6296" providerId="ADAL" clId="{CE5FE99D-A33A-4604-ABD5-61655C13BFFB}" dt="2025-07-20T22:50:36.787" v="775" actId="14100"/>
          <ac:graphicFrameMkLst>
            <pc:docMk/>
            <pc:sldMk cId="2794746172" sldId="476"/>
            <ac:graphicFrameMk id="3" creationId="{8F3F54C3-B542-4B1F-1EE0-BB4B84244A1B}"/>
          </ac:graphicFrameMkLst>
        </pc:graphicFrameChg>
      </pc:sldChg>
      <pc:sldChg chg="addSp delSp modSp add mod">
        <pc:chgData name="Nazleeni Samiha Bt Haron (FSMC/UTP)" userId="6f0dd0b6-d3d5-4dab-a78a-2c1a9cfb6296" providerId="ADAL" clId="{CE5FE99D-A33A-4604-ABD5-61655C13BFFB}" dt="2025-07-20T23:00:46.994" v="841" actId="12100"/>
        <pc:sldMkLst>
          <pc:docMk/>
          <pc:sldMk cId="2945359090" sldId="477"/>
        </pc:sldMkLst>
        <pc:spChg chg="mod">
          <ac:chgData name="Nazleeni Samiha Bt Haron (FSMC/UTP)" userId="6f0dd0b6-d3d5-4dab-a78a-2c1a9cfb6296" providerId="ADAL" clId="{CE5FE99D-A33A-4604-ABD5-61655C13BFFB}" dt="2025-07-20T23:00:24.516" v="839" actId="26606"/>
          <ac:spMkLst>
            <pc:docMk/>
            <pc:sldMk cId="2945359090" sldId="477"/>
            <ac:spMk id="2" creationId="{AE2F4E6B-E663-9DA4-09B9-4B3789085216}"/>
          </ac:spMkLst>
        </pc:spChg>
        <pc:spChg chg="add del">
          <ac:chgData name="Nazleeni Samiha Bt Haron (FSMC/UTP)" userId="6f0dd0b6-d3d5-4dab-a78a-2c1a9cfb6296" providerId="ADAL" clId="{CE5FE99D-A33A-4604-ABD5-61655C13BFFB}" dt="2025-07-20T23:00:24.516" v="839" actId="26606"/>
          <ac:spMkLst>
            <pc:docMk/>
            <pc:sldMk cId="2945359090" sldId="477"/>
            <ac:spMk id="5" creationId="{4F857905-028E-D3F6-86FE-FBC8FCF3E91E}"/>
          </ac:spMkLst>
        </pc:spChg>
        <pc:graphicFrameChg chg="del mod modGraphic">
          <ac:chgData name="Nazleeni Samiha Bt Haron (FSMC/UTP)" userId="6f0dd0b6-d3d5-4dab-a78a-2c1a9cfb6296" providerId="ADAL" clId="{CE5FE99D-A33A-4604-ABD5-61655C13BFFB}" dt="2025-07-20T23:00:02.360" v="835" actId="478"/>
          <ac:graphicFrameMkLst>
            <pc:docMk/>
            <pc:sldMk cId="2945359090" sldId="477"/>
            <ac:graphicFrameMk id="3" creationId="{B53863A1-8F63-7E4E-F8D8-C0C54A2E72E7}"/>
          </ac:graphicFrameMkLst>
        </pc:graphicFrameChg>
        <pc:graphicFrameChg chg="add mod">
          <ac:chgData name="Nazleeni Samiha Bt Haron (FSMC/UTP)" userId="6f0dd0b6-d3d5-4dab-a78a-2c1a9cfb6296" providerId="ADAL" clId="{CE5FE99D-A33A-4604-ABD5-61655C13BFFB}" dt="2025-07-20T23:00:46.994" v="841" actId="12100"/>
          <ac:graphicFrameMkLst>
            <pc:docMk/>
            <pc:sldMk cId="2945359090" sldId="477"/>
            <ac:graphicFrameMk id="7" creationId="{6B9C4E0A-A5D0-8ABD-04BE-A9E0DE98D8C5}"/>
          </ac:graphicFrameMkLst>
        </pc:graphicFrameChg>
      </pc:sldChg>
      <pc:sldChg chg="modSp add mod ord">
        <pc:chgData name="Nazleeni Samiha Bt Haron (FSMC/UTP)" userId="6f0dd0b6-d3d5-4dab-a78a-2c1a9cfb6296" providerId="ADAL" clId="{CE5FE99D-A33A-4604-ABD5-61655C13BFFB}" dt="2025-07-20T22:59:45.240" v="831"/>
        <pc:sldMkLst>
          <pc:docMk/>
          <pc:sldMk cId="3682824531" sldId="478"/>
        </pc:sldMkLst>
        <pc:graphicFrameChg chg="mod">
          <ac:chgData name="Nazleeni Samiha Bt Haron (FSMC/UTP)" userId="6f0dd0b6-d3d5-4dab-a78a-2c1a9cfb6296" providerId="ADAL" clId="{CE5FE99D-A33A-4604-ABD5-61655C13BFFB}" dt="2025-07-20T15:01:35.122" v="758" actId="12100"/>
          <ac:graphicFrameMkLst>
            <pc:docMk/>
            <pc:sldMk cId="3682824531" sldId="478"/>
            <ac:graphicFrameMk id="3" creationId="{9CF5F8AE-3F08-54D0-1C4D-DD049F89F193}"/>
          </ac:graphicFrameMkLst>
        </pc:graphicFrameChg>
      </pc:sldChg>
      <pc:sldChg chg="addSp delSp modSp add mod ord">
        <pc:chgData name="Nazleeni Samiha Bt Haron (FSMC/UTP)" userId="6f0dd0b6-d3d5-4dab-a78a-2c1a9cfb6296" providerId="ADAL" clId="{CE5FE99D-A33A-4604-ABD5-61655C13BFFB}" dt="2025-07-20T22:53:11.842" v="802" actId="478"/>
        <pc:sldMkLst>
          <pc:docMk/>
          <pc:sldMk cId="677214123" sldId="479"/>
        </pc:sldMkLst>
        <pc:spChg chg="del mod">
          <ac:chgData name="Nazleeni Samiha Bt Haron (FSMC/UTP)" userId="6f0dd0b6-d3d5-4dab-a78a-2c1a9cfb6296" providerId="ADAL" clId="{CE5FE99D-A33A-4604-ABD5-61655C13BFFB}" dt="2025-07-20T22:53:09.556" v="801" actId="478"/>
          <ac:spMkLst>
            <pc:docMk/>
            <pc:sldMk cId="677214123" sldId="479"/>
            <ac:spMk id="2" creationId="{6870560E-45C3-7AB2-C416-98FADF96DC8F}"/>
          </ac:spMkLst>
        </pc:spChg>
        <pc:spChg chg="add del mod">
          <ac:chgData name="Nazleeni Samiha Bt Haron (FSMC/UTP)" userId="6f0dd0b6-d3d5-4dab-a78a-2c1a9cfb6296" providerId="ADAL" clId="{CE5FE99D-A33A-4604-ABD5-61655C13BFFB}" dt="2025-07-20T22:53:11.842" v="802" actId="478"/>
          <ac:spMkLst>
            <pc:docMk/>
            <pc:sldMk cId="677214123" sldId="479"/>
            <ac:spMk id="6" creationId="{C21E4E5E-7996-E602-F427-438F32F275D0}"/>
          </ac:spMkLst>
        </pc:spChg>
        <pc:graphicFrameChg chg="del">
          <ac:chgData name="Nazleeni Samiha Bt Haron (FSMC/UTP)" userId="6f0dd0b6-d3d5-4dab-a78a-2c1a9cfb6296" providerId="ADAL" clId="{CE5FE99D-A33A-4604-ABD5-61655C13BFFB}" dt="2025-07-20T22:52:36.776" v="790" actId="478"/>
          <ac:graphicFrameMkLst>
            <pc:docMk/>
            <pc:sldMk cId="677214123" sldId="479"/>
            <ac:graphicFrameMk id="3" creationId="{F4E01A95-07A7-6C10-5079-6996BDFF789E}"/>
          </ac:graphicFrameMkLst>
        </pc:graphicFrameChg>
        <pc:picChg chg="add mod modCrop">
          <ac:chgData name="Nazleeni Samiha Bt Haron (FSMC/UTP)" userId="6f0dd0b6-d3d5-4dab-a78a-2c1a9cfb6296" providerId="ADAL" clId="{CE5FE99D-A33A-4604-ABD5-61655C13BFFB}" dt="2025-07-20T22:53:06.671" v="800" actId="1076"/>
          <ac:picMkLst>
            <pc:docMk/>
            <pc:sldMk cId="677214123" sldId="479"/>
            <ac:picMk id="4" creationId="{9BE31BFF-9398-148A-F2B9-A34D16A68E5C}"/>
          </ac:picMkLst>
        </pc:picChg>
      </pc:sldChg>
      <pc:sldChg chg="addSp delSp modSp add mod ord">
        <pc:chgData name="Nazleeni Samiha Bt Haron (FSMC/UTP)" userId="6f0dd0b6-d3d5-4dab-a78a-2c1a9cfb6296" providerId="ADAL" clId="{CE5FE99D-A33A-4604-ABD5-61655C13BFFB}" dt="2025-07-20T23:11:16.455" v="948" actId="962"/>
        <pc:sldMkLst>
          <pc:docMk/>
          <pc:sldMk cId="2156450873" sldId="480"/>
        </pc:sldMkLst>
        <pc:spChg chg="mod">
          <ac:chgData name="Nazleeni Samiha Bt Haron (FSMC/UTP)" userId="6f0dd0b6-d3d5-4dab-a78a-2c1a9cfb6296" providerId="ADAL" clId="{CE5FE99D-A33A-4604-ABD5-61655C13BFFB}" dt="2025-07-20T23:11:16.455" v="948" actId="962"/>
          <ac:spMkLst>
            <pc:docMk/>
            <pc:sldMk cId="2156450873" sldId="480"/>
            <ac:spMk id="2" creationId="{AC8710AF-28D0-3D72-A5E7-FF4F0A31E8FA}"/>
          </ac:spMkLst>
        </pc:spChg>
        <pc:graphicFrameChg chg="del mod">
          <ac:chgData name="Nazleeni Samiha Bt Haron (FSMC/UTP)" userId="6f0dd0b6-d3d5-4dab-a78a-2c1a9cfb6296" providerId="ADAL" clId="{CE5FE99D-A33A-4604-ABD5-61655C13BFFB}" dt="2025-07-20T23:10:49.460" v="943" actId="478"/>
          <ac:graphicFrameMkLst>
            <pc:docMk/>
            <pc:sldMk cId="2156450873" sldId="480"/>
            <ac:graphicFrameMk id="3" creationId="{26065AC6-9686-7768-A6DB-83F33B94DE55}"/>
          </ac:graphicFrameMkLst>
        </pc:graphicFrameChg>
        <pc:picChg chg="add mod">
          <ac:chgData name="Nazleeni Samiha Bt Haron (FSMC/UTP)" userId="6f0dd0b6-d3d5-4dab-a78a-2c1a9cfb6296" providerId="ADAL" clId="{CE5FE99D-A33A-4604-ABD5-61655C13BFFB}" dt="2025-07-20T23:11:16.455" v="947" actId="27614"/>
          <ac:picMkLst>
            <pc:docMk/>
            <pc:sldMk cId="2156450873" sldId="480"/>
            <ac:picMk id="4" creationId="{8B3B84C9-CC1B-DFE4-833F-E42B8C0BCB36}"/>
          </ac:picMkLst>
        </pc:picChg>
      </pc:sldChg>
      <pc:sldChg chg="addSp delSp new mod ord">
        <pc:chgData name="Nazleeni Samiha Bt Haron (FSMC/UTP)" userId="6f0dd0b6-d3d5-4dab-a78a-2c1a9cfb6296" providerId="ADAL" clId="{CE5FE99D-A33A-4604-ABD5-61655C13BFFB}" dt="2025-07-20T22:59:54.121" v="833"/>
        <pc:sldMkLst>
          <pc:docMk/>
          <pc:sldMk cId="1955128688" sldId="481"/>
        </pc:sldMkLst>
        <pc:spChg chg="del">
          <ac:chgData name="Nazleeni Samiha Bt Haron (FSMC/UTP)" userId="6f0dd0b6-d3d5-4dab-a78a-2c1a9cfb6296" providerId="ADAL" clId="{CE5FE99D-A33A-4604-ABD5-61655C13BFFB}" dt="2025-07-20T22:56:46.825" v="808" actId="478"/>
          <ac:spMkLst>
            <pc:docMk/>
            <pc:sldMk cId="1955128688" sldId="481"/>
            <ac:spMk id="2" creationId="{E3811FD8-A5B5-E27B-E2FE-07740B1E6873}"/>
          </ac:spMkLst>
        </pc:spChg>
        <pc:spChg chg="del">
          <ac:chgData name="Nazleeni Samiha Bt Haron (FSMC/UTP)" userId="6f0dd0b6-d3d5-4dab-a78a-2c1a9cfb6296" providerId="ADAL" clId="{CE5FE99D-A33A-4604-ABD5-61655C13BFFB}" dt="2025-07-20T22:56:46.124" v="807" actId="478"/>
          <ac:spMkLst>
            <pc:docMk/>
            <pc:sldMk cId="1955128688" sldId="481"/>
            <ac:spMk id="3" creationId="{43E1D679-F1F3-2785-BDD5-BC8FA5B7AACF}"/>
          </ac:spMkLst>
        </pc:spChg>
        <pc:picChg chg="add">
          <ac:chgData name="Nazleeni Samiha Bt Haron (FSMC/UTP)" userId="6f0dd0b6-d3d5-4dab-a78a-2c1a9cfb6296" providerId="ADAL" clId="{CE5FE99D-A33A-4604-ABD5-61655C13BFFB}" dt="2025-07-20T22:56:48.525" v="809"/>
          <ac:picMkLst>
            <pc:docMk/>
            <pc:sldMk cId="1955128688" sldId="481"/>
            <ac:picMk id="4" creationId="{ADE3B98A-3001-F74F-D6B4-75E6ED1A9D55}"/>
          </ac:picMkLst>
        </pc:picChg>
      </pc:sldChg>
      <pc:sldChg chg="add ord">
        <pc:chgData name="Nazleeni Samiha Bt Haron (FSMC/UTP)" userId="6f0dd0b6-d3d5-4dab-a78a-2c1a9cfb6296" providerId="ADAL" clId="{CE5FE99D-A33A-4604-ABD5-61655C13BFFB}" dt="2025-07-20T23:00:08.999" v="837"/>
        <pc:sldMkLst>
          <pc:docMk/>
          <pc:sldMk cId="382990494" sldId="482"/>
        </pc:sldMkLst>
      </pc:sldChg>
      <pc:sldChg chg="addSp delSp modSp add del mod modClrScheme chgLayout">
        <pc:chgData name="Nazleeni Samiha Bt Haron (FSMC/UTP)" userId="6f0dd0b6-d3d5-4dab-a78a-2c1a9cfb6296" providerId="ADAL" clId="{CE5FE99D-A33A-4604-ABD5-61655C13BFFB}" dt="2025-07-20T23:06:06.430" v="904" actId="47"/>
        <pc:sldMkLst>
          <pc:docMk/>
          <pc:sldMk cId="827644252" sldId="483"/>
        </pc:sldMkLst>
        <pc:spChg chg="del mod ord">
          <ac:chgData name="Nazleeni Samiha Bt Haron (FSMC/UTP)" userId="6f0dd0b6-d3d5-4dab-a78a-2c1a9cfb6296" providerId="ADAL" clId="{CE5FE99D-A33A-4604-ABD5-61655C13BFFB}" dt="2025-07-20T23:05:27.901" v="895" actId="478"/>
          <ac:spMkLst>
            <pc:docMk/>
            <pc:sldMk cId="827644252" sldId="483"/>
            <ac:spMk id="2" creationId="{747612ED-4682-8853-4C6F-64234467D0E3}"/>
          </ac:spMkLst>
        </pc:spChg>
        <pc:spChg chg="add del mod ord">
          <ac:chgData name="Nazleeni Samiha Bt Haron (FSMC/UTP)" userId="6f0dd0b6-d3d5-4dab-a78a-2c1a9cfb6296" providerId="ADAL" clId="{CE5FE99D-A33A-4604-ABD5-61655C13BFFB}" dt="2025-07-20T23:06:04.423" v="903" actId="21"/>
          <ac:spMkLst>
            <pc:docMk/>
            <pc:sldMk cId="827644252" sldId="483"/>
            <ac:spMk id="4" creationId="{DC8CA931-5F53-D6A7-50F6-D236DF1AAE58}"/>
          </ac:spMkLst>
        </pc:spChg>
        <pc:spChg chg="add del mod">
          <ac:chgData name="Nazleeni Samiha Bt Haron (FSMC/UTP)" userId="6f0dd0b6-d3d5-4dab-a78a-2c1a9cfb6296" providerId="ADAL" clId="{CE5FE99D-A33A-4604-ABD5-61655C13BFFB}" dt="2025-07-20T23:05:31.748" v="896" actId="478"/>
          <ac:spMkLst>
            <pc:docMk/>
            <pc:sldMk cId="827644252" sldId="483"/>
            <ac:spMk id="6" creationId="{C975DCCC-047A-5441-432B-CB269AA0D49D}"/>
          </ac:spMkLst>
        </pc:spChg>
        <pc:spChg chg="add del">
          <ac:chgData name="Nazleeni Samiha Bt Haron (FSMC/UTP)" userId="6f0dd0b6-d3d5-4dab-a78a-2c1a9cfb6296" providerId="ADAL" clId="{CE5FE99D-A33A-4604-ABD5-61655C13BFFB}" dt="2025-07-20T23:05:47.047" v="899" actId="22"/>
          <ac:spMkLst>
            <pc:docMk/>
            <pc:sldMk cId="827644252" sldId="483"/>
            <ac:spMk id="8" creationId="{4DAF8E03-009E-87C8-300C-93B590261263}"/>
          </ac:spMkLst>
        </pc:spChg>
        <pc:spChg chg="add mod">
          <ac:chgData name="Nazleeni Samiha Bt Haron (FSMC/UTP)" userId="6f0dd0b6-d3d5-4dab-a78a-2c1a9cfb6296" providerId="ADAL" clId="{CE5FE99D-A33A-4604-ABD5-61655C13BFFB}" dt="2025-07-20T23:05:51.747" v="900"/>
          <ac:spMkLst>
            <pc:docMk/>
            <pc:sldMk cId="827644252" sldId="483"/>
            <ac:spMk id="9" creationId="{CFA291E7-7AEE-32DF-1C74-A0717FA03F52}"/>
          </ac:spMkLst>
        </pc:spChg>
        <pc:spChg chg="add mod">
          <ac:chgData name="Nazleeni Samiha Bt Haron (FSMC/UTP)" userId="6f0dd0b6-d3d5-4dab-a78a-2c1a9cfb6296" providerId="ADAL" clId="{CE5FE99D-A33A-4604-ABD5-61655C13BFFB}" dt="2025-07-20T23:06:04.423" v="903" actId="21"/>
          <ac:spMkLst>
            <pc:docMk/>
            <pc:sldMk cId="827644252" sldId="483"/>
            <ac:spMk id="11" creationId="{B738377D-BA76-C777-A8F7-65D4AB701752}"/>
          </ac:spMkLst>
        </pc:spChg>
        <pc:graphicFrameChg chg="del">
          <ac:chgData name="Nazleeni Samiha Bt Haron (FSMC/UTP)" userId="6f0dd0b6-d3d5-4dab-a78a-2c1a9cfb6296" providerId="ADAL" clId="{CE5FE99D-A33A-4604-ABD5-61655C13BFFB}" dt="2025-07-20T23:03:56.972" v="843" actId="478"/>
          <ac:graphicFrameMkLst>
            <pc:docMk/>
            <pc:sldMk cId="827644252" sldId="483"/>
            <ac:graphicFrameMk id="3" creationId="{4901A438-3AC4-39D4-A655-92FB86199EC1}"/>
          </ac:graphicFrameMkLst>
        </pc:graphicFrameChg>
      </pc:sldChg>
      <pc:sldChg chg="addSp delSp modSp add mod ord modClrScheme chgLayout">
        <pc:chgData name="Nazleeni Samiha Bt Haron (FSMC/UTP)" userId="6f0dd0b6-d3d5-4dab-a78a-2c1a9cfb6296" providerId="ADAL" clId="{CE5FE99D-A33A-4604-ABD5-61655C13BFFB}" dt="2025-07-20T23:10:41.310" v="931"/>
        <pc:sldMkLst>
          <pc:docMk/>
          <pc:sldMk cId="1475767399" sldId="484"/>
        </pc:sldMkLst>
        <pc:spChg chg="mod">
          <ac:chgData name="Nazleeni Samiha Bt Haron (FSMC/UTP)" userId="6f0dd0b6-d3d5-4dab-a78a-2c1a9cfb6296" providerId="ADAL" clId="{CE5FE99D-A33A-4604-ABD5-61655C13BFFB}" dt="2025-07-20T23:07:49.962" v="929" actId="207"/>
          <ac:spMkLst>
            <pc:docMk/>
            <pc:sldMk cId="1475767399" sldId="484"/>
            <ac:spMk id="2" creationId="{E47BD38F-25F3-38B0-BE60-851AA81B4648}"/>
          </ac:spMkLst>
        </pc:spChg>
        <pc:spChg chg="add mod">
          <ac:chgData name="Nazleeni Samiha Bt Haron (FSMC/UTP)" userId="6f0dd0b6-d3d5-4dab-a78a-2c1a9cfb6296" providerId="ADAL" clId="{CE5FE99D-A33A-4604-ABD5-61655C13BFFB}" dt="2025-07-20T23:07:46.420" v="928" actId="123"/>
          <ac:spMkLst>
            <pc:docMk/>
            <pc:sldMk cId="1475767399" sldId="484"/>
            <ac:spMk id="4" creationId="{EBC44827-C94E-B003-B5CC-6CEB2029CD2B}"/>
          </ac:spMkLst>
        </pc:spChg>
        <pc:graphicFrameChg chg="del">
          <ac:chgData name="Nazleeni Samiha Bt Haron (FSMC/UTP)" userId="6f0dd0b6-d3d5-4dab-a78a-2c1a9cfb6296" providerId="ADAL" clId="{CE5FE99D-A33A-4604-ABD5-61655C13BFFB}" dt="2025-07-20T23:06:00.508" v="902" actId="478"/>
          <ac:graphicFrameMkLst>
            <pc:docMk/>
            <pc:sldMk cId="1475767399" sldId="484"/>
            <ac:graphicFrameMk id="3" creationId="{6DAA9746-E90C-FD5B-1AD3-097E041A5104}"/>
          </ac:graphicFrameMkLst>
        </pc:graphicFrameChg>
        <pc:picChg chg="add mod modCrop">
          <ac:chgData name="Nazleeni Samiha Bt Haron (FSMC/UTP)" userId="6f0dd0b6-d3d5-4dab-a78a-2c1a9cfb6296" providerId="ADAL" clId="{CE5FE99D-A33A-4604-ABD5-61655C13BFFB}" dt="2025-07-20T23:07:35.537" v="924" actId="1076"/>
          <ac:picMkLst>
            <pc:docMk/>
            <pc:sldMk cId="1475767399" sldId="484"/>
            <ac:picMk id="5" creationId="{F3B90957-90E7-F335-E7C8-F2C52B8A813B}"/>
          </ac:picMkLst>
        </pc:picChg>
      </pc:sldChg>
      <pc:sldChg chg="delSp add del mod">
        <pc:chgData name="Nazleeni Samiha Bt Haron (FSMC/UTP)" userId="6f0dd0b6-d3d5-4dab-a78a-2c1a9cfb6296" providerId="ADAL" clId="{CE5FE99D-A33A-4604-ABD5-61655C13BFFB}" dt="2025-07-20T23:28:31.669" v="1059" actId="47"/>
        <pc:sldMkLst>
          <pc:docMk/>
          <pc:sldMk cId="270378655" sldId="485"/>
        </pc:sldMkLst>
        <pc:picChg chg="del">
          <ac:chgData name="Nazleeni Samiha Bt Haron (FSMC/UTP)" userId="6f0dd0b6-d3d5-4dab-a78a-2c1a9cfb6296" providerId="ADAL" clId="{CE5FE99D-A33A-4604-ABD5-61655C13BFFB}" dt="2025-07-20T23:11:24.461" v="950" actId="478"/>
          <ac:picMkLst>
            <pc:docMk/>
            <pc:sldMk cId="270378655" sldId="485"/>
            <ac:picMk id="4" creationId="{F5E18CF0-4910-B428-2821-E4940341488C}"/>
          </ac:picMkLst>
        </pc:picChg>
      </pc:sldChg>
      <pc:sldChg chg="addSp modSp new mod modClrScheme chgLayout">
        <pc:chgData name="Nazleeni Samiha Bt Haron (FSMC/UTP)" userId="6f0dd0b6-d3d5-4dab-a78a-2c1a9cfb6296" providerId="ADAL" clId="{CE5FE99D-A33A-4604-ABD5-61655C13BFFB}" dt="2025-07-20T23:15:47.297" v="989" actId="207"/>
        <pc:sldMkLst>
          <pc:docMk/>
          <pc:sldMk cId="3905963655" sldId="486"/>
        </pc:sldMkLst>
        <pc:spChg chg="mod">
          <ac:chgData name="Nazleeni Samiha Bt Haron (FSMC/UTP)" userId="6f0dd0b6-d3d5-4dab-a78a-2c1a9cfb6296" providerId="ADAL" clId="{CE5FE99D-A33A-4604-ABD5-61655C13BFFB}" dt="2025-07-20T23:15:47.297" v="989" actId="207"/>
          <ac:spMkLst>
            <pc:docMk/>
            <pc:sldMk cId="3905963655" sldId="486"/>
            <ac:spMk id="2" creationId="{AEC091DB-CDC3-BE8C-53C4-FDD302FD424E}"/>
          </ac:spMkLst>
        </pc:spChg>
        <pc:spChg chg="mod">
          <ac:chgData name="Nazleeni Samiha Bt Haron (FSMC/UTP)" userId="6f0dd0b6-d3d5-4dab-a78a-2c1a9cfb6296" providerId="ADAL" clId="{CE5FE99D-A33A-4604-ABD5-61655C13BFFB}" dt="2025-07-20T23:15:37.585" v="985" actId="1076"/>
          <ac:spMkLst>
            <pc:docMk/>
            <pc:sldMk cId="3905963655" sldId="486"/>
            <ac:spMk id="3" creationId="{FCFF816A-A7C3-CE45-11B5-51B3A883EA82}"/>
          </ac:spMkLst>
        </pc:spChg>
        <pc:picChg chg="add mod">
          <ac:chgData name="Nazleeni Samiha Bt Haron (FSMC/UTP)" userId="6f0dd0b6-d3d5-4dab-a78a-2c1a9cfb6296" providerId="ADAL" clId="{CE5FE99D-A33A-4604-ABD5-61655C13BFFB}" dt="2025-07-20T23:15:42.266" v="987" actId="1076"/>
          <ac:picMkLst>
            <pc:docMk/>
            <pc:sldMk cId="3905963655" sldId="486"/>
            <ac:picMk id="4" creationId="{A63DC283-DC61-A926-919D-D4BC93DEED79}"/>
          </ac:picMkLst>
        </pc:picChg>
        <pc:picChg chg="add mod">
          <ac:chgData name="Nazleeni Samiha Bt Haron (FSMC/UTP)" userId="6f0dd0b6-d3d5-4dab-a78a-2c1a9cfb6296" providerId="ADAL" clId="{CE5FE99D-A33A-4604-ABD5-61655C13BFFB}" dt="2025-07-20T23:15:39.959" v="986" actId="1076"/>
          <ac:picMkLst>
            <pc:docMk/>
            <pc:sldMk cId="3905963655" sldId="486"/>
            <ac:picMk id="6" creationId="{5179996B-4269-43B5-E211-9D0C7E9AB01A}"/>
          </ac:picMkLst>
        </pc:picChg>
      </pc:sldChg>
      <pc:sldChg chg="addSp delSp modSp new mod">
        <pc:chgData name="Nazleeni Samiha Bt Haron (FSMC/UTP)" userId="6f0dd0b6-d3d5-4dab-a78a-2c1a9cfb6296" providerId="ADAL" clId="{CE5FE99D-A33A-4604-ABD5-61655C13BFFB}" dt="2025-07-20T23:18:05.708" v="1010" actId="1076"/>
        <pc:sldMkLst>
          <pc:docMk/>
          <pc:sldMk cId="4141349673" sldId="487"/>
        </pc:sldMkLst>
        <pc:spChg chg="del">
          <ac:chgData name="Nazleeni Samiha Bt Haron (FSMC/UTP)" userId="6f0dd0b6-d3d5-4dab-a78a-2c1a9cfb6296" providerId="ADAL" clId="{CE5FE99D-A33A-4604-ABD5-61655C13BFFB}" dt="2025-07-20T23:15:59.753" v="991" actId="478"/>
          <ac:spMkLst>
            <pc:docMk/>
            <pc:sldMk cId="4141349673" sldId="487"/>
            <ac:spMk id="2" creationId="{BCA0A4FA-297D-4E6F-F21A-D9D643E24E35}"/>
          </ac:spMkLst>
        </pc:spChg>
        <pc:spChg chg="mod">
          <ac:chgData name="Nazleeni Samiha Bt Haron (FSMC/UTP)" userId="6f0dd0b6-d3d5-4dab-a78a-2c1a9cfb6296" providerId="ADAL" clId="{CE5FE99D-A33A-4604-ABD5-61655C13BFFB}" dt="2025-07-20T23:18:02.979" v="1009" actId="123"/>
          <ac:spMkLst>
            <pc:docMk/>
            <pc:sldMk cId="4141349673" sldId="487"/>
            <ac:spMk id="3" creationId="{2E6C4D49-92F9-2BFD-DDC0-1D98DEAF96BA}"/>
          </ac:spMkLst>
        </pc:spChg>
        <pc:spChg chg="del mod">
          <ac:chgData name="Nazleeni Samiha Bt Haron (FSMC/UTP)" userId="6f0dd0b6-d3d5-4dab-a78a-2c1a9cfb6296" providerId="ADAL" clId="{CE5FE99D-A33A-4604-ABD5-61655C13BFFB}" dt="2025-07-20T23:17:38.037" v="1002" actId="478"/>
          <ac:spMkLst>
            <pc:docMk/>
            <pc:sldMk cId="4141349673" sldId="487"/>
            <ac:spMk id="4" creationId="{C5D1BA64-9A85-41C5-015A-1BA5D1D250DE}"/>
          </ac:spMkLst>
        </pc:spChg>
        <pc:spChg chg="add mod">
          <ac:chgData name="Nazleeni Samiha Bt Haron (FSMC/UTP)" userId="6f0dd0b6-d3d5-4dab-a78a-2c1a9cfb6296" providerId="ADAL" clId="{CE5FE99D-A33A-4604-ABD5-61655C13BFFB}" dt="2025-07-20T23:16:00.762" v="992"/>
          <ac:spMkLst>
            <pc:docMk/>
            <pc:sldMk cId="4141349673" sldId="487"/>
            <ac:spMk id="5" creationId="{9BCCF277-F96B-4BB5-E9FF-FC6C889205BE}"/>
          </ac:spMkLst>
        </pc:spChg>
        <pc:picChg chg="add mod">
          <ac:chgData name="Nazleeni Samiha Bt Haron (FSMC/UTP)" userId="6f0dd0b6-d3d5-4dab-a78a-2c1a9cfb6296" providerId="ADAL" clId="{CE5FE99D-A33A-4604-ABD5-61655C13BFFB}" dt="2025-07-20T23:17:52.576" v="1006" actId="1076"/>
          <ac:picMkLst>
            <pc:docMk/>
            <pc:sldMk cId="4141349673" sldId="487"/>
            <ac:picMk id="7" creationId="{18B14D23-D2CA-0C41-A38E-0D790E490B9F}"/>
          </ac:picMkLst>
        </pc:picChg>
        <pc:picChg chg="add mod">
          <ac:chgData name="Nazleeni Samiha Bt Haron (FSMC/UTP)" userId="6f0dd0b6-d3d5-4dab-a78a-2c1a9cfb6296" providerId="ADAL" clId="{CE5FE99D-A33A-4604-ABD5-61655C13BFFB}" dt="2025-07-20T23:18:05.708" v="1010" actId="1076"/>
          <ac:picMkLst>
            <pc:docMk/>
            <pc:sldMk cId="4141349673" sldId="487"/>
            <ac:picMk id="8" creationId="{9B4099FD-2FA7-3FCF-354B-FBC74D7838C4}"/>
          </ac:picMkLst>
        </pc:picChg>
      </pc:sldChg>
      <pc:sldChg chg="addSp delSp modSp add mod">
        <pc:chgData name="Nazleeni Samiha Bt Haron (FSMC/UTP)" userId="6f0dd0b6-d3d5-4dab-a78a-2c1a9cfb6296" providerId="ADAL" clId="{CE5FE99D-A33A-4604-ABD5-61655C13BFFB}" dt="2025-07-20T23:21:25.450" v="1030" actId="14100"/>
        <pc:sldMkLst>
          <pc:docMk/>
          <pc:sldMk cId="4232236173" sldId="488"/>
        </pc:sldMkLst>
        <pc:spChg chg="mod">
          <ac:chgData name="Nazleeni Samiha Bt Haron (FSMC/UTP)" userId="6f0dd0b6-d3d5-4dab-a78a-2c1a9cfb6296" providerId="ADAL" clId="{CE5FE99D-A33A-4604-ABD5-61655C13BFFB}" dt="2025-07-20T23:20:57.511" v="1027" actId="20577"/>
          <ac:spMkLst>
            <pc:docMk/>
            <pc:sldMk cId="4232236173" sldId="488"/>
            <ac:spMk id="3" creationId="{9327E14E-39BC-E8CC-B0C7-3D49DF31231E}"/>
          </ac:spMkLst>
        </pc:spChg>
        <pc:picChg chg="add mod">
          <ac:chgData name="Nazleeni Samiha Bt Haron (FSMC/UTP)" userId="6f0dd0b6-d3d5-4dab-a78a-2c1a9cfb6296" providerId="ADAL" clId="{CE5FE99D-A33A-4604-ABD5-61655C13BFFB}" dt="2025-07-20T23:20:21.616" v="1022" actId="1076"/>
          <ac:picMkLst>
            <pc:docMk/>
            <pc:sldMk cId="4232236173" sldId="488"/>
            <ac:picMk id="4" creationId="{F844CFBB-4494-A58A-E62B-C68E4DB4DE18}"/>
          </ac:picMkLst>
        </pc:picChg>
        <pc:picChg chg="add mod">
          <ac:chgData name="Nazleeni Samiha Bt Haron (FSMC/UTP)" userId="6f0dd0b6-d3d5-4dab-a78a-2c1a9cfb6296" providerId="ADAL" clId="{CE5FE99D-A33A-4604-ABD5-61655C13BFFB}" dt="2025-07-20T23:21:25.450" v="1030" actId="14100"/>
          <ac:picMkLst>
            <pc:docMk/>
            <pc:sldMk cId="4232236173" sldId="488"/>
            <ac:picMk id="6" creationId="{181C40E6-01A9-CB33-DA38-12A6F1FDBD8C}"/>
          </ac:picMkLst>
        </pc:picChg>
        <pc:picChg chg="del">
          <ac:chgData name="Nazleeni Samiha Bt Haron (FSMC/UTP)" userId="6f0dd0b6-d3d5-4dab-a78a-2c1a9cfb6296" providerId="ADAL" clId="{CE5FE99D-A33A-4604-ABD5-61655C13BFFB}" dt="2025-07-20T23:19:47.868" v="1012" actId="478"/>
          <ac:picMkLst>
            <pc:docMk/>
            <pc:sldMk cId="4232236173" sldId="488"/>
            <ac:picMk id="7" creationId="{772B2B31-17E0-93EF-E5FC-72BD5DC24060}"/>
          </ac:picMkLst>
        </pc:picChg>
        <pc:picChg chg="del">
          <ac:chgData name="Nazleeni Samiha Bt Haron (FSMC/UTP)" userId="6f0dd0b6-d3d5-4dab-a78a-2c1a9cfb6296" providerId="ADAL" clId="{CE5FE99D-A33A-4604-ABD5-61655C13BFFB}" dt="2025-07-20T23:19:56.719" v="1015" actId="478"/>
          <ac:picMkLst>
            <pc:docMk/>
            <pc:sldMk cId="4232236173" sldId="488"/>
            <ac:picMk id="8" creationId="{DEB2D294-D4F0-E2B9-6D29-F98BA3B9085C}"/>
          </ac:picMkLst>
        </pc:picChg>
      </pc:sldChg>
      <pc:sldChg chg="addSp delSp modSp add mod">
        <pc:chgData name="Nazleeni Samiha Bt Haron (FSMC/UTP)" userId="6f0dd0b6-d3d5-4dab-a78a-2c1a9cfb6296" providerId="ADAL" clId="{CE5FE99D-A33A-4604-ABD5-61655C13BFFB}" dt="2025-07-20T23:25:16.466" v="1045" actId="1076"/>
        <pc:sldMkLst>
          <pc:docMk/>
          <pc:sldMk cId="196135054" sldId="489"/>
        </pc:sldMkLst>
        <pc:spChg chg="mod">
          <ac:chgData name="Nazleeni Samiha Bt Haron (FSMC/UTP)" userId="6f0dd0b6-d3d5-4dab-a78a-2c1a9cfb6296" providerId="ADAL" clId="{CE5FE99D-A33A-4604-ABD5-61655C13BFFB}" dt="2025-07-20T23:24:45.813" v="1041" actId="20577"/>
          <ac:spMkLst>
            <pc:docMk/>
            <pc:sldMk cId="196135054" sldId="489"/>
            <ac:spMk id="3" creationId="{225BC888-3485-07BD-9BDD-0C36B7202CB9}"/>
          </ac:spMkLst>
        </pc:spChg>
        <pc:picChg chg="del">
          <ac:chgData name="Nazleeni Samiha Bt Haron (FSMC/UTP)" userId="6f0dd0b6-d3d5-4dab-a78a-2c1a9cfb6296" providerId="ADAL" clId="{CE5FE99D-A33A-4604-ABD5-61655C13BFFB}" dt="2025-07-20T23:24:54.359" v="1042" actId="478"/>
          <ac:picMkLst>
            <pc:docMk/>
            <pc:sldMk cId="196135054" sldId="489"/>
            <ac:picMk id="4" creationId="{B4ABA95B-9EED-4371-AD30-AEE4B5434A6B}"/>
          </ac:picMkLst>
        </pc:picChg>
        <pc:picChg chg="del">
          <ac:chgData name="Nazleeni Samiha Bt Haron (FSMC/UTP)" userId="6f0dd0b6-d3d5-4dab-a78a-2c1a9cfb6296" providerId="ADAL" clId="{CE5FE99D-A33A-4604-ABD5-61655C13BFFB}" dt="2025-07-20T23:23:56.118" v="1032" actId="478"/>
          <ac:picMkLst>
            <pc:docMk/>
            <pc:sldMk cId="196135054" sldId="489"/>
            <ac:picMk id="6" creationId="{C94DF111-22F7-FBB6-6608-B039B63F50B3}"/>
          </ac:picMkLst>
        </pc:picChg>
        <pc:picChg chg="add mod">
          <ac:chgData name="Nazleeni Samiha Bt Haron (FSMC/UTP)" userId="6f0dd0b6-d3d5-4dab-a78a-2c1a9cfb6296" providerId="ADAL" clId="{CE5FE99D-A33A-4604-ABD5-61655C13BFFB}" dt="2025-07-20T23:25:16.466" v="1045" actId="1076"/>
          <ac:picMkLst>
            <pc:docMk/>
            <pc:sldMk cId="196135054" sldId="489"/>
            <ac:picMk id="7" creationId="{2662B176-6A9E-4DD5-1BC7-9E166A09D974}"/>
          </ac:picMkLst>
        </pc:picChg>
        <pc:picChg chg="add mod">
          <ac:chgData name="Nazleeni Samiha Bt Haron (FSMC/UTP)" userId="6f0dd0b6-d3d5-4dab-a78a-2c1a9cfb6296" providerId="ADAL" clId="{CE5FE99D-A33A-4604-ABD5-61655C13BFFB}" dt="2025-07-20T23:24:36.250" v="1039" actId="1076"/>
          <ac:picMkLst>
            <pc:docMk/>
            <pc:sldMk cId="196135054" sldId="489"/>
            <ac:picMk id="7170" creationId="{A5DB27E3-DB00-CC59-353C-2A55D9C4D646}"/>
          </ac:picMkLst>
        </pc:picChg>
      </pc:sldChg>
      <pc:sldChg chg="addSp delSp modSp add del mod">
        <pc:chgData name="Nazleeni Samiha Bt Haron (FSMC/UTP)" userId="6f0dd0b6-d3d5-4dab-a78a-2c1a9cfb6296" providerId="ADAL" clId="{CE5FE99D-A33A-4604-ABD5-61655C13BFFB}" dt="2025-07-20T23:28:27.489" v="1058" actId="47"/>
        <pc:sldMkLst>
          <pc:docMk/>
          <pc:sldMk cId="800865006" sldId="490"/>
        </pc:sldMkLst>
        <pc:spChg chg="mod">
          <ac:chgData name="Nazleeni Samiha Bt Haron (FSMC/UTP)" userId="6f0dd0b6-d3d5-4dab-a78a-2c1a9cfb6296" providerId="ADAL" clId="{CE5FE99D-A33A-4604-ABD5-61655C13BFFB}" dt="2025-07-20T23:26:28.351" v="1051" actId="20577"/>
          <ac:spMkLst>
            <pc:docMk/>
            <pc:sldMk cId="800865006" sldId="490"/>
            <ac:spMk id="3" creationId="{EA70862D-2B48-6232-BA15-95464C63F0C0}"/>
          </ac:spMkLst>
        </pc:spChg>
        <pc:picChg chg="add mod">
          <ac:chgData name="Nazleeni Samiha Bt Haron (FSMC/UTP)" userId="6f0dd0b6-d3d5-4dab-a78a-2c1a9cfb6296" providerId="ADAL" clId="{CE5FE99D-A33A-4604-ABD5-61655C13BFFB}" dt="2025-07-20T23:26:55.182" v="1055" actId="1076"/>
          <ac:picMkLst>
            <pc:docMk/>
            <pc:sldMk cId="800865006" sldId="490"/>
            <ac:picMk id="4" creationId="{065ABB35-ABBE-47EF-5F1F-2C7C7A1A9F04}"/>
          </ac:picMkLst>
        </pc:picChg>
        <pc:picChg chg="add mod">
          <ac:chgData name="Nazleeni Samiha Bt Haron (FSMC/UTP)" userId="6f0dd0b6-d3d5-4dab-a78a-2c1a9cfb6296" providerId="ADAL" clId="{CE5FE99D-A33A-4604-ABD5-61655C13BFFB}" dt="2025-07-20T23:27:42.457" v="1057" actId="1076"/>
          <ac:picMkLst>
            <pc:docMk/>
            <pc:sldMk cId="800865006" sldId="490"/>
            <ac:picMk id="6" creationId="{8F9D4F00-0725-AB8C-BE67-2250BF3CA23A}"/>
          </ac:picMkLst>
        </pc:picChg>
        <pc:picChg chg="del">
          <ac:chgData name="Nazleeni Samiha Bt Haron (FSMC/UTP)" userId="6f0dd0b6-d3d5-4dab-a78a-2c1a9cfb6296" providerId="ADAL" clId="{CE5FE99D-A33A-4604-ABD5-61655C13BFFB}" dt="2025-07-20T23:26:38.203" v="1052" actId="478"/>
          <ac:picMkLst>
            <pc:docMk/>
            <pc:sldMk cId="800865006" sldId="490"/>
            <ac:picMk id="7" creationId="{21CD0A0E-894A-9160-8A31-9E546E14B129}"/>
          </ac:picMkLst>
        </pc:picChg>
        <pc:picChg chg="del">
          <ac:chgData name="Nazleeni Samiha Bt Haron (FSMC/UTP)" userId="6f0dd0b6-d3d5-4dab-a78a-2c1a9cfb6296" providerId="ADAL" clId="{CE5FE99D-A33A-4604-ABD5-61655C13BFFB}" dt="2025-07-20T23:26:39.965" v="1053" actId="478"/>
          <ac:picMkLst>
            <pc:docMk/>
            <pc:sldMk cId="800865006" sldId="490"/>
            <ac:picMk id="7170" creationId="{04AC3A40-7C5A-7659-D373-8AA9CD903483}"/>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B85770-42E1-4814-8590-86807E84937E}" type="doc">
      <dgm:prSet loTypeId="urn:microsoft.com/office/officeart/2005/8/layout/hierarchy1" loCatId="hierarchy" qsTypeId="urn:microsoft.com/office/officeart/2005/8/quickstyle/simple1" qsCatId="simple" csTypeId="urn:microsoft.com/office/officeart/2005/8/colors/accent5_2" csCatId="accent5" phldr="1"/>
      <dgm:spPr/>
      <dgm:t>
        <a:bodyPr/>
        <a:lstStyle/>
        <a:p>
          <a:endParaRPr lang="en-MY"/>
        </a:p>
      </dgm:t>
    </dgm:pt>
    <dgm:pt modelId="{E37C874B-A1EC-4003-8C76-762BDB28DC91}">
      <dgm:prSet phldrT="[Text]"/>
      <dgm:spPr/>
      <dgm:t>
        <a:bodyPr/>
        <a:lstStyle/>
        <a:p>
          <a:r>
            <a:rPr lang="en-MY" dirty="0"/>
            <a:t>ERP Implementation</a:t>
          </a:r>
        </a:p>
      </dgm:t>
    </dgm:pt>
    <dgm:pt modelId="{ACAF0A50-4401-4537-B512-36D3B34E8C32}" type="parTrans" cxnId="{5CE30A71-91FB-4BD8-9955-21D715F58F9A}">
      <dgm:prSet/>
      <dgm:spPr/>
      <dgm:t>
        <a:bodyPr/>
        <a:lstStyle/>
        <a:p>
          <a:endParaRPr lang="en-MY"/>
        </a:p>
      </dgm:t>
    </dgm:pt>
    <dgm:pt modelId="{C6962557-3305-40BB-9081-00B8A7E7F159}" type="sibTrans" cxnId="{5CE30A71-91FB-4BD8-9955-21D715F58F9A}">
      <dgm:prSet/>
      <dgm:spPr/>
      <dgm:t>
        <a:bodyPr/>
        <a:lstStyle/>
        <a:p>
          <a:endParaRPr lang="en-MY"/>
        </a:p>
      </dgm:t>
    </dgm:pt>
    <dgm:pt modelId="{1AC76A62-1B4A-4F7E-9273-019C8EB38E05}">
      <dgm:prSet phldrT="[Text]"/>
      <dgm:spPr/>
      <dgm:t>
        <a:bodyPr/>
        <a:lstStyle/>
        <a:p>
          <a:r>
            <a:rPr lang="en-MY" dirty="0"/>
            <a:t>ERP Success Factors</a:t>
          </a:r>
        </a:p>
      </dgm:t>
    </dgm:pt>
    <dgm:pt modelId="{88D042D8-5356-40F9-B9C7-E16DA56824B4}" type="parTrans" cxnId="{CD1CA94A-421C-4AA5-A02B-83EDF95676FA}">
      <dgm:prSet/>
      <dgm:spPr/>
      <dgm:t>
        <a:bodyPr/>
        <a:lstStyle/>
        <a:p>
          <a:endParaRPr lang="en-MY"/>
        </a:p>
      </dgm:t>
    </dgm:pt>
    <dgm:pt modelId="{747DE455-DF8F-4B93-8BAA-74224CB98FCA}" type="sibTrans" cxnId="{CD1CA94A-421C-4AA5-A02B-83EDF95676FA}">
      <dgm:prSet/>
      <dgm:spPr/>
      <dgm:t>
        <a:bodyPr/>
        <a:lstStyle/>
        <a:p>
          <a:endParaRPr lang="en-MY"/>
        </a:p>
      </dgm:t>
    </dgm:pt>
    <dgm:pt modelId="{220BC5EE-0CF6-4784-9FBA-BBE79F8DB00B}">
      <dgm:prSet phldrT="[Text]"/>
      <dgm:spPr/>
      <dgm:t>
        <a:bodyPr/>
        <a:lstStyle/>
        <a:p>
          <a:r>
            <a:rPr lang="en-MY" dirty="0"/>
            <a:t>ERP Failure Factors</a:t>
          </a:r>
        </a:p>
      </dgm:t>
    </dgm:pt>
    <dgm:pt modelId="{A45D4CA4-B146-46D5-9365-DA02C4A563A2}" type="parTrans" cxnId="{BFC75F4C-87F9-49A3-A724-88283AFF051B}">
      <dgm:prSet/>
      <dgm:spPr/>
      <dgm:t>
        <a:bodyPr/>
        <a:lstStyle/>
        <a:p>
          <a:endParaRPr lang="en-MY"/>
        </a:p>
      </dgm:t>
    </dgm:pt>
    <dgm:pt modelId="{8C8A5937-FD56-4AAD-B974-16AD505855B1}" type="sibTrans" cxnId="{BFC75F4C-87F9-49A3-A724-88283AFF051B}">
      <dgm:prSet/>
      <dgm:spPr/>
      <dgm:t>
        <a:bodyPr/>
        <a:lstStyle/>
        <a:p>
          <a:endParaRPr lang="en-MY"/>
        </a:p>
      </dgm:t>
    </dgm:pt>
    <dgm:pt modelId="{79082336-BC39-4555-98B7-75278F5ACCD3}" type="pres">
      <dgm:prSet presAssocID="{8BB85770-42E1-4814-8590-86807E84937E}" presName="hierChild1" presStyleCnt="0">
        <dgm:presLayoutVars>
          <dgm:chPref val="1"/>
          <dgm:dir/>
          <dgm:animOne val="branch"/>
          <dgm:animLvl val="lvl"/>
          <dgm:resizeHandles/>
        </dgm:presLayoutVars>
      </dgm:prSet>
      <dgm:spPr/>
    </dgm:pt>
    <dgm:pt modelId="{EA512CD5-195F-4972-AFC9-EEDFC573FE8A}" type="pres">
      <dgm:prSet presAssocID="{E37C874B-A1EC-4003-8C76-762BDB28DC91}" presName="hierRoot1" presStyleCnt="0"/>
      <dgm:spPr/>
    </dgm:pt>
    <dgm:pt modelId="{5D0A68FC-A619-4CCF-9221-B2FF8B809CCA}" type="pres">
      <dgm:prSet presAssocID="{E37C874B-A1EC-4003-8C76-762BDB28DC91}" presName="composite" presStyleCnt="0"/>
      <dgm:spPr/>
    </dgm:pt>
    <dgm:pt modelId="{D8CC7205-A156-4F40-9A50-B721256B5F56}" type="pres">
      <dgm:prSet presAssocID="{E37C874B-A1EC-4003-8C76-762BDB28DC91}" presName="background" presStyleLbl="node0" presStyleIdx="0" presStyleCnt="3"/>
      <dgm:spPr/>
    </dgm:pt>
    <dgm:pt modelId="{9E701436-572F-45DC-AFD1-C1755ACD1B7C}" type="pres">
      <dgm:prSet presAssocID="{E37C874B-A1EC-4003-8C76-762BDB28DC91}" presName="text" presStyleLbl="fgAcc0" presStyleIdx="0" presStyleCnt="3">
        <dgm:presLayoutVars>
          <dgm:chPref val="3"/>
        </dgm:presLayoutVars>
      </dgm:prSet>
      <dgm:spPr/>
    </dgm:pt>
    <dgm:pt modelId="{9D7ED7A4-FD20-4E19-AA68-7EF23E5A5A9F}" type="pres">
      <dgm:prSet presAssocID="{E37C874B-A1EC-4003-8C76-762BDB28DC91}" presName="hierChild2" presStyleCnt="0"/>
      <dgm:spPr/>
    </dgm:pt>
    <dgm:pt modelId="{D175015F-A8A4-4DA4-9F5E-BC48D611E0CB}" type="pres">
      <dgm:prSet presAssocID="{1AC76A62-1B4A-4F7E-9273-019C8EB38E05}" presName="hierRoot1" presStyleCnt="0"/>
      <dgm:spPr/>
    </dgm:pt>
    <dgm:pt modelId="{B189CD6E-A9DF-485F-BEC8-52D5AD64053E}" type="pres">
      <dgm:prSet presAssocID="{1AC76A62-1B4A-4F7E-9273-019C8EB38E05}" presName="composite" presStyleCnt="0"/>
      <dgm:spPr/>
    </dgm:pt>
    <dgm:pt modelId="{3FBD19A3-B32E-404C-9FED-6053A69E4CF0}" type="pres">
      <dgm:prSet presAssocID="{1AC76A62-1B4A-4F7E-9273-019C8EB38E05}" presName="background" presStyleLbl="node0" presStyleIdx="1" presStyleCnt="3"/>
      <dgm:spPr/>
    </dgm:pt>
    <dgm:pt modelId="{57EC892B-E3C9-426F-BFFB-412930A4182F}" type="pres">
      <dgm:prSet presAssocID="{1AC76A62-1B4A-4F7E-9273-019C8EB38E05}" presName="text" presStyleLbl="fgAcc0" presStyleIdx="1" presStyleCnt="3">
        <dgm:presLayoutVars>
          <dgm:chPref val="3"/>
        </dgm:presLayoutVars>
      </dgm:prSet>
      <dgm:spPr/>
    </dgm:pt>
    <dgm:pt modelId="{09BDCFE8-E11F-4239-B982-FB933D21A82C}" type="pres">
      <dgm:prSet presAssocID="{1AC76A62-1B4A-4F7E-9273-019C8EB38E05}" presName="hierChild2" presStyleCnt="0"/>
      <dgm:spPr/>
    </dgm:pt>
    <dgm:pt modelId="{3D5F0176-343E-4641-91B6-D9AAF6E208E7}" type="pres">
      <dgm:prSet presAssocID="{220BC5EE-0CF6-4784-9FBA-BBE79F8DB00B}" presName="hierRoot1" presStyleCnt="0"/>
      <dgm:spPr/>
    </dgm:pt>
    <dgm:pt modelId="{FC505182-E633-4781-B808-A0556AAA318C}" type="pres">
      <dgm:prSet presAssocID="{220BC5EE-0CF6-4784-9FBA-BBE79F8DB00B}" presName="composite" presStyleCnt="0"/>
      <dgm:spPr/>
    </dgm:pt>
    <dgm:pt modelId="{2B7C838F-BC37-4E71-A597-77B629679A6C}" type="pres">
      <dgm:prSet presAssocID="{220BC5EE-0CF6-4784-9FBA-BBE79F8DB00B}" presName="background" presStyleLbl="node0" presStyleIdx="2" presStyleCnt="3"/>
      <dgm:spPr/>
    </dgm:pt>
    <dgm:pt modelId="{B6F67CE8-5594-432A-95B3-527052839410}" type="pres">
      <dgm:prSet presAssocID="{220BC5EE-0CF6-4784-9FBA-BBE79F8DB00B}" presName="text" presStyleLbl="fgAcc0" presStyleIdx="2" presStyleCnt="3">
        <dgm:presLayoutVars>
          <dgm:chPref val="3"/>
        </dgm:presLayoutVars>
      </dgm:prSet>
      <dgm:spPr/>
    </dgm:pt>
    <dgm:pt modelId="{66E1D77A-85FB-4FD0-9E95-32FB8745589E}" type="pres">
      <dgm:prSet presAssocID="{220BC5EE-0CF6-4784-9FBA-BBE79F8DB00B}" presName="hierChild2" presStyleCnt="0"/>
      <dgm:spPr/>
    </dgm:pt>
  </dgm:ptLst>
  <dgm:cxnLst>
    <dgm:cxn modelId="{192F882F-564B-464B-BF42-D1486F670B04}" type="presOf" srcId="{220BC5EE-0CF6-4784-9FBA-BBE79F8DB00B}" destId="{B6F67CE8-5594-432A-95B3-527052839410}" srcOrd="0" destOrd="0" presId="urn:microsoft.com/office/officeart/2005/8/layout/hierarchy1"/>
    <dgm:cxn modelId="{CD1CA94A-421C-4AA5-A02B-83EDF95676FA}" srcId="{8BB85770-42E1-4814-8590-86807E84937E}" destId="{1AC76A62-1B4A-4F7E-9273-019C8EB38E05}" srcOrd="1" destOrd="0" parTransId="{88D042D8-5356-40F9-B9C7-E16DA56824B4}" sibTransId="{747DE455-DF8F-4B93-8BAA-74224CB98FCA}"/>
    <dgm:cxn modelId="{BFC75F4C-87F9-49A3-A724-88283AFF051B}" srcId="{8BB85770-42E1-4814-8590-86807E84937E}" destId="{220BC5EE-0CF6-4784-9FBA-BBE79F8DB00B}" srcOrd="2" destOrd="0" parTransId="{A45D4CA4-B146-46D5-9365-DA02C4A563A2}" sibTransId="{8C8A5937-FD56-4AAD-B974-16AD505855B1}"/>
    <dgm:cxn modelId="{5CE30A71-91FB-4BD8-9955-21D715F58F9A}" srcId="{8BB85770-42E1-4814-8590-86807E84937E}" destId="{E37C874B-A1EC-4003-8C76-762BDB28DC91}" srcOrd="0" destOrd="0" parTransId="{ACAF0A50-4401-4537-B512-36D3B34E8C32}" sibTransId="{C6962557-3305-40BB-9081-00B8A7E7F159}"/>
    <dgm:cxn modelId="{98912674-A598-42A6-B441-6CF4140CAF40}" type="presOf" srcId="{1AC76A62-1B4A-4F7E-9273-019C8EB38E05}" destId="{57EC892B-E3C9-426F-BFFB-412930A4182F}" srcOrd="0" destOrd="0" presId="urn:microsoft.com/office/officeart/2005/8/layout/hierarchy1"/>
    <dgm:cxn modelId="{7C127296-E6C6-4D15-B9DE-D647C0E806AB}" type="presOf" srcId="{E37C874B-A1EC-4003-8C76-762BDB28DC91}" destId="{9E701436-572F-45DC-AFD1-C1755ACD1B7C}" srcOrd="0" destOrd="0" presId="urn:microsoft.com/office/officeart/2005/8/layout/hierarchy1"/>
    <dgm:cxn modelId="{D68F489B-E6AC-4A87-8E80-C14F1CB16050}" type="presOf" srcId="{8BB85770-42E1-4814-8590-86807E84937E}" destId="{79082336-BC39-4555-98B7-75278F5ACCD3}" srcOrd="0" destOrd="0" presId="urn:microsoft.com/office/officeart/2005/8/layout/hierarchy1"/>
    <dgm:cxn modelId="{94042A25-51A8-4660-915D-19A8D10525D5}" type="presParOf" srcId="{79082336-BC39-4555-98B7-75278F5ACCD3}" destId="{EA512CD5-195F-4972-AFC9-EEDFC573FE8A}" srcOrd="0" destOrd="0" presId="urn:microsoft.com/office/officeart/2005/8/layout/hierarchy1"/>
    <dgm:cxn modelId="{F09520FE-398B-4EA2-B67C-0E85C978FDE1}" type="presParOf" srcId="{EA512CD5-195F-4972-AFC9-EEDFC573FE8A}" destId="{5D0A68FC-A619-4CCF-9221-B2FF8B809CCA}" srcOrd="0" destOrd="0" presId="urn:microsoft.com/office/officeart/2005/8/layout/hierarchy1"/>
    <dgm:cxn modelId="{2EF73F46-1481-4F97-8700-614BB3DCA297}" type="presParOf" srcId="{5D0A68FC-A619-4CCF-9221-B2FF8B809CCA}" destId="{D8CC7205-A156-4F40-9A50-B721256B5F56}" srcOrd="0" destOrd="0" presId="urn:microsoft.com/office/officeart/2005/8/layout/hierarchy1"/>
    <dgm:cxn modelId="{1DF45E7A-24DB-46BB-A2B2-0B1F39309722}" type="presParOf" srcId="{5D0A68FC-A619-4CCF-9221-B2FF8B809CCA}" destId="{9E701436-572F-45DC-AFD1-C1755ACD1B7C}" srcOrd="1" destOrd="0" presId="urn:microsoft.com/office/officeart/2005/8/layout/hierarchy1"/>
    <dgm:cxn modelId="{0D046A5C-31F9-4BBD-ABB2-C352009DC231}" type="presParOf" srcId="{EA512CD5-195F-4972-AFC9-EEDFC573FE8A}" destId="{9D7ED7A4-FD20-4E19-AA68-7EF23E5A5A9F}" srcOrd="1" destOrd="0" presId="urn:microsoft.com/office/officeart/2005/8/layout/hierarchy1"/>
    <dgm:cxn modelId="{C82B0D57-5083-4C6D-AA81-3A53703FB4EA}" type="presParOf" srcId="{79082336-BC39-4555-98B7-75278F5ACCD3}" destId="{D175015F-A8A4-4DA4-9F5E-BC48D611E0CB}" srcOrd="1" destOrd="0" presId="urn:microsoft.com/office/officeart/2005/8/layout/hierarchy1"/>
    <dgm:cxn modelId="{0F1884DD-7C40-47F1-91F7-618962DED4F2}" type="presParOf" srcId="{D175015F-A8A4-4DA4-9F5E-BC48D611E0CB}" destId="{B189CD6E-A9DF-485F-BEC8-52D5AD64053E}" srcOrd="0" destOrd="0" presId="urn:microsoft.com/office/officeart/2005/8/layout/hierarchy1"/>
    <dgm:cxn modelId="{894DC23D-124E-4380-8FE1-A2BC03867862}" type="presParOf" srcId="{B189CD6E-A9DF-485F-BEC8-52D5AD64053E}" destId="{3FBD19A3-B32E-404C-9FED-6053A69E4CF0}" srcOrd="0" destOrd="0" presId="urn:microsoft.com/office/officeart/2005/8/layout/hierarchy1"/>
    <dgm:cxn modelId="{8A062707-0DE7-41BC-8B71-B1C5BE9B6536}" type="presParOf" srcId="{B189CD6E-A9DF-485F-BEC8-52D5AD64053E}" destId="{57EC892B-E3C9-426F-BFFB-412930A4182F}" srcOrd="1" destOrd="0" presId="urn:microsoft.com/office/officeart/2005/8/layout/hierarchy1"/>
    <dgm:cxn modelId="{89C48ECE-EF02-4BBD-A077-EC0808910D51}" type="presParOf" srcId="{D175015F-A8A4-4DA4-9F5E-BC48D611E0CB}" destId="{09BDCFE8-E11F-4239-B982-FB933D21A82C}" srcOrd="1" destOrd="0" presId="urn:microsoft.com/office/officeart/2005/8/layout/hierarchy1"/>
    <dgm:cxn modelId="{28B2766C-E5BB-456F-B1BD-CDEC3EF7AFCB}" type="presParOf" srcId="{79082336-BC39-4555-98B7-75278F5ACCD3}" destId="{3D5F0176-343E-4641-91B6-D9AAF6E208E7}" srcOrd="2" destOrd="0" presId="urn:microsoft.com/office/officeart/2005/8/layout/hierarchy1"/>
    <dgm:cxn modelId="{E0FE5E81-8ECF-45A9-B68A-E261AB66FC5D}" type="presParOf" srcId="{3D5F0176-343E-4641-91B6-D9AAF6E208E7}" destId="{FC505182-E633-4781-B808-A0556AAA318C}" srcOrd="0" destOrd="0" presId="urn:microsoft.com/office/officeart/2005/8/layout/hierarchy1"/>
    <dgm:cxn modelId="{13EEF823-3CFD-4354-9C71-5BD21FAFE66E}" type="presParOf" srcId="{FC505182-E633-4781-B808-A0556AAA318C}" destId="{2B7C838F-BC37-4E71-A597-77B629679A6C}" srcOrd="0" destOrd="0" presId="urn:microsoft.com/office/officeart/2005/8/layout/hierarchy1"/>
    <dgm:cxn modelId="{E43BD339-618F-4E34-92DF-C6C268099642}" type="presParOf" srcId="{FC505182-E633-4781-B808-A0556AAA318C}" destId="{B6F67CE8-5594-432A-95B3-527052839410}" srcOrd="1" destOrd="0" presId="urn:microsoft.com/office/officeart/2005/8/layout/hierarchy1"/>
    <dgm:cxn modelId="{A6D63969-1862-496A-852D-78F4D0136568}" type="presParOf" srcId="{3D5F0176-343E-4641-91B6-D9AAF6E208E7}" destId="{66E1D77A-85FB-4FD0-9E95-32FB8745589E}"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D55208-123F-483E-A339-B472CFD62DB2}" type="doc">
      <dgm:prSet loTypeId="urn:microsoft.com/office/officeart/2005/8/layout/chevron2" loCatId="process" qsTypeId="urn:microsoft.com/office/officeart/2005/8/quickstyle/simple5" qsCatId="simple" csTypeId="urn:microsoft.com/office/officeart/2005/8/colors/accent1_4" csCatId="accent1" phldr="1"/>
      <dgm:spPr/>
      <dgm:t>
        <a:bodyPr/>
        <a:lstStyle/>
        <a:p>
          <a:endParaRPr lang="en-MY"/>
        </a:p>
      </dgm:t>
    </dgm:pt>
    <dgm:pt modelId="{42DEA99B-5099-4BFF-BE0C-5C4820621ACB}">
      <dgm:prSet phldrT="[Text]"/>
      <dgm:spPr/>
      <dgm:t>
        <a:bodyPr/>
        <a:lstStyle/>
        <a:p>
          <a:r>
            <a:rPr lang="en-MY" dirty="0"/>
            <a:t>01</a:t>
          </a:r>
        </a:p>
      </dgm:t>
    </dgm:pt>
    <dgm:pt modelId="{024FC086-6523-4A21-B3DC-9DA658BA23E5}" type="parTrans" cxnId="{22B6817C-55C2-4562-BB25-D9CDCEB3D97D}">
      <dgm:prSet/>
      <dgm:spPr/>
      <dgm:t>
        <a:bodyPr/>
        <a:lstStyle/>
        <a:p>
          <a:endParaRPr lang="en-MY"/>
        </a:p>
      </dgm:t>
    </dgm:pt>
    <dgm:pt modelId="{722DDF7E-4C15-42F8-B353-44B606D399C8}" type="sibTrans" cxnId="{22B6817C-55C2-4562-BB25-D9CDCEB3D97D}">
      <dgm:prSet/>
      <dgm:spPr/>
      <dgm:t>
        <a:bodyPr/>
        <a:lstStyle/>
        <a:p>
          <a:endParaRPr lang="en-MY"/>
        </a:p>
      </dgm:t>
    </dgm:pt>
    <dgm:pt modelId="{89CFB934-BD05-4CD3-A921-8324F26CB540}">
      <dgm:prSet phldrT="[Text]"/>
      <dgm:spPr/>
      <dgm:t>
        <a:bodyPr/>
        <a:lstStyle/>
        <a:p>
          <a:r>
            <a:rPr lang="en-MY" dirty="0"/>
            <a:t>02</a:t>
          </a:r>
        </a:p>
      </dgm:t>
    </dgm:pt>
    <dgm:pt modelId="{E5BC12A7-29CC-41AF-AD2F-23AC1F9FEC71}" type="parTrans" cxnId="{5C9228B4-3AD4-4696-945E-21EEA10FCC85}">
      <dgm:prSet/>
      <dgm:spPr/>
      <dgm:t>
        <a:bodyPr/>
        <a:lstStyle/>
        <a:p>
          <a:endParaRPr lang="en-MY"/>
        </a:p>
      </dgm:t>
    </dgm:pt>
    <dgm:pt modelId="{D38557C1-32EC-48FA-A8C0-5B2931A02DFB}" type="sibTrans" cxnId="{5C9228B4-3AD4-4696-945E-21EEA10FCC85}">
      <dgm:prSet/>
      <dgm:spPr/>
      <dgm:t>
        <a:bodyPr/>
        <a:lstStyle/>
        <a:p>
          <a:endParaRPr lang="en-MY"/>
        </a:p>
      </dgm:t>
    </dgm:pt>
    <dgm:pt modelId="{2E9D6EB6-CD73-47CA-BF92-9DF2E57B4FB3}">
      <dgm:prSet phldrT="[Text]"/>
      <dgm:spPr>
        <a:solidFill>
          <a:srgbClr val="0070C0"/>
        </a:solidFill>
      </dgm:spPr>
      <dgm:t>
        <a:bodyPr/>
        <a:lstStyle/>
        <a:p>
          <a:r>
            <a:rPr lang="en-MY" dirty="0"/>
            <a:t>03</a:t>
          </a:r>
        </a:p>
      </dgm:t>
    </dgm:pt>
    <dgm:pt modelId="{8B234FA7-B3C2-4DDA-A700-1A2F98A4BD15}" type="parTrans" cxnId="{56AD60FF-8037-4F48-BB0A-54C554734144}">
      <dgm:prSet/>
      <dgm:spPr/>
      <dgm:t>
        <a:bodyPr/>
        <a:lstStyle/>
        <a:p>
          <a:endParaRPr lang="en-MY"/>
        </a:p>
      </dgm:t>
    </dgm:pt>
    <dgm:pt modelId="{BB28D5E4-6770-46C7-A92F-D9123D6CF0A7}" type="sibTrans" cxnId="{56AD60FF-8037-4F48-BB0A-54C554734144}">
      <dgm:prSet/>
      <dgm:spPr/>
      <dgm:t>
        <a:bodyPr/>
        <a:lstStyle/>
        <a:p>
          <a:endParaRPr lang="en-MY"/>
        </a:p>
      </dgm:t>
    </dgm:pt>
    <dgm:pt modelId="{DDFBDB80-1EF5-4833-969C-4AEF44ED83C4}">
      <dgm:prSet phldrT="[Text]"/>
      <dgm:spPr/>
      <dgm:t>
        <a:bodyPr/>
        <a:lstStyle/>
        <a:p>
          <a:r>
            <a:rPr lang="en-US" dirty="0">
              <a:latin typeface="Bahnschrift" panose="020B0502040204020203" pitchFamily="34" charset="0"/>
            </a:rPr>
            <a:t>Explain the ERP success factors</a:t>
          </a:r>
          <a:endParaRPr lang="en-MY" dirty="0">
            <a:latin typeface="Bahnschrift" panose="020B0502040204020203" pitchFamily="34" charset="0"/>
          </a:endParaRPr>
        </a:p>
      </dgm:t>
    </dgm:pt>
    <dgm:pt modelId="{744D543F-8C9B-4532-9499-3D54D7386AC2}" type="parTrans" cxnId="{3082C0D5-2885-49AD-AB99-B6C27BC0EC28}">
      <dgm:prSet/>
      <dgm:spPr/>
      <dgm:t>
        <a:bodyPr/>
        <a:lstStyle/>
        <a:p>
          <a:endParaRPr lang="en-MY"/>
        </a:p>
      </dgm:t>
    </dgm:pt>
    <dgm:pt modelId="{4F75B18D-A0D0-4B5A-B9D7-44125FF9DF00}" type="sibTrans" cxnId="{3082C0D5-2885-49AD-AB99-B6C27BC0EC28}">
      <dgm:prSet/>
      <dgm:spPr/>
      <dgm:t>
        <a:bodyPr/>
        <a:lstStyle/>
        <a:p>
          <a:endParaRPr lang="en-MY"/>
        </a:p>
      </dgm:t>
    </dgm:pt>
    <dgm:pt modelId="{537AB7E5-F034-4013-8771-32A4AC7FABD8}">
      <dgm:prSet/>
      <dgm:spPr/>
      <dgm:t>
        <a:bodyPr/>
        <a:lstStyle/>
        <a:p>
          <a:r>
            <a:rPr lang="en-US" dirty="0">
              <a:latin typeface="Bahnschrift" panose="020B0502040204020203" pitchFamily="34" charset="0"/>
            </a:rPr>
            <a:t>Explain the ERP failure factors</a:t>
          </a:r>
          <a:endParaRPr lang="en-MY" dirty="0"/>
        </a:p>
      </dgm:t>
    </dgm:pt>
    <dgm:pt modelId="{BD2C7D44-952A-434E-A271-E70D2D27191B}" type="parTrans" cxnId="{8B913928-7A02-4ADB-B9A8-ACD2782A4F12}">
      <dgm:prSet/>
      <dgm:spPr/>
      <dgm:t>
        <a:bodyPr/>
        <a:lstStyle/>
        <a:p>
          <a:endParaRPr lang="en-MY"/>
        </a:p>
      </dgm:t>
    </dgm:pt>
    <dgm:pt modelId="{0247A54E-C3DD-4B42-B5C8-A2CB592BA69F}" type="sibTrans" cxnId="{8B913928-7A02-4ADB-B9A8-ACD2782A4F12}">
      <dgm:prSet/>
      <dgm:spPr/>
      <dgm:t>
        <a:bodyPr/>
        <a:lstStyle/>
        <a:p>
          <a:endParaRPr lang="en-MY"/>
        </a:p>
      </dgm:t>
    </dgm:pt>
    <dgm:pt modelId="{63972956-E648-45ED-BB70-43FEF2996E75}">
      <dgm:prSet phldrT="[Text]"/>
      <dgm:spPr/>
      <dgm:t>
        <a:bodyPr/>
        <a:lstStyle/>
        <a:p>
          <a:r>
            <a:rPr lang="en-MY" b="1" dirty="0"/>
            <a:t>Describe the implementation </a:t>
          </a:r>
          <a:r>
            <a:rPr lang="en-MY" b="1" dirty="0" err="1"/>
            <a:t>lifecyle</a:t>
          </a:r>
          <a:r>
            <a:rPr lang="en-MY" b="1" dirty="0"/>
            <a:t> of ERP</a:t>
          </a:r>
        </a:p>
      </dgm:t>
    </dgm:pt>
    <dgm:pt modelId="{26BB063A-A304-409C-81D0-F263FCC77C0B}" type="parTrans" cxnId="{163E5A1D-70AE-42B2-9049-07F79743C883}">
      <dgm:prSet/>
      <dgm:spPr/>
      <dgm:t>
        <a:bodyPr/>
        <a:lstStyle/>
        <a:p>
          <a:endParaRPr lang="en-MY"/>
        </a:p>
      </dgm:t>
    </dgm:pt>
    <dgm:pt modelId="{2F28BC91-F565-41DE-8BD4-3390709EBBD7}" type="sibTrans" cxnId="{163E5A1D-70AE-42B2-9049-07F79743C883}">
      <dgm:prSet/>
      <dgm:spPr/>
      <dgm:t>
        <a:bodyPr/>
        <a:lstStyle/>
        <a:p>
          <a:endParaRPr lang="en-MY"/>
        </a:p>
      </dgm:t>
    </dgm:pt>
    <dgm:pt modelId="{54931970-72CB-4A12-B1EE-35012BE8802E}" type="pres">
      <dgm:prSet presAssocID="{E6D55208-123F-483E-A339-B472CFD62DB2}" presName="linearFlow" presStyleCnt="0">
        <dgm:presLayoutVars>
          <dgm:dir/>
          <dgm:animLvl val="lvl"/>
          <dgm:resizeHandles val="exact"/>
        </dgm:presLayoutVars>
      </dgm:prSet>
      <dgm:spPr/>
    </dgm:pt>
    <dgm:pt modelId="{625A4A34-D81E-42F3-AFEA-0638BF93428E}" type="pres">
      <dgm:prSet presAssocID="{42DEA99B-5099-4BFF-BE0C-5C4820621ACB}" presName="composite" presStyleCnt="0"/>
      <dgm:spPr/>
    </dgm:pt>
    <dgm:pt modelId="{311714C0-6A9A-436B-8C92-BC8933573C5D}" type="pres">
      <dgm:prSet presAssocID="{42DEA99B-5099-4BFF-BE0C-5C4820621ACB}" presName="parentText" presStyleLbl="alignNode1" presStyleIdx="0" presStyleCnt="3">
        <dgm:presLayoutVars>
          <dgm:chMax val="1"/>
          <dgm:bulletEnabled val="1"/>
        </dgm:presLayoutVars>
      </dgm:prSet>
      <dgm:spPr/>
    </dgm:pt>
    <dgm:pt modelId="{2C6BBF42-90EA-4875-9A52-5046103C0FF7}" type="pres">
      <dgm:prSet presAssocID="{42DEA99B-5099-4BFF-BE0C-5C4820621ACB}" presName="descendantText" presStyleLbl="alignAcc1" presStyleIdx="0" presStyleCnt="3" custLinFactNeighborX="0">
        <dgm:presLayoutVars>
          <dgm:bulletEnabled val="1"/>
        </dgm:presLayoutVars>
      </dgm:prSet>
      <dgm:spPr/>
    </dgm:pt>
    <dgm:pt modelId="{A6666BBC-2BFE-4FF7-BD15-A1C1C9E6E079}" type="pres">
      <dgm:prSet presAssocID="{722DDF7E-4C15-42F8-B353-44B606D399C8}" presName="sp" presStyleCnt="0"/>
      <dgm:spPr/>
    </dgm:pt>
    <dgm:pt modelId="{C6EFFEB2-A694-448D-951C-32CEB1CC6C8A}" type="pres">
      <dgm:prSet presAssocID="{89CFB934-BD05-4CD3-A921-8324F26CB540}" presName="composite" presStyleCnt="0"/>
      <dgm:spPr/>
    </dgm:pt>
    <dgm:pt modelId="{38A1CF35-1A09-43C4-BEDE-2DAD82D56993}" type="pres">
      <dgm:prSet presAssocID="{89CFB934-BD05-4CD3-A921-8324F26CB540}" presName="parentText" presStyleLbl="alignNode1" presStyleIdx="1" presStyleCnt="3">
        <dgm:presLayoutVars>
          <dgm:chMax val="1"/>
          <dgm:bulletEnabled val="1"/>
        </dgm:presLayoutVars>
      </dgm:prSet>
      <dgm:spPr/>
    </dgm:pt>
    <dgm:pt modelId="{4630AED8-0686-4D32-92E6-F6B2C8FE13DD}" type="pres">
      <dgm:prSet presAssocID="{89CFB934-BD05-4CD3-A921-8324F26CB540}" presName="descendantText" presStyleLbl="alignAcc1" presStyleIdx="1" presStyleCnt="3" custLinFactNeighborX="0">
        <dgm:presLayoutVars>
          <dgm:bulletEnabled val="1"/>
        </dgm:presLayoutVars>
      </dgm:prSet>
      <dgm:spPr/>
    </dgm:pt>
    <dgm:pt modelId="{BBD57128-A90E-4EB6-967B-CC1C7BE46012}" type="pres">
      <dgm:prSet presAssocID="{D38557C1-32EC-48FA-A8C0-5B2931A02DFB}" presName="sp" presStyleCnt="0"/>
      <dgm:spPr/>
    </dgm:pt>
    <dgm:pt modelId="{1B51984C-81DE-4C28-90FE-E66CB08921F9}" type="pres">
      <dgm:prSet presAssocID="{2E9D6EB6-CD73-47CA-BF92-9DF2E57B4FB3}" presName="composite" presStyleCnt="0"/>
      <dgm:spPr/>
    </dgm:pt>
    <dgm:pt modelId="{D7F99CA6-28B6-44A1-910E-F0DF2EE7971F}" type="pres">
      <dgm:prSet presAssocID="{2E9D6EB6-CD73-47CA-BF92-9DF2E57B4FB3}" presName="parentText" presStyleLbl="alignNode1" presStyleIdx="2" presStyleCnt="3" custLinFactNeighborY="0">
        <dgm:presLayoutVars>
          <dgm:chMax val="1"/>
          <dgm:bulletEnabled val="1"/>
        </dgm:presLayoutVars>
      </dgm:prSet>
      <dgm:spPr/>
    </dgm:pt>
    <dgm:pt modelId="{CDBAC3CA-116C-4D4E-BD4E-620D8FC1A200}" type="pres">
      <dgm:prSet presAssocID="{2E9D6EB6-CD73-47CA-BF92-9DF2E57B4FB3}" presName="descendantText" presStyleLbl="alignAcc1" presStyleIdx="2" presStyleCnt="3" custLinFactNeighborX="0">
        <dgm:presLayoutVars>
          <dgm:bulletEnabled val="1"/>
        </dgm:presLayoutVars>
      </dgm:prSet>
      <dgm:spPr/>
    </dgm:pt>
  </dgm:ptLst>
  <dgm:cxnLst>
    <dgm:cxn modelId="{9EDBBC18-D2BD-42F7-BD42-C9A5EA533DBD}" type="presOf" srcId="{2E9D6EB6-CD73-47CA-BF92-9DF2E57B4FB3}" destId="{D7F99CA6-28B6-44A1-910E-F0DF2EE7971F}" srcOrd="0" destOrd="0" presId="urn:microsoft.com/office/officeart/2005/8/layout/chevron2"/>
    <dgm:cxn modelId="{163E5A1D-70AE-42B2-9049-07F79743C883}" srcId="{42DEA99B-5099-4BFF-BE0C-5C4820621ACB}" destId="{63972956-E648-45ED-BB70-43FEF2996E75}" srcOrd="0" destOrd="0" parTransId="{26BB063A-A304-409C-81D0-F263FCC77C0B}" sibTransId="{2F28BC91-F565-41DE-8BD4-3390709EBBD7}"/>
    <dgm:cxn modelId="{8B913928-7A02-4ADB-B9A8-ACD2782A4F12}" srcId="{2E9D6EB6-CD73-47CA-BF92-9DF2E57B4FB3}" destId="{537AB7E5-F034-4013-8771-32A4AC7FABD8}" srcOrd="0" destOrd="0" parTransId="{BD2C7D44-952A-434E-A271-E70D2D27191B}" sibTransId="{0247A54E-C3DD-4B42-B5C8-A2CB592BA69F}"/>
    <dgm:cxn modelId="{F2EEB05E-549F-4D27-A1B0-B8E5377CC674}" type="presOf" srcId="{42DEA99B-5099-4BFF-BE0C-5C4820621ACB}" destId="{311714C0-6A9A-436B-8C92-BC8933573C5D}" srcOrd="0" destOrd="0" presId="urn:microsoft.com/office/officeart/2005/8/layout/chevron2"/>
    <dgm:cxn modelId="{B9C52047-47AB-4EF7-87AC-B776869251B0}" type="presOf" srcId="{DDFBDB80-1EF5-4833-969C-4AEF44ED83C4}" destId="{4630AED8-0686-4D32-92E6-F6B2C8FE13DD}" srcOrd="0" destOrd="0" presId="urn:microsoft.com/office/officeart/2005/8/layout/chevron2"/>
    <dgm:cxn modelId="{22B6817C-55C2-4562-BB25-D9CDCEB3D97D}" srcId="{E6D55208-123F-483E-A339-B472CFD62DB2}" destId="{42DEA99B-5099-4BFF-BE0C-5C4820621ACB}" srcOrd="0" destOrd="0" parTransId="{024FC086-6523-4A21-B3DC-9DA658BA23E5}" sibTransId="{722DDF7E-4C15-42F8-B353-44B606D399C8}"/>
    <dgm:cxn modelId="{3337B693-8CD7-4FFB-8207-1D0F6EB193C2}" type="presOf" srcId="{89CFB934-BD05-4CD3-A921-8324F26CB540}" destId="{38A1CF35-1A09-43C4-BEDE-2DAD82D56993}" srcOrd="0" destOrd="0" presId="urn:microsoft.com/office/officeart/2005/8/layout/chevron2"/>
    <dgm:cxn modelId="{5C9228B4-3AD4-4696-945E-21EEA10FCC85}" srcId="{E6D55208-123F-483E-A339-B472CFD62DB2}" destId="{89CFB934-BD05-4CD3-A921-8324F26CB540}" srcOrd="1" destOrd="0" parTransId="{E5BC12A7-29CC-41AF-AD2F-23AC1F9FEC71}" sibTransId="{D38557C1-32EC-48FA-A8C0-5B2931A02DFB}"/>
    <dgm:cxn modelId="{87C115BA-C6B4-4683-92CF-2B2BF2F45955}" type="presOf" srcId="{63972956-E648-45ED-BB70-43FEF2996E75}" destId="{2C6BBF42-90EA-4875-9A52-5046103C0FF7}" srcOrd="0" destOrd="0" presId="urn:microsoft.com/office/officeart/2005/8/layout/chevron2"/>
    <dgm:cxn modelId="{002A0BD4-F5C7-4009-8517-3E08E5C1E452}" type="presOf" srcId="{537AB7E5-F034-4013-8771-32A4AC7FABD8}" destId="{CDBAC3CA-116C-4D4E-BD4E-620D8FC1A200}" srcOrd="0" destOrd="0" presId="urn:microsoft.com/office/officeart/2005/8/layout/chevron2"/>
    <dgm:cxn modelId="{3082C0D5-2885-49AD-AB99-B6C27BC0EC28}" srcId="{89CFB934-BD05-4CD3-A921-8324F26CB540}" destId="{DDFBDB80-1EF5-4833-969C-4AEF44ED83C4}" srcOrd="0" destOrd="0" parTransId="{744D543F-8C9B-4532-9499-3D54D7386AC2}" sibTransId="{4F75B18D-A0D0-4B5A-B9D7-44125FF9DF00}"/>
    <dgm:cxn modelId="{42EB3EEC-84ED-4FF7-BFA2-561F78AC7CDF}" type="presOf" srcId="{E6D55208-123F-483E-A339-B472CFD62DB2}" destId="{54931970-72CB-4A12-B1EE-35012BE8802E}" srcOrd="0" destOrd="0" presId="urn:microsoft.com/office/officeart/2005/8/layout/chevron2"/>
    <dgm:cxn modelId="{56AD60FF-8037-4F48-BB0A-54C554734144}" srcId="{E6D55208-123F-483E-A339-B472CFD62DB2}" destId="{2E9D6EB6-CD73-47CA-BF92-9DF2E57B4FB3}" srcOrd="2" destOrd="0" parTransId="{8B234FA7-B3C2-4DDA-A700-1A2F98A4BD15}" sibTransId="{BB28D5E4-6770-46C7-A92F-D9123D6CF0A7}"/>
    <dgm:cxn modelId="{51AEC0FA-6946-4DAE-ADE4-721E8E2957AE}" type="presParOf" srcId="{54931970-72CB-4A12-B1EE-35012BE8802E}" destId="{625A4A34-D81E-42F3-AFEA-0638BF93428E}" srcOrd="0" destOrd="0" presId="urn:microsoft.com/office/officeart/2005/8/layout/chevron2"/>
    <dgm:cxn modelId="{6DBDA7DE-76BA-40A2-972D-33D928CC1B5B}" type="presParOf" srcId="{625A4A34-D81E-42F3-AFEA-0638BF93428E}" destId="{311714C0-6A9A-436B-8C92-BC8933573C5D}" srcOrd="0" destOrd="0" presId="urn:microsoft.com/office/officeart/2005/8/layout/chevron2"/>
    <dgm:cxn modelId="{D70C4868-5B00-4E0A-B336-2E15F56C068E}" type="presParOf" srcId="{625A4A34-D81E-42F3-AFEA-0638BF93428E}" destId="{2C6BBF42-90EA-4875-9A52-5046103C0FF7}" srcOrd="1" destOrd="0" presId="urn:microsoft.com/office/officeart/2005/8/layout/chevron2"/>
    <dgm:cxn modelId="{D91B8C59-7264-479D-8B98-A3133950C648}" type="presParOf" srcId="{54931970-72CB-4A12-B1EE-35012BE8802E}" destId="{A6666BBC-2BFE-4FF7-BD15-A1C1C9E6E079}" srcOrd="1" destOrd="0" presId="urn:microsoft.com/office/officeart/2005/8/layout/chevron2"/>
    <dgm:cxn modelId="{BCC5BE9D-C783-44AB-B532-9CB9D13B126D}" type="presParOf" srcId="{54931970-72CB-4A12-B1EE-35012BE8802E}" destId="{C6EFFEB2-A694-448D-951C-32CEB1CC6C8A}" srcOrd="2" destOrd="0" presId="urn:microsoft.com/office/officeart/2005/8/layout/chevron2"/>
    <dgm:cxn modelId="{830AAB8E-1392-4204-81DA-F09633A5A567}" type="presParOf" srcId="{C6EFFEB2-A694-448D-951C-32CEB1CC6C8A}" destId="{38A1CF35-1A09-43C4-BEDE-2DAD82D56993}" srcOrd="0" destOrd="0" presId="urn:microsoft.com/office/officeart/2005/8/layout/chevron2"/>
    <dgm:cxn modelId="{EC071668-7659-4807-8805-5EC8A80BF1D3}" type="presParOf" srcId="{C6EFFEB2-A694-448D-951C-32CEB1CC6C8A}" destId="{4630AED8-0686-4D32-92E6-F6B2C8FE13DD}" srcOrd="1" destOrd="0" presId="urn:microsoft.com/office/officeart/2005/8/layout/chevron2"/>
    <dgm:cxn modelId="{7C82BDF7-FCE7-4F56-8DF7-8157A9BF24E7}" type="presParOf" srcId="{54931970-72CB-4A12-B1EE-35012BE8802E}" destId="{BBD57128-A90E-4EB6-967B-CC1C7BE46012}" srcOrd="3" destOrd="0" presId="urn:microsoft.com/office/officeart/2005/8/layout/chevron2"/>
    <dgm:cxn modelId="{6AB739BE-7B57-47C3-8350-2E5B0803C87C}" type="presParOf" srcId="{54931970-72CB-4A12-B1EE-35012BE8802E}" destId="{1B51984C-81DE-4C28-90FE-E66CB08921F9}" srcOrd="4" destOrd="0" presId="urn:microsoft.com/office/officeart/2005/8/layout/chevron2"/>
    <dgm:cxn modelId="{32F687EF-C61D-411A-920E-5C09A240CF61}" type="presParOf" srcId="{1B51984C-81DE-4C28-90FE-E66CB08921F9}" destId="{D7F99CA6-28B6-44A1-910E-F0DF2EE7971F}" srcOrd="0" destOrd="0" presId="urn:microsoft.com/office/officeart/2005/8/layout/chevron2"/>
    <dgm:cxn modelId="{7A0154F0-9894-47BA-A683-659A2E2521A1}" type="presParOf" srcId="{1B51984C-81DE-4C28-90FE-E66CB08921F9}" destId="{CDBAC3CA-116C-4D4E-BD4E-620D8FC1A20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73128E-DF65-4AEB-BCE1-8302A2A7ED47}" type="doc">
      <dgm:prSet loTypeId="urn:microsoft.com/office/officeart/2005/8/layout/hList1" loCatId="list" qsTypeId="urn:microsoft.com/office/officeart/2005/8/quickstyle/simple1" qsCatId="simple" csTypeId="urn:microsoft.com/office/officeart/2005/8/colors/accent1_3" csCatId="accent1" phldr="1"/>
      <dgm:spPr/>
      <dgm:t>
        <a:bodyPr/>
        <a:lstStyle/>
        <a:p>
          <a:endParaRPr lang="en-MY"/>
        </a:p>
      </dgm:t>
    </dgm:pt>
    <dgm:pt modelId="{0CAD1824-E062-4585-A94F-EE35FB4BF24F}">
      <dgm:prSet phldrT="[Text]"/>
      <dgm:spPr/>
      <dgm:t>
        <a:bodyPr/>
        <a:lstStyle/>
        <a:p>
          <a:pPr>
            <a:buNone/>
          </a:pPr>
          <a:r>
            <a:rPr lang="en-MY" b="1" i="0" dirty="0"/>
            <a:t>Clear Objectives and Goals:</a:t>
          </a:r>
          <a:endParaRPr lang="en-MY" dirty="0"/>
        </a:p>
      </dgm:t>
    </dgm:pt>
    <dgm:pt modelId="{F9AAA8DF-5084-486E-97B5-C367A5CF94AA}" type="parTrans" cxnId="{1B0A6E3D-620E-48AF-AFC8-6878946AF367}">
      <dgm:prSet/>
      <dgm:spPr/>
      <dgm:t>
        <a:bodyPr/>
        <a:lstStyle/>
        <a:p>
          <a:endParaRPr lang="en-MY"/>
        </a:p>
      </dgm:t>
    </dgm:pt>
    <dgm:pt modelId="{B6E15245-445D-4DEB-A0F8-6D876CF1371E}" type="sibTrans" cxnId="{1B0A6E3D-620E-48AF-AFC8-6878946AF367}">
      <dgm:prSet/>
      <dgm:spPr/>
      <dgm:t>
        <a:bodyPr/>
        <a:lstStyle/>
        <a:p>
          <a:endParaRPr lang="en-MY"/>
        </a:p>
      </dgm:t>
    </dgm:pt>
    <dgm:pt modelId="{2A071CCF-3E09-446F-AF52-CE51AAC856ED}">
      <dgm:prSet/>
      <dgm:spPr/>
      <dgm:t>
        <a:bodyPr/>
        <a:lstStyle/>
        <a:p>
          <a:pPr>
            <a:buNone/>
          </a:pPr>
          <a:r>
            <a:rPr lang="en-US" b="0" i="0" dirty="0"/>
            <a:t>Clearly define what the organization aims to achieve with the ERP implementation.</a:t>
          </a:r>
        </a:p>
      </dgm:t>
    </dgm:pt>
    <dgm:pt modelId="{E3505583-8669-4A76-97E3-17DB10CC8EBC}" type="parTrans" cxnId="{3B973057-5103-4494-B445-6EC28560A677}">
      <dgm:prSet/>
      <dgm:spPr/>
      <dgm:t>
        <a:bodyPr/>
        <a:lstStyle/>
        <a:p>
          <a:endParaRPr lang="en-MY"/>
        </a:p>
      </dgm:t>
    </dgm:pt>
    <dgm:pt modelId="{9A53663F-A997-47FB-BD2A-C41A62D398AE}" type="sibTrans" cxnId="{3B973057-5103-4494-B445-6EC28560A677}">
      <dgm:prSet/>
      <dgm:spPr/>
      <dgm:t>
        <a:bodyPr/>
        <a:lstStyle/>
        <a:p>
          <a:endParaRPr lang="en-MY"/>
        </a:p>
      </dgm:t>
    </dgm:pt>
    <dgm:pt modelId="{354ED22B-CA27-42A1-BFF2-3ADA547CA342}">
      <dgm:prSet/>
      <dgm:spPr/>
      <dgm:t>
        <a:bodyPr/>
        <a:lstStyle/>
        <a:p>
          <a:pPr>
            <a:buNone/>
          </a:pPr>
          <a:r>
            <a:rPr lang="en-US" b="1" i="0"/>
            <a:t>Strong Leadership and Project Management:</a:t>
          </a:r>
        </a:p>
      </dgm:t>
    </dgm:pt>
    <dgm:pt modelId="{5C80609E-3749-437B-9F35-A9A68A9E456B}" type="parTrans" cxnId="{B5899DA6-8082-4255-AC15-9F31C25D49C6}">
      <dgm:prSet/>
      <dgm:spPr/>
      <dgm:t>
        <a:bodyPr/>
        <a:lstStyle/>
        <a:p>
          <a:endParaRPr lang="en-MY"/>
        </a:p>
      </dgm:t>
    </dgm:pt>
    <dgm:pt modelId="{285374AD-5152-4888-B1B7-994D7AB58CBE}" type="sibTrans" cxnId="{B5899DA6-8082-4255-AC15-9F31C25D49C6}">
      <dgm:prSet/>
      <dgm:spPr/>
      <dgm:t>
        <a:bodyPr/>
        <a:lstStyle/>
        <a:p>
          <a:endParaRPr lang="en-MY"/>
        </a:p>
      </dgm:t>
    </dgm:pt>
    <dgm:pt modelId="{4F1E07A3-F4BE-4C79-958A-64CB45245C15}">
      <dgm:prSet/>
      <dgm:spPr/>
      <dgm:t>
        <a:bodyPr/>
        <a:lstStyle/>
        <a:p>
          <a:pPr>
            <a:buNone/>
          </a:pPr>
          <a:r>
            <a:rPr lang="en-US" b="0" i="0" dirty="0"/>
            <a:t>Appoint experienced project managers and leaders to oversee the implementation.</a:t>
          </a:r>
        </a:p>
      </dgm:t>
    </dgm:pt>
    <dgm:pt modelId="{0FC35553-42F8-43FD-A515-ADA39F40085F}" type="parTrans" cxnId="{C3F5511E-4625-47FD-9328-B981AF1B320C}">
      <dgm:prSet/>
      <dgm:spPr/>
      <dgm:t>
        <a:bodyPr/>
        <a:lstStyle/>
        <a:p>
          <a:endParaRPr lang="en-MY"/>
        </a:p>
      </dgm:t>
    </dgm:pt>
    <dgm:pt modelId="{16D2C074-1D8E-4EBF-ACDE-0A5E92A21B0E}" type="sibTrans" cxnId="{C3F5511E-4625-47FD-9328-B981AF1B320C}">
      <dgm:prSet/>
      <dgm:spPr/>
      <dgm:t>
        <a:bodyPr/>
        <a:lstStyle/>
        <a:p>
          <a:endParaRPr lang="en-MY"/>
        </a:p>
      </dgm:t>
    </dgm:pt>
    <dgm:pt modelId="{36FF6C92-8C06-4B98-966F-145E680C2C2C}">
      <dgm:prSet/>
      <dgm:spPr/>
      <dgm:t>
        <a:bodyPr/>
        <a:lstStyle/>
        <a:p>
          <a:pPr>
            <a:buNone/>
          </a:pPr>
          <a:r>
            <a:rPr lang="en-MY" b="1" i="0"/>
            <a:t>Effective Change Management:</a:t>
          </a:r>
        </a:p>
      </dgm:t>
    </dgm:pt>
    <dgm:pt modelId="{7BF25113-BE24-4366-A2AF-D44406E19BF3}" type="parTrans" cxnId="{5054F022-298B-4B1E-9587-2A6D2AAA54A0}">
      <dgm:prSet/>
      <dgm:spPr/>
      <dgm:t>
        <a:bodyPr/>
        <a:lstStyle/>
        <a:p>
          <a:endParaRPr lang="en-MY"/>
        </a:p>
      </dgm:t>
    </dgm:pt>
    <dgm:pt modelId="{32C9C193-F3EC-4C79-8DBF-D508A0A99B6B}" type="sibTrans" cxnId="{5054F022-298B-4B1E-9587-2A6D2AAA54A0}">
      <dgm:prSet/>
      <dgm:spPr/>
      <dgm:t>
        <a:bodyPr/>
        <a:lstStyle/>
        <a:p>
          <a:endParaRPr lang="en-MY"/>
        </a:p>
      </dgm:t>
    </dgm:pt>
    <dgm:pt modelId="{01E05C06-C25F-4F55-B20E-A5C46810CCED}">
      <dgm:prSet/>
      <dgm:spPr/>
      <dgm:t>
        <a:bodyPr/>
        <a:lstStyle/>
        <a:p>
          <a:pPr>
            <a:buNone/>
          </a:pPr>
          <a:r>
            <a:rPr lang="en-US" b="0" i="0" dirty="0"/>
            <a:t>Develop a comprehensive change management plan to support employees through the transition.</a:t>
          </a:r>
        </a:p>
      </dgm:t>
    </dgm:pt>
    <dgm:pt modelId="{49CB1E04-7FF5-4202-A0CD-754260E12181}" type="parTrans" cxnId="{F97EB7A3-EBAD-4833-A849-4B8A2BD61D1C}">
      <dgm:prSet/>
      <dgm:spPr/>
      <dgm:t>
        <a:bodyPr/>
        <a:lstStyle/>
        <a:p>
          <a:endParaRPr lang="en-MY"/>
        </a:p>
      </dgm:t>
    </dgm:pt>
    <dgm:pt modelId="{7BC361F4-ADF8-46C8-ACAD-601130BE051E}" type="sibTrans" cxnId="{F97EB7A3-EBAD-4833-A849-4B8A2BD61D1C}">
      <dgm:prSet/>
      <dgm:spPr/>
      <dgm:t>
        <a:bodyPr/>
        <a:lstStyle/>
        <a:p>
          <a:endParaRPr lang="en-MY"/>
        </a:p>
      </dgm:t>
    </dgm:pt>
    <dgm:pt modelId="{D165CE4A-6B32-4830-BF1B-C73C62B6FE72}">
      <dgm:prSet/>
      <dgm:spPr/>
      <dgm:t>
        <a:bodyPr/>
        <a:lstStyle/>
        <a:p>
          <a:pPr>
            <a:buNone/>
          </a:pPr>
          <a:r>
            <a:rPr lang="en-MY" b="1" i="0" dirty="0"/>
            <a:t>Engagement and Training:</a:t>
          </a:r>
        </a:p>
      </dgm:t>
    </dgm:pt>
    <dgm:pt modelId="{4F89660C-9FCD-42FE-A6BA-617E9A4649E3}" type="parTrans" cxnId="{76A75AE0-5AD9-4C34-9DFC-A8A87BAB500C}">
      <dgm:prSet/>
      <dgm:spPr/>
      <dgm:t>
        <a:bodyPr/>
        <a:lstStyle/>
        <a:p>
          <a:endParaRPr lang="en-MY"/>
        </a:p>
      </dgm:t>
    </dgm:pt>
    <dgm:pt modelId="{DF0B9816-C7E9-4581-A36C-709C6B027018}" type="sibTrans" cxnId="{76A75AE0-5AD9-4C34-9DFC-A8A87BAB500C}">
      <dgm:prSet/>
      <dgm:spPr/>
      <dgm:t>
        <a:bodyPr/>
        <a:lstStyle/>
        <a:p>
          <a:endParaRPr lang="en-MY"/>
        </a:p>
      </dgm:t>
    </dgm:pt>
    <dgm:pt modelId="{1AB63F6F-2788-4D89-9CFC-F67E664090FC}">
      <dgm:prSet/>
      <dgm:spPr/>
      <dgm:t>
        <a:bodyPr/>
        <a:lstStyle/>
        <a:p>
          <a:pPr>
            <a:buNone/>
          </a:pPr>
          <a:r>
            <a:rPr lang="en-US" b="0" i="0" dirty="0"/>
            <a:t>Invest in thorough training programs to ensure users are comfortable with the new system..</a:t>
          </a:r>
        </a:p>
      </dgm:t>
    </dgm:pt>
    <dgm:pt modelId="{923455BF-84A3-436E-9F69-60D471275B81}" type="parTrans" cxnId="{C28F3162-52D5-4639-B087-12A443760715}">
      <dgm:prSet/>
      <dgm:spPr/>
      <dgm:t>
        <a:bodyPr/>
        <a:lstStyle/>
        <a:p>
          <a:endParaRPr lang="en-MY"/>
        </a:p>
      </dgm:t>
    </dgm:pt>
    <dgm:pt modelId="{5E9D35E6-D8AF-4C0C-9DE0-F4DB7368231A}" type="sibTrans" cxnId="{C28F3162-52D5-4639-B087-12A443760715}">
      <dgm:prSet/>
      <dgm:spPr/>
      <dgm:t>
        <a:bodyPr/>
        <a:lstStyle/>
        <a:p>
          <a:endParaRPr lang="en-MY"/>
        </a:p>
      </dgm:t>
    </dgm:pt>
    <dgm:pt modelId="{A344874D-F585-420A-A53C-E6DCCC3A4044}" type="pres">
      <dgm:prSet presAssocID="{3D73128E-DF65-4AEB-BCE1-8302A2A7ED47}" presName="Name0" presStyleCnt="0">
        <dgm:presLayoutVars>
          <dgm:dir/>
          <dgm:animLvl val="lvl"/>
          <dgm:resizeHandles val="exact"/>
        </dgm:presLayoutVars>
      </dgm:prSet>
      <dgm:spPr/>
    </dgm:pt>
    <dgm:pt modelId="{076591F5-23E9-4793-BCD2-C697FD650903}" type="pres">
      <dgm:prSet presAssocID="{0CAD1824-E062-4585-A94F-EE35FB4BF24F}" presName="composite" presStyleCnt="0"/>
      <dgm:spPr/>
    </dgm:pt>
    <dgm:pt modelId="{1FD8ED51-798A-4601-A3F7-70B3F73BC51E}" type="pres">
      <dgm:prSet presAssocID="{0CAD1824-E062-4585-A94F-EE35FB4BF24F}" presName="parTx" presStyleLbl="alignNode1" presStyleIdx="0" presStyleCnt="4">
        <dgm:presLayoutVars>
          <dgm:chMax val="0"/>
          <dgm:chPref val="0"/>
          <dgm:bulletEnabled val="1"/>
        </dgm:presLayoutVars>
      </dgm:prSet>
      <dgm:spPr/>
    </dgm:pt>
    <dgm:pt modelId="{967A07B5-5913-4435-8E75-318F354FDE89}" type="pres">
      <dgm:prSet presAssocID="{0CAD1824-E062-4585-A94F-EE35FB4BF24F}" presName="desTx" presStyleLbl="alignAccFollowNode1" presStyleIdx="0" presStyleCnt="4">
        <dgm:presLayoutVars>
          <dgm:bulletEnabled val="1"/>
        </dgm:presLayoutVars>
      </dgm:prSet>
      <dgm:spPr/>
    </dgm:pt>
    <dgm:pt modelId="{B0344703-AEAC-4491-AD10-223690E5AC35}" type="pres">
      <dgm:prSet presAssocID="{B6E15245-445D-4DEB-A0F8-6D876CF1371E}" presName="space" presStyleCnt="0"/>
      <dgm:spPr/>
    </dgm:pt>
    <dgm:pt modelId="{2C4C8F0F-B6AC-4986-B7C5-5473916AA07F}" type="pres">
      <dgm:prSet presAssocID="{354ED22B-CA27-42A1-BFF2-3ADA547CA342}" presName="composite" presStyleCnt="0"/>
      <dgm:spPr/>
    </dgm:pt>
    <dgm:pt modelId="{07905D05-DFCC-4666-9A3E-8BA925444DB3}" type="pres">
      <dgm:prSet presAssocID="{354ED22B-CA27-42A1-BFF2-3ADA547CA342}" presName="parTx" presStyleLbl="alignNode1" presStyleIdx="1" presStyleCnt="4">
        <dgm:presLayoutVars>
          <dgm:chMax val="0"/>
          <dgm:chPref val="0"/>
          <dgm:bulletEnabled val="1"/>
        </dgm:presLayoutVars>
      </dgm:prSet>
      <dgm:spPr/>
    </dgm:pt>
    <dgm:pt modelId="{76E0F19F-D2D6-43FB-AF50-E201C71E193A}" type="pres">
      <dgm:prSet presAssocID="{354ED22B-CA27-42A1-BFF2-3ADA547CA342}" presName="desTx" presStyleLbl="alignAccFollowNode1" presStyleIdx="1" presStyleCnt="4">
        <dgm:presLayoutVars>
          <dgm:bulletEnabled val="1"/>
        </dgm:presLayoutVars>
      </dgm:prSet>
      <dgm:spPr/>
    </dgm:pt>
    <dgm:pt modelId="{52365A4B-DA4D-41FD-BCBF-B42C7208B4AE}" type="pres">
      <dgm:prSet presAssocID="{285374AD-5152-4888-B1B7-994D7AB58CBE}" presName="space" presStyleCnt="0"/>
      <dgm:spPr/>
    </dgm:pt>
    <dgm:pt modelId="{997C31B5-66BF-4BDE-B258-CF47E23E77B8}" type="pres">
      <dgm:prSet presAssocID="{36FF6C92-8C06-4B98-966F-145E680C2C2C}" presName="composite" presStyleCnt="0"/>
      <dgm:spPr/>
    </dgm:pt>
    <dgm:pt modelId="{7DA2C2CB-9B75-4603-B91A-5639E713A042}" type="pres">
      <dgm:prSet presAssocID="{36FF6C92-8C06-4B98-966F-145E680C2C2C}" presName="parTx" presStyleLbl="alignNode1" presStyleIdx="2" presStyleCnt="4">
        <dgm:presLayoutVars>
          <dgm:chMax val="0"/>
          <dgm:chPref val="0"/>
          <dgm:bulletEnabled val="1"/>
        </dgm:presLayoutVars>
      </dgm:prSet>
      <dgm:spPr/>
    </dgm:pt>
    <dgm:pt modelId="{657F7E08-20F8-4FA6-B76B-BA3824010386}" type="pres">
      <dgm:prSet presAssocID="{36FF6C92-8C06-4B98-966F-145E680C2C2C}" presName="desTx" presStyleLbl="alignAccFollowNode1" presStyleIdx="2" presStyleCnt="4">
        <dgm:presLayoutVars>
          <dgm:bulletEnabled val="1"/>
        </dgm:presLayoutVars>
      </dgm:prSet>
      <dgm:spPr/>
    </dgm:pt>
    <dgm:pt modelId="{FBF19B47-F71F-41C5-9048-F409EF4CFE53}" type="pres">
      <dgm:prSet presAssocID="{32C9C193-F3EC-4C79-8DBF-D508A0A99B6B}" presName="space" presStyleCnt="0"/>
      <dgm:spPr/>
    </dgm:pt>
    <dgm:pt modelId="{45D990C6-402E-4DC3-B11C-E8E4C1C894AC}" type="pres">
      <dgm:prSet presAssocID="{D165CE4A-6B32-4830-BF1B-C73C62B6FE72}" presName="composite" presStyleCnt="0"/>
      <dgm:spPr/>
    </dgm:pt>
    <dgm:pt modelId="{1E5A4E08-2D49-4256-863D-97F603EDD305}" type="pres">
      <dgm:prSet presAssocID="{D165CE4A-6B32-4830-BF1B-C73C62B6FE72}" presName="parTx" presStyleLbl="alignNode1" presStyleIdx="3" presStyleCnt="4">
        <dgm:presLayoutVars>
          <dgm:chMax val="0"/>
          <dgm:chPref val="0"/>
          <dgm:bulletEnabled val="1"/>
        </dgm:presLayoutVars>
      </dgm:prSet>
      <dgm:spPr/>
    </dgm:pt>
    <dgm:pt modelId="{476D228F-778E-4EFC-A6AE-69F9EC499AB1}" type="pres">
      <dgm:prSet presAssocID="{D165CE4A-6B32-4830-BF1B-C73C62B6FE72}" presName="desTx" presStyleLbl="alignAccFollowNode1" presStyleIdx="3" presStyleCnt="4">
        <dgm:presLayoutVars>
          <dgm:bulletEnabled val="1"/>
        </dgm:presLayoutVars>
      </dgm:prSet>
      <dgm:spPr/>
    </dgm:pt>
  </dgm:ptLst>
  <dgm:cxnLst>
    <dgm:cxn modelId="{3331BB16-E6F5-4085-86ED-56C1A9F13545}" type="presOf" srcId="{36FF6C92-8C06-4B98-966F-145E680C2C2C}" destId="{7DA2C2CB-9B75-4603-B91A-5639E713A042}" srcOrd="0" destOrd="0" presId="urn:microsoft.com/office/officeart/2005/8/layout/hList1"/>
    <dgm:cxn modelId="{C3F5511E-4625-47FD-9328-B981AF1B320C}" srcId="{354ED22B-CA27-42A1-BFF2-3ADA547CA342}" destId="{4F1E07A3-F4BE-4C79-958A-64CB45245C15}" srcOrd="0" destOrd="0" parTransId="{0FC35553-42F8-43FD-A515-ADA39F40085F}" sibTransId="{16D2C074-1D8E-4EBF-ACDE-0A5E92A21B0E}"/>
    <dgm:cxn modelId="{5054F022-298B-4B1E-9587-2A6D2AAA54A0}" srcId="{3D73128E-DF65-4AEB-BCE1-8302A2A7ED47}" destId="{36FF6C92-8C06-4B98-966F-145E680C2C2C}" srcOrd="2" destOrd="0" parTransId="{7BF25113-BE24-4366-A2AF-D44406E19BF3}" sibTransId="{32C9C193-F3EC-4C79-8DBF-D508A0A99B6B}"/>
    <dgm:cxn modelId="{B121F826-EB9A-435C-9E90-36A1503FCFC7}" type="presOf" srcId="{3D73128E-DF65-4AEB-BCE1-8302A2A7ED47}" destId="{A344874D-F585-420A-A53C-E6DCCC3A4044}" srcOrd="0" destOrd="0" presId="urn:microsoft.com/office/officeart/2005/8/layout/hList1"/>
    <dgm:cxn modelId="{B070253A-3825-4A2F-8237-E4177E7D0FFC}" type="presOf" srcId="{4F1E07A3-F4BE-4C79-958A-64CB45245C15}" destId="{76E0F19F-D2D6-43FB-AF50-E201C71E193A}" srcOrd="0" destOrd="0" presId="urn:microsoft.com/office/officeart/2005/8/layout/hList1"/>
    <dgm:cxn modelId="{1B0A6E3D-620E-48AF-AFC8-6878946AF367}" srcId="{3D73128E-DF65-4AEB-BCE1-8302A2A7ED47}" destId="{0CAD1824-E062-4585-A94F-EE35FB4BF24F}" srcOrd="0" destOrd="0" parTransId="{F9AAA8DF-5084-486E-97B5-C367A5CF94AA}" sibTransId="{B6E15245-445D-4DEB-A0F8-6D876CF1371E}"/>
    <dgm:cxn modelId="{C28F3162-52D5-4639-B087-12A443760715}" srcId="{D165CE4A-6B32-4830-BF1B-C73C62B6FE72}" destId="{1AB63F6F-2788-4D89-9CFC-F67E664090FC}" srcOrd="0" destOrd="0" parTransId="{923455BF-84A3-436E-9F69-60D471275B81}" sibTransId="{5E9D35E6-D8AF-4C0C-9DE0-F4DB7368231A}"/>
    <dgm:cxn modelId="{7DB77C42-9F8C-457B-BEAC-1C0DF6B1BEC4}" type="presOf" srcId="{1AB63F6F-2788-4D89-9CFC-F67E664090FC}" destId="{476D228F-778E-4EFC-A6AE-69F9EC499AB1}" srcOrd="0" destOrd="0" presId="urn:microsoft.com/office/officeart/2005/8/layout/hList1"/>
    <dgm:cxn modelId="{354DAB70-5E30-438E-AE27-4B6C96F685FC}" type="presOf" srcId="{354ED22B-CA27-42A1-BFF2-3ADA547CA342}" destId="{07905D05-DFCC-4666-9A3E-8BA925444DB3}" srcOrd="0" destOrd="0" presId="urn:microsoft.com/office/officeart/2005/8/layout/hList1"/>
    <dgm:cxn modelId="{3B973057-5103-4494-B445-6EC28560A677}" srcId="{0CAD1824-E062-4585-A94F-EE35FB4BF24F}" destId="{2A071CCF-3E09-446F-AF52-CE51AAC856ED}" srcOrd="0" destOrd="0" parTransId="{E3505583-8669-4A76-97E3-17DB10CC8EBC}" sibTransId="{9A53663F-A997-47FB-BD2A-C41A62D398AE}"/>
    <dgm:cxn modelId="{99365D79-EC27-4B50-9F5F-171E0176EA77}" type="presOf" srcId="{0CAD1824-E062-4585-A94F-EE35FB4BF24F}" destId="{1FD8ED51-798A-4601-A3F7-70B3F73BC51E}" srcOrd="0" destOrd="0" presId="urn:microsoft.com/office/officeart/2005/8/layout/hList1"/>
    <dgm:cxn modelId="{4C02807D-7C41-4E87-849E-AD5BFA842F24}" type="presOf" srcId="{2A071CCF-3E09-446F-AF52-CE51AAC856ED}" destId="{967A07B5-5913-4435-8E75-318F354FDE89}" srcOrd="0" destOrd="0" presId="urn:microsoft.com/office/officeart/2005/8/layout/hList1"/>
    <dgm:cxn modelId="{8A12209A-11DE-4F60-BC6C-9F82B725998A}" type="presOf" srcId="{01E05C06-C25F-4F55-B20E-A5C46810CCED}" destId="{657F7E08-20F8-4FA6-B76B-BA3824010386}" srcOrd="0" destOrd="0" presId="urn:microsoft.com/office/officeart/2005/8/layout/hList1"/>
    <dgm:cxn modelId="{F97EB7A3-EBAD-4833-A849-4B8A2BD61D1C}" srcId="{36FF6C92-8C06-4B98-966F-145E680C2C2C}" destId="{01E05C06-C25F-4F55-B20E-A5C46810CCED}" srcOrd="0" destOrd="0" parTransId="{49CB1E04-7FF5-4202-A0CD-754260E12181}" sibTransId="{7BC361F4-ADF8-46C8-ACAD-601130BE051E}"/>
    <dgm:cxn modelId="{B5899DA6-8082-4255-AC15-9F31C25D49C6}" srcId="{3D73128E-DF65-4AEB-BCE1-8302A2A7ED47}" destId="{354ED22B-CA27-42A1-BFF2-3ADA547CA342}" srcOrd="1" destOrd="0" parTransId="{5C80609E-3749-437B-9F35-A9A68A9E456B}" sibTransId="{285374AD-5152-4888-B1B7-994D7AB58CBE}"/>
    <dgm:cxn modelId="{2B1B0CDD-3F60-4834-BA21-EC6A1EC9EDA4}" type="presOf" srcId="{D165CE4A-6B32-4830-BF1B-C73C62B6FE72}" destId="{1E5A4E08-2D49-4256-863D-97F603EDD305}" srcOrd="0" destOrd="0" presId="urn:microsoft.com/office/officeart/2005/8/layout/hList1"/>
    <dgm:cxn modelId="{76A75AE0-5AD9-4C34-9DFC-A8A87BAB500C}" srcId="{3D73128E-DF65-4AEB-BCE1-8302A2A7ED47}" destId="{D165CE4A-6B32-4830-BF1B-C73C62B6FE72}" srcOrd="3" destOrd="0" parTransId="{4F89660C-9FCD-42FE-A6BA-617E9A4649E3}" sibTransId="{DF0B9816-C7E9-4581-A36C-709C6B027018}"/>
    <dgm:cxn modelId="{436C5932-3EF7-4E70-835A-48DC7F8231C7}" type="presParOf" srcId="{A344874D-F585-420A-A53C-E6DCCC3A4044}" destId="{076591F5-23E9-4793-BCD2-C697FD650903}" srcOrd="0" destOrd="0" presId="urn:microsoft.com/office/officeart/2005/8/layout/hList1"/>
    <dgm:cxn modelId="{4FFAB639-BD2A-4E96-BAF6-2F9BE1677F5C}" type="presParOf" srcId="{076591F5-23E9-4793-BCD2-C697FD650903}" destId="{1FD8ED51-798A-4601-A3F7-70B3F73BC51E}" srcOrd="0" destOrd="0" presId="urn:microsoft.com/office/officeart/2005/8/layout/hList1"/>
    <dgm:cxn modelId="{7BCDA618-9EF7-41FE-B99C-A3475C685443}" type="presParOf" srcId="{076591F5-23E9-4793-BCD2-C697FD650903}" destId="{967A07B5-5913-4435-8E75-318F354FDE89}" srcOrd="1" destOrd="0" presId="urn:microsoft.com/office/officeart/2005/8/layout/hList1"/>
    <dgm:cxn modelId="{200F1A46-2982-4E32-BCA7-B6C3222DC030}" type="presParOf" srcId="{A344874D-F585-420A-A53C-E6DCCC3A4044}" destId="{B0344703-AEAC-4491-AD10-223690E5AC35}" srcOrd="1" destOrd="0" presId="urn:microsoft.com/office/officeart/2005/8/layout/hList1"/>
    <dgm:cxn modelId="{B9ED5480-C078-4C30-89DA-839087E98417}" type="presParOf" srcId="{A344874D-F585-420A-A53C-E6DCCC3A4044}" destId="{2C4C8F0F-B6AC-4986-B7C5-5473916AA07F}" srcOrd="2" destOrd="0" presId="urn:microsoft.com/office/officeart/2005/8/layout/hList1"/>
    <dgm:cxn modelId="{B7EDF273-9CA6-49CC-8E9C-63214BFCDFC0}" type="presParOf" srcId="{2C4C8F0F-B6AC-4986-B7C5-5473916AA07F}" destId="{07905D05-DFCC-4666-9A3E-8BA925444DB3}" srcOrd="0" destOrd="0" presId="urn:microsoft.com/office/officeart/2005/8/layout/hList1"/>
    <dgm:cxn modelId="{BC0664D4-3902-47E1-96B6-FA99D4EB4773}" type="presParOf" srcId="{2C4C8F0F-B6AC-4986-B7C5-5473916AA07F}" destId="{76E0F19F-D2D6-43FB-AF50-E201C71E193A}" srcOrd="1" destOrd="0" presId="urn:microsoft.com/office/officeart/2005/8/layout/hList1"/>
    <dgm:cxn modelId="{6710D4AD-68EF-447D-BDD9-0F3E8C2E9E75}" type="presParOf" srcId="{A344874D-F585-420A-A53C-E6DCCC3A4044}" destId="{52365A4B-DA4D-41FD-BCBF-B42C7208B4AE}" srcOrd="3" destOrd="0" presId="urn:microsoft.com/office/officeart/2005/8/layout/hList1"/>
    <dgm:cxn modelId="{D174158B-511F-4BB8-A246-32FEAFA1A81B}" type="presParOf" srcId="{A344874D-F585-420A-A53C-E6DCCC3A4044}" destId="{997C31B5-66BF-4BDE-B258-CF47E23E77B8}" srcOrd="4" destOrd="0" presId="urn:microsoft.com/office/officeart/2005/8/layout/hList1"/>
    <dgm:cxn modelId="{00A83FAC-6748-453C-B6DB-1C626591772B}" type="presParOf" srcId="{997C31B5-66BF-4BDE-B258-CF47E23E77B8}" destId="{7DA2C2CB-9B75-4603-B91A-5639E713A042}" srcOrd="0" destOrd="0" presId="urn:microsoft.com/office/officeart/2005/8/layout/hList1"/>
    <dgm:cxn modelId="{77B5C6AA-1DEA-4F8B-BD2C-6F181444BD18}" type="presParOf" srcId="{997C31B5-66BF-4BDE-B258-CF47E23E77B8}" destId="{657F7E08-20F8-4FA6-B76B-BA3824010386}" srcOrd="1" destOrd="0" presId="urn:microsoft.com/office/officeart/2005/8/layout/hList1"/>
    <dgm:cxn modelId="{9A00E333-B214-45E3-ADBF-A9C249C9D0A6}" type="presParOf" srcId="{A344874D-F585-420A-A53C-E6DCCC3A4044}" destId="{FBF19B47-F71F-41C5-9048-F409EF4CFE53}" srcOrd="5" destOrd="0" presId="urn:microsoft.com/office/officeart/2005/8/layout/hList1"/>
    <dgm:cxn modelId="{7479D28D-4DC4-4AE6-9A95-559675A39770}" type="presParOf" srcId="{A344874D-F585-420A-A53C-E6DCCC3A4044}" destId="{45D990C6-402E-4DC3-B11C-E8E4C1C894AC}" srcOrd="6" destOrd="0" presId="urn:microsoft.com/office/officeart/2005/8/layout/hList1"/>
    <dgm:cxn modelId="{E94D19CE-D573-45B9-AAC1-1FB771F1EB17}" type="presParOf" srcId="{45D990C6-402E-4DC3-B11C-E8E4C1C894AC}" destId="{1E5A4E08-2D49-4256-863D-97F603EDD305}" srcOrd="0" destOrd="0" presId="urn:microsoft.com/office/officeart/2005/8/layout/hList1"/>
    <dgm:cxn modelId="{BA72A4DD-707D-4C67-A04D-1E714FB0CA6E}" type="presParOf" srcId="{45D990C6-402E-4DC3-B11C-E8E4C1C894AC}" destId="{476D228F-778E-4EFC-A6AE-69F9EC499AB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73128E-DF65-4AEB-BCE1-8302A2A7ED47}" type="doc">
      <dgm:prSet loTypeId="urn:microsoft.com/office/officeart/2005/8/layout/hList1" loCatId="list" qsTypeId="urn:microsoft.com/office/officeart/2005/8/quickstyle/simple1" qsCatId="simple" csTypeId="urn:microsoft.com/office/officeart/2005/8/colors/accent1_3" csCatId="accent1" phldr="1"/>
      <dgm:spPr/>
      <dgm:t>
        <a:bodyPr/>
        <a:lstStyle/>
        <a:p>
          <a:endParaRPr lang="en-MY"/>
        </a:p>
      </dgm:t>
    </dgm:pt>
    <dgm:pt modelId="{06934EAE-0730-4EB2-89F2-7BC0792E6DCF}">
      <dgm:prSet/>
      <dgm:spPr/>
      <dgm:t>
        <a:bodyPr/>
        <a:lstStyle/>
        <a:p>
          <a:pPr>
            <a:buNone/>
          </a:pPr>
          <a:r>
            <a:rPr lang="en-MY" b="1" i="0"/>
            <a:t>Data Migration Strategy:</a:t>
          </a:r>
        </a:p>
      </dgm:t>
    </dgm:pt>
    <dgm:pt modelId="{5CD131AC-49F8-4226-B841-FC70773DF17A}" type="parTrans" cxnId="{2F201226-432C-4C17-989F-4B2B33F07321}">
      <dgm:prSet/>
      <dgm:spPr/>
      <dgm:t>
        <a:bodyPr/>
        <a:lstStyle/>
        <a:p>
          <a:endParaRPr lang="en-MY"/>
        </a:p>
      </dgm:t>
    </dgm:pt>
    <dgm:pt modelId="{73B5CFAB-67CC-4A28-85B9-FC6CD94D4DE3}" type="sibTrans" cxnId="{2F201226-432C-4C17-989F-4B2B33F07321}">
      <dgm:prSet/>
      <dgm:spPr/>
      <dgm:t>
        <a:bodyPr/>
        <a:lstStyle/>
        <a:p>
          <a:endParaRPr lang="en-MY"/>
        </a:p>
      </dgm:t>
    </dgm:pt>
    <dgm:pt modelId="{7326003B-AD9A-4D9A-9FD4-8D53849147A6}">
      <dgm:prSet/>
      <dgm:spPr/>
      <dgm:t>
        <a:bodyPr/>
        <a:lstStyle/>
        <a:p>
          <a:pPr>
            <a:buNone/>
          </a:pPr>
          <a:r>
            <a:rPr lang="en-US" b="0" i="0" dirty="0"/>
            <a:t>Plan and execute a meticulous data migration strategy to maintain data integrity.</a:t>
          </a:r>
        </a:p>
      </dgm:t>
    </dgm:pt>
    <dgm:pt modelId="{1DBCD204-2D3B-49D8-A756-7C2FA3A28842}" type="parTrans" cxnId="{C44F82F5-7C1D-4F93-B9A2-F8B7FB366E7D}">
      <dgm:prSet/>
      <dgm:spPr/>
      <dgm:t>
        <a:bodyPr/>
        <a:lstStyle/>
        <a:p>
          <a:endParaRPr lang="en-MY"/>
        </a:p>
      </dgm:t>
    </dgm:pt>
    <dgm:pt modelId="{9ECFCB8A-B441-480A-8B21-D6039321E98D}" type="sibTrans" cxnId="{C44F82F5-7C1D-4F93-B9A2-F8B7FB366E7D}">
      <dgm:prSet/>
      <dgm:spPr/>
      <dgm:t>
        <a:bodyPr/>
        <a:lstStyle/>
        <a:p>
          <a:endParaRPr lang="en-MY"/>
        </a:p>
      </dgm:t>
    </dgm:pt>
    <dgm:pt modelId="{443AC189-779E-45EA-BBB6-978AE7ABE625}">
      <dgm:prSet/>
      <dgm:spPr/>
      <dgm:t>
        <a:bodyPr/>
        <a:lstStyle/>
        <a:p>
          <a:pPr>
            <a:buNone/>
          </a:pPr>
          <a:r>
            <a:rPr lang="en-MY" b="1" i="0"/>
            <a:t>Regular Monitoring and Evaluation:</a:t>
          </a:r>
        </a:p>
      </dgm:t>
    </dgm:pt>
    <dgm:pt modelId="{0BCF8C79-3B51-4B49-A393-F408CBA3203F}" type="parTrans" cxnId="{B91C8DAF-AD5E-4477-9748-41DA1C811EDA}">
      <dgm:prSet/>
      <dgm:spPr/>
      <dgm:t>
        <a:bodyPr/>
        <a:lstStyle/>
        <a:p>
          <a:endParaRPr lang="en-MY"/>
        </a:p>
      </dgm:t>
    </dgm:pt>
    <dgm:pt modelId="{78E8F934-622C-48DE-8F69-376354BFD3D4}" type="sibTrans" cxnId="{B91C8DAF-AD5E-4477-9748-41DA1C811EDA}">
      <dgm:prSet/>
      <dgm:spPr/>
      <dgm:t>
        <a:bodyPr/>
        <a:lstStyle/>
        <a:p>
          <a:endParaRPr lang="en-MY"/>
        </a:p>
      </dgm:t>
    </dgm:pt>
    <dgm:pt modelId="{A334BC27-5749-4FA0-A755-BCA1891B4FEA}">
      <dgm:prSet/>
      <dgm:spPr/>
      <dgm:t>
        <a:bodyPr/>
        <a:lstStyle/>
        <a:p>
          <a:pPr>
            <a:buNone/>
          </a:pPr>
          <a:r>
            <a:rPr lang="en-US" b="0" i="0" dirty="0"/>
            <a:t>Continuously monitor project progress and adjust strategies as needed.</a:t>
          </a:r>
        </a:p>
      </dgm:t>
    </dgm:pt>
    <dgm:pt modelId="{F1BB909D-55BB-4A4F-BEF9-2F59BCEFB6CA}" type="parTrans" cxnId="{E761B421-D291-463D-A2EA-700F93826DAB}">
      <dgm:prSet/>
      <dgm:spPr/>
      <dgm:t>
        <a:bodyPr/>
        <a:lstStyle/>
        <a:p>
          <a:endParaRPr lang="en-MY"/>
        </a:p>
      </dgm:t>
    </dgm:pt>
    <dgm:pt modelId="{12E68EE6-E2AE-4DC5-AD18-21BAEB6F16C4}" type="sibTrans" cxnId="{E761B421-D291-463D-A2EA-700F93826DAB}">
      <dgm:prSet/>
      <dgm:spPr/>
      <dgm:t>
        <a:bodyPr/>
        <a:lstStyle/>
        <a:p>
          <a:endParaRPr lang="en-MY"/>
        </a:p>
      </dgm:t>
    </dgm:pt>
    <dgm:pt modelId="{D1BE2868-CF5E-41B6-9E59-C031F87522CB}">
      <dgm:prSet/>
      <dgm:spPr/>
      <dgm:t>
        <a:bodyPr/>
        <a:lstStyle/>
        <a:p>
          <a:pPr>
            <a:buNone/>
          </a:pPr>
          <a:r>
            <a:rPr lang="en-MY" b="1" i="0"/>
            <a:t>Vendor Collaboration:</a:t>
          </a:r>
        </a:p>
      </dgm:t>
    </dgm:pt>
    <dgm:pt modelId="{D56EEA2A-5914-4DD1-B556-17AB37FC620C}" type="parTrans" cxnId="{BDF65BBC-2160-4E8A-9105-E6A7B84BD391}">
      <dgm:prSet/>
      <dgm:spPr/>
      <dgm:t>
        <a:bodyPr/>
        <a:lstStyle/>
        <a:p>
          <a:endParaRPr lang="en-MY"/>
        </a:p>
      </dgm:t>
    </dgm:pt>
    <dgm:pt modelId="{14608397-ED74-4BDF-9809-D8056750292A}" type="sibTrans" cxnId="{BDF65BBC-2160-4E8A-9105-E6A7B84BD391}">
      <dgm:prSet/>
      <dgm:spPr/>
      <dgm:t>
        <a:bodyPr/>
        <a:lstStyle/>
        <a:p>
          <a:endParaRPr lang="en-MY"/>
        </a:p>
      </dgm:t>
    </dgm:pt>
    <dgm:pt modelId="{53ACD724-BC35-452E-B4E3-35FE660C76E3}">
      <dgm:prSet/>
      <dgm:spPr/>
      <dgm:t>
        <a:bodyPr/>
        <a:lstStyle/>
        <a:p>
          <a:pPr>
            <a:buNone/>
          </a:pPr>
          <a:r>
            <a:rPr lang="en-US" b="0" i="0" dirty="0"/>
            <a:t>Foster a collaborative relationship with the ERP vendor for ongoing support and updates.</a:t>
          </a:r>
        </a:p>
      </dgm:t>
    </dgm:pt>
    <dgm:pt modelId="{7DB69068-ACA7-427E-8C48-5A93155E8E2A}" type="parTrans" cxnId="{29C05305-269E-4647-9EEA-E17ABE7FF402}">
      <dgm:prSet/>
      <dgm:spPr/>
      <dgm:t>
        <a:bodyPr/>
        <a:lstStyle/>
        <a:p>
          <a:endParaRPr lang="en-MY"/>
        </a:p>
      </dgm:t>
    </dgm:pt>
    <dgm:pt modelId="{B230FDE5-2D95-4909-A4F7-01FDFC28B27A}" type="sibTrans" cxnId="{29C05305-269E-4647-9EEA-E17ABE7FF402}">
      <dgm:prSet/>
      <dgm:spPr/>
      <dgm:t>
        <a:bodyPr/>
        <a:lstStyle/>
        <a:p>
          <a:endParaRPr lang="en-MY"/>
        </a:p>
      </dgm:t>
    </dgm:pt>
    <dgm:pt modelId="{71F6BCAB-77C5-404C-83DE-21CD3C33695A}">
      <dgm:prSet/>
      <dgm:spPr/>
      <dgm:t>
        <a:bodyPr/>
        <a:lstStyle/>
        <a:p>
          <a:pPr>
            <a:buNone/>
          </a:pPr>
          <a:r>
            <a:rPr lang="en-MY" b="1" i="0"/>
            <a:t>Scalability and Future-proofing:</a:t>
          </a:r>
        </a:p>
      </dgm:t>
    </dgm:pt>
    <dgm:pt modelId="{70906A7B-B0DB-4D79-9DC3-BD5824950F59}" type="parTrans" cxnId="{CDF195C2-52DB-4357-A2C0-7E99A87D9F0F}">
      <dgm:prSet/>
      <dgm:spPr/>
      <dgm:t>
        <a:bodyPr/>
        <a:lstStyle/>
        <a:p>
          <a:endParaRPr lang="en-MY"/>
        </a:p>
      </dgm:t>
    </dgm:pt>
    <dgm:pt modelId="{41FCAD56-6545-46F5-9A1C-C13AD8B56FDD}" type="sibTrans" cxnId="{CDF195C2-52DB-4357-A2C0-7E99A87D9F0F}">
      <dgm:prSet/>
      <dgm:spPr/>
      <dgm:t>
        <a:bodyPr/>
        <a:lstStyle/>
        <a:p>
          <a:endParaRPr lang="en-MY"/>
        </a:p>
      </dgm:t>
    </dgm:pt>
    <dgm:pt modelId="{0702B393-E404-4322-8F7C-D1D828AE6528}">
      <dgm:prSet/>
      <dgm:spPr/>
      <dgm:t>
        <a:bodyPr/>
        <a:lstStyle/>
        <a:p>
          <a:pPr>
            <a:buNone/>
          </a:pPr>
          <a:r>
            <a:rPr lang="en-US" b="0" i="0" dirty="0"/>
            <a:t>Ensure the ERP system is scalable and adaptable to future business needs.</a:t>
          </a:r>
        </a:p>
      </dgm:t>
    </dgm:pt>
    <dgm:pt modelId="{837692E0-1FB0-4D59-9178-5BC196EEB93D}" type="parTrans" cxnId="{4E77D61D-C798-4F73-84F1-35B1220DACAE}">
      <dgm:prSet/>
      <dgm:spPr/>
      <dgm:t>
        <a:bodyPr/>
        <a:lstStyle/>
        <a:p>
          <a:endParaRPr lang="en-MY"/>
        </a:p>
      </dgm:t>
    </dgm:pt>
    <dgm:pt modelId="{5E1DE8FA-6D29-4EE4-B29B-D5D942C06851}" type="sibTrans" cxnId="{4E77D61D-C798-4F73-84F1-35B1220DACAE}">
      <dgm:prSet/>
      <dgm:spPr/>
      <dgm:t>
        <a:bodyPr/>
        <a:lstStyle/>
        <a:p>
          <a:endParaRPr lang="en-MY"/>
        </a:p>
      </dgm:t>
    </dgm:pt>
    <dgm:pt modelId="{A344874D-F585-420A-A53C-E6DCCC3A4044}" type="pres">
      <dgm:prSet presAssocID="{3D73128E-DF65-4AEB-BCE1-8302A2A7ED47}" presName="Name0" presStyleCnt="0">
        <dgm:presLayoutVars>
          <dgm:dir/>
          <dgm:animLvl val="lvl"/>
          <dgm:resizeHandles val="exact"/>
        </dgm:presLayoutVars>
      </dgm:prSet>
      <dgm:spPr/>
    </dgm:pt>
    <dgm:pt modelId="{6821A83B-6A98-4AC7-A2C7-FCA23D2C93FA}" type="pres">
      <dgm:prSet presAssocID="{06934EAE-0730-4EB2-89F2-7BC0792E6DCF}" presName="composite" presStyleCnt="0"/>
      <dgm:spPr/>
    </dgm:pt>
    <dgm:pt modelId="{D2FCB03A-A319-4D6C-9A5C-611CFE9FABE7}" type="pres">
      <dgm:prSet presAssocID="{06934EAE-0730-4EB2-89F2-7BC0792E6DCF}" presName="parTx" presStyleLbl="alignNode1" presStyleIdx="0" presStyleCnt="4">
        <dgm:presLayoutVars>
          <dgm:chMax val="0"/>
          <dgm:chPref val="0"/>
          <dgm:bulletEnabled val="1"/>
        </dgm:presLayoutVars>
      </dgm:prSet>
      <dgm:spPr/>
    </dgm:pt>
    <dgm:pt modelId="{DB76E366-455D-4E35-B52D-92179A92003D}" type="pres">
      <dgm:prSet presAssocID="{06934EAE-0730-4EB2-89F2-7BC0792E6DCF}" presName="desTx" presStyleLbl="alignAccFollowNode1" presStyleIdx="0" presStyleCnt="4">
        <dgm:presLayoutVars>
          <dgm:bulletEnabled val="1"/>
        </dgm:presLayoutVars>
      </dgm:prSet>
      <dgm:spPr/>
    </dgm:pt>
    <dgm:pt modelId="{B31E3290-394E-4486-9661-8CA1DC43D3A3}" type="pres">
      <dgm:prSet presAssocID="{73B5CFAB-67CC-4A28-85B9-FC6CD94D4DE3}" presName="space" presStyleCnt="0"/>
      <dgm:spPr/>
    </dgm:pt>
    <dgm:pt modelId="{A8168871-6467-4C42-8C70-37E0DDB89BF4}" type="pres">
      <dgm:prSet presAssocID="{443AC189-779E-45EA-BBB6-978AE7ABE625}" presName="composite" presStyleCnt="0"/>
      <dgm:spPr/>
    </dgm:pt>
    <dgm:pt modelId="{B113FDE7-192B-4AEA-991C-5A00A6722CE9}" type="pres">
      <dgm:prSet presAssocID="{443AC189-779E-45EA-BBB6-978AE7ABE625}" presName="parTx" presStyleLbl="alignNode1" presStyleIdx="1" presStyleCnt="4">
        <dgm:presLayoutVars>
          <dgm:chMax val="0"/>
          <dgm:chPref val="0"/>
          <dgm:bulletEnabled val="1"/>
        </dgm:presLayoutVars>
      </dgm:prSet>
      <dgm:spPr/>
    </dgm:pt>
    <dgm:pt modelId="{BAF75312-60EF-45AE-A541-FB55947B29BC}" type="pres">
      <dgm:prSet presAssocID="{443AC189-779E-45EA-BBB6-978AE7ABE625}" presName="desTx" presStyleLbl="alignAccFollowNode1" presStyleIdx="1" presStyleCnt="4">
        <dgm:presLayoutVars>
          <dgm:bulletEnabled val="1"/>
        </dgm:presLayoutVars>
      </dgm:prSet>
      <dgm:spPr/>
    </dgm:pt>
    <dgm:pt modelId="{D8CF86EB-481A-44F5-9188-95598A46C6BE}" type="pres">
      <dgm:prSet presAssocID="{78E8F934-622C-48DE-8F69-376354BFD3D4}" presName="space" presStyleCnt="0"/>
      <dgm:spPr/>
    </dgm:pt>
    <dgm:pt modelId="{07A37CA9-ADC4-4216-971B-A01E6792871A}" type="pres">
      <dgm:prSet presAssocID="{D1BE2868-CF5E-41B6-9E59-C031F87522CB}" presName="composite" presStyleCnt="0"/>
      <dgm:spPr/>
    </dgm:pt>
    <dgm:pt modelId="{A159E39C-86C7-4B47-A4B2-CEA4FEE0EDEE}" type="pres">
      <dgm:prSet presAssocID="{D1BE2868-CF5E-41B6-9E59-C031F87522CB}" presName="parTx" presStyleLbl="alignNode1" presStyleIdx="2" presStyleCnt="4">
        <dgm:presLayoutVars>
          <dgm:chMax val="0"/>
          <dgm:chPref val="0"/>
          <dgm:bulletEnabled val="1"/>
        </dgm:presLayoutVars>
      </dgm:prSet>
      <dgm:spPr/>
    </dgm:pt>
    <dgm:pt modelId="{2996CD70-407E-40CD-B37A-F1116E311046}" type="pres">
      <dgm:prSet presAssocID="{D1BE2868-CF5E-41B6-9E59-C031F87522CB}" presName="desTx" presStyleLbl="alignAccFollowNode1" presStyleIdx="2" presStyleCnt="4">
        <dgm:presLayoutVars>
          <dgm:bulletEnabled val="1"/>
        </dgm:presLayoutVars>
      </dgm:prSet>
      <dgm:spPr/>
    </dgm:pt>
    <dgm:pt modelId="{BA10F98A-49E6-4757-AD93-D3F051E8C220}" type="pres">
      <dgm:prSet presAssocID="{14608397-ED74-4BDF-9809-D8056750292A}" presName="space" presStyleCnt="0"/>
      <dgm:spPr/>
    </dgm:pt>
    <dgm:pt modelId="{FE38CD3B-94A6-4230-B5D4-FFE9324C47DB}" type="pres">
      <dgm:prSet presAssocID="{71F6BCAB-77C5-404C-83DE-21CD3C33695A}" presName="composite" presStyleCnt="0"/>
      <dgm:spPr/>
    </dgm:pt>
    <dgm:pt modelId="{19424EB2-58C0-4DB8-8F04-CC13D7FD3DB3}" type="pres">
      <dgm:prSet presAssocID="{71F6BCAB-77C5-404C-83DE-21CD3C33695A}" presName="parTx" presStyleLbl="alignNode1" presStyleIdx="3" presStyleCnt="4">
        <dgm:presLayoutVars>
          <dgm:chMax val="0"/>
          <dgm:chPref val="0"/>
          <dgm:bulletEnabled val="1"/>
        </dgm:presLayoutVars>
      </dgm:prSet>
      <dgm:spPr/>
    </dgm:pt>
    <dgm:pt modelId="{54EFCBFB-109E-4465-BFBB-A3D489F8FDA9}" type="pres">
      <dgm:prSet presAssocID="{71F6BCAB-77C5-404C-83DE-21CD3C33695A}" presName="desTx" presStyleLbl="alignAccFollowNode1" presStyleIdx="3" presStyleCnt="4">
        <dgm:presLayoutVars>
          <dgm:bulletEnabled val="1"/>
        </dgm:presLayoutVars>
      </dgm:prSet>
      <dgm:spPr/>
    </dgm:pt>
  </dgm:ptLst>
  <dgm:cxnLst>
    <dgm:cxn modelId="{29C05305-269E-4647-9EEA-E17ABE7FF402}" srcId="{D1BE2868-CF5E-41B6-9E59-C031F87522CB}" destId="{53ACD724-BC35-452E-B4E3-35FE660C76E3}" srcOrd="0" destOrd="0" parTransId="{7DB69068-ACA7-427E-8C48-5A93155E8E2A}" sibTransId="{B230FDE5-2D95-4909-A4F7-01FDFC28B27A}"/>
    <dgm:cxn modelId="{292D6106-96B3-4287-A08A-AF25A8B3A7C7}" type="presOf" srcId="{D1BE2868-CF5E-41B6-9E59-C031F87522CB}" destId="{A159E39C-86C7-4B47-A4B2-CEA4FEE0EDEE}" srcOrd="0" destOrd="0" presId="urn:microsoft.com/office/officeart/2005/8/layout/hList1"/>
    <dgm:cxn modelId="{4E77D61D-C798-4F73-84F1-35B1220DACAE}" srcId="{71F6BCAB-77C5-404C-83DE-21CD3C33695A}" destId="{0702B393-E404-4322-8F7C-D1D828AE6528}" srcOrd="0" destOrd="0" parTransId="{837692E0-1FB0-4D59-9178-5BC196EEB93D}" sibTransId="{5E1DE8FA-6D29-4EE4-B29B-D5D942C06851}"/>
    <dgm:cxn modelId="{E761B421-D291-463D-A2EA-700F93826DAB}" srcId="{443AC189-779E-45EA-BBB6-978AE7ABE625}" destId="{A334BC27-5749-4FA0-A755-BCA1891B4FEA}" srcOrd="0" destOrd="0" parTransId="{F1BB909D-55BB-4A4F-BEF9-2F59BCEFB6CA}" sibTransId="{12E68EE6-E2AE-4DC5-AD18-21BAEB6F16C4}"/>
    <dgm:cxn modelId="{2F201226-432C-4C17-989F-4B2B33F07321}" srcId="{3D73128E-DF65-4AEB-BCE1-8302A2A7ED47}" destId="{06934EAE-0730-4EB2-89F2-7BC0792E6DCF}" srcOrd="0" destOrd="0" parTransId="{5CD131AC-49F8-4226-B841-FC70773DF17A}" sibTransId="{73B5CFAB-67CC-4A28-85B9-FC6CD94D4DE3}"/>
    <dgm:cxn modelId="{B121F826-EB9A-435C-9E90-36A1503FCFC7}" type="presOf" srcId="{3D73128E-DF65-4AEB-BCE1-8302A2A7ED47}" destId="{A344874D-F585-420A-A53C-E6DCCC3A4044}" srcOrd="0" destOrd="0" presId="urn:microsoft.com/office/officeart/2005/8/layout/hList1"/>
    <dgm:cxn modelId="{7505AA5E-7AB7-4827-B428-F8D9BD55172E}" type="presOf" srcId="{71F6BCAB-77C5-404C-83DE-21CD3C33695A}" destId="{19424EB2-58C0-4DB8-8F04-CC13D7FD3DB3}" srcOrd="0" destOrd="0" presId="urn:microsoft.com/office/officeart/2005/8/layout/hList1"/>
    <dgm:cxn modelId="{AE68BA74-5BCA-4357-AB5F-FEB3609F0814}" type="presOf" srcId="{53ACD724-BC35-452E-B4E3-35FE660C76E3}" destId="{2996CD70-407E-40CD-B37A-F1116E311046}" srcOrd="0" destOrd="0" presId="urn:microsoft.com/office/officeart/2005/8/layout/hList1"/>
    <dgm:cxn modelId="{4EC3FB74-E79B-48B2-B2B7-2EE23E44A346}" type="presOf" srcId="{0702B393-E404-4322-8F7C-D1D828AE6528}" destId="{54EFCBFB-109E-4465-BFBB-A3D489F8FDA9}" srcOrd="0" destOrd="0" presId="urn:microsoft.com/office/officeart/2005/8/layout/hList1"/>
    <dgm:cxn modelId="{50A3169B-725C-4509-B9F5-19E53589C49A}" type="presOf" srcId="{06934EAE-0730-4EB2-89F2-7BC0792E6DCF}" destId="{D2FCB03A-A319-4D6C-9A5C-611CFE9FABE7}" srcOrd="0" destOrd="0" presId="urn:microsoft.com/office/officeart/2005/8/layout/hList1"/>
    <dgm:cxn modelId="{93642C9C-18D5-4218-B5F6-4BAAF1C3D548}" type="presOf" srcId="{443AC189-779E-45EA-BBB6-978AE7ABE625}" destId="{B113FDE7-192B-4AEA-991C-5A00A6722CE9}" srcOrd="0" destOrd="0" presId="urn:microsoft.com/office/officeart/2005/8/layout/hList1"/>
    <dgm:cxn modelId="{B91C8DAF-AD5E-4477-9748-41DA1C811EDA}" srcId="{3D73128E-DF65-4AEB-BCE1-8302A2A7ED47}" destId="{443AC189-779E-45EA-BBB6-978AE7ABE625}" srcOrd="1" destOrd="0" parTransId="{0BCF8C79-3B51-4B49-A393-F408CBA3203F}" sibTransId="{78E8F934-622C-48DE-8F69-376354BFD3D4}"/>
    <dgm:cxn modelId="{B34F61B7-4ACA-42B3-B8B2-DA72F465980B}" type="presOf" srcId="{7326003B-AD9A-4D9A-9FD4-8D53849147A6}" destId="{DB76E366-455D-4E35-B52D-92179A92003D}" srcOrd="0" destOrd="0" presId="urn:microsoft.com/office/officeart/2005/8/layout/hList1"/>
    <dgm:cxn modelId="{BDF65BBC-2160-4E8A-9105-E6A7B84BD391}" srcId="{3D73128E-DF65-4AEB-BCE1-8302A2A7ED47}" destId="{D1BE2868-CF5E-41B6-9E59-C031F87522CB}" srcOrd="2" destOrd="0" parTransId="{D56EEA2A-5914-4DD1-B556-17AB37FC620C}" sibTransId="{14608397-ED74-4BDF-9809-D8056750292A}"/>
    <dgm:cxn modelId="{CDF195C2-52DB-4357-A2C0-7E99A87D9F0F}" srcId="{3D73128E-DF65-4AEB-BCE1-8302A2A7ED47}" destId="{71F6BCAB-77C5-404C-83DE-21CD3C33695A}" srcOrd="3" destOrd="0" parTransId="{70906A7B-B0DB-4D79-9DC3-BD5824950F59}" sibTransId="{41FCAD56-6545-46F5-9A1C-C13AD8B56FDD}"/>
    <dgm:cxn modelId="{0317DAC7-5839-4AB5-9A9F-90E52150A04F}" type="presOf" srcId="{A334BC27-5749-4FA0-A755-BCA1891B4FEA}" destId="{BAF75312-60EF-45AE-A541-FB55947B29BC}" srcOrd="0" destOrd="0" presId="urn:microsoft.com/office/officeart/2005/8/layout/hList1"/>
    <dgm:cxn modelId="{C44F82F5-7C1D-4F93-B9A2-F8B7FB366E7D}" srcId="{06934EAE-0730-4EB2-89F2-7BC0792E6DCF}" destId="{7326003B-AD9A-4D9A-9FD4-8D53849147A6}" srcOrd="0" destOrd="0" parTransId="{1DBCD204-2D3B-49D8-A756-7C2FA3A28842}" sibTransId="{9ECFCB8A-B441-480A-8B21-D6039321E98D}"/>
    <dgm:cxn modelId="{572FCE42-2A51-4AC4-8C47-2346B33C1273}" type="presParOf" srcId="{A344874D-F585-420A-A53C-E6DCCC3A4044}" destId="{6821A83B-6A98-4AC7-A2C7-FCA23D2C93FA}" srcOrd="0" destOrd="0" presId="urn:microsoft.com/office/officeart/2005/8/layout/hList1"/>
    <dgm:cxn modelId="{73D56088-8A12-42A8-A06A-F9819395A1B0}" type="presParOf" srcId="{6821A83B-6A98-4AC7-A2C7-FCA23D2C93FA}" destId="{D2FCB03A-A319-4D6C-9A5C-611CFE9FABE7}" srcOrd="0" destOrd="0" presId="urn:microsoft.com/office/officeart/2005/8/layout/hList1"/>
    <dgm:cxn modelId="{A5723FE9-F57F-4181-B0C6-2B3CA774B70E}" type="presParOf" srcId="{6821A83B-6A98-4AC7-A2C7-FCA23D2C93FA}" destId="{DB76E366-455D-4E35-B52D-92179A92003D}" srcOrd="1" destOrd="0" presId="urn:microsoft.com/office/officeart/2005/8/layout/hList1"/>
    <dgm:cxn modelId="{121C246E-E5F1-451B-8FEE-280BC85BCEE7}" type="presParOf" srcId="{A344874D-F585-420A-A53C-E6DCCC3A4044}" destId="{B31E3290-394E-4486-9661-8CA1DC43D3A3}" srcOrd="1" destOrd="0" presId="urn:microsoft.com/office/officeart/2005/8/layout/hList1"/>
    <dgm:cxn modelId="{4F1E2F25-EC4A-4B54-9FEE-B2796ECFC316}" type="presParOf" srcId="{A344874D-F585-420A-A53C-E6DCCC3A4044}" destId="{A8168871-6467-4C42-8C70-37E0DDB89BF4}" srcOrd="2" destOrd="0" presId="urn:microsoft.com/office/officeart/2005/8/layout/hList1"/>
    <dgm:cxn modelId="{C0BAC2EB-C7E2-4C70-B393-46792433C453}" type="presParOf" srcId="{A8168871-6467-4C42-8C70-37E0DDB89BF4}" destId="{B113FDE7-192B-4AEA-991C-5A00A6722CE9}" srcOrd="0" destOrd="0" presId="urn:microsoft.com/office/officeart/2005/8/layout/hList1"/>
    <dgm:cxn modelId="{FD0FD652-A19B-4112-831F-29CF72F564C9}" type="presParOf" srcId="{A8168871-6467-4C42-8C70-37E0DDB89BF4}" destId="{BAF75312-60EF-45AE-A541-FB55947B29BC}" srcOrd="1" destOrd="0" presId="urn:microsoft.com/office/officeart/2005/8/layout/hList1"/>
    <dgm:cxn modelId="{CDEB0F95-C692-427E-BDE0-B8C566CE594D}" type="presParOf" srcId="{A344874D-F585-420A-A53C-E6DCCC3A4044}" destId="{D8CF86EB-481A-44F5-9188-95598A46C6BE}" srcOrd="3" destOrd="0" presId="urn:microsoft.com/office/officeart/2005/8/layout/hList1"/>
    <dgm:cxn modelId="{EA788DE3-10C9-4758-97FF-2005E6D94F9A}" type="presParOf" srcId="{A344874D-F585-420A-A53C-E6DCCC3A4044}" destId="{07A37CA9-ADC4-4216-971B-A01E6792871A}" srcOrd="4" destOrd="0" presId="urn:microsoft.com/office/officeart/2005/8/layout/hList1"/>
    <dgm:cxn modelId="{86794796-CA72-4BF7-AA71-319924CE97C7}" type="presParOf" srcId="{07A37CA9-ADC4-4216-971B-A01E6792871A}" destId="{A159E39C-86C7-4B47-A4B2-CEA4FEE0EDEE}" srcOrd="0" destOrd="0" presId="urn:microsoft.com/office/officeart/2005/8/layout/hList1"/>
    <dgm:cxn modelId="{B26202C6-428F-4676-B4D9-C2105DE0A7D9}" type="presParOf" srcId="{07A37CA9-ADC4-4216-971B-A01E6792871A}" destId="{2996CD70-407E-40CD-B37A-F1116E311046}" srcOrd="1" destOrd="0" presId="urn:microsoft.com/office/officeart/2005/8/layout/hList1"/>
    <dgm:cxn modelId="{02B75681-EBFB-4178-9E53-7CDC1B58DCBD}" type="presParOf" srcId="{A344874D-F585-420A-A53C-E6DCCC3A4044}" destId="{BA10F98A-49E6-4757-AD93-D3F051E8C220}" srcOrd="5" destOrd="0" presId="urn:microsoft.com/office/officeart/2005/8/layout/hList1"/>
    <dgm:cxn modelId="{E21BF150-E8F8-4380-B4A0-0FB6690E9E36}" type="presParOf" srcId="{A344874D-F585-420A-A53C-E6DCCC3A4044}" destId="{FE38CD3B-94A6-4230-B5D4-FFE9324C47DB}" srcOrd="6" destOrd="0" presId="urn:microsoft.com/office/officeart/2005/8/layout/hList1"/>
    <dgm:cxn modelId="{438A587B-2B41-41D7-BEA6-78639D48CEB9}" type="presParOf" srcId="{FE38CD3B-94A6-4230-B5D4-FFE9324C47DB}" destId="{19424EB2-58C0-4DB8-8F04-CC13D7FD3DB3}" srcOrd="0" destOrd="0" presId="urn:microsoft.com/office/officeart/2005/8/layout/hList1"/>
    <dgm:cxn modelId="{150537C0-9393-4EC4-8FAF-6DC626D5DBE1}" type="presParOf" srcId="{FE38CD3B-94A6-4230-B5D4-FFE9324C47DB}" destId="{54EFCBFB-109E-4465-BFBB-A3D489F8FDA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B26E172-439C-4FC9-A752-F66AC2B1E999}"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MY"/>
        </a:p>
      </dgm:t>
    </dgm:pt>
    <dgm:pt modelId="{27E1431B-8F4F-4CFD-BE14-024A79416C87}">
      <dgm:prSet/>
      <dgm:spPr/>
      <dgm:t>
        <a:bodyPr/>
        <a:lstStyle/>
        <a:p>
          <a:pPr>
            <a:buNone/>
          </a:pPr>
          <a:r>
            <a:rPr lang="en-MY" b="1" i="0" dirty="0"/>
            <a:t>Timeline Adherence:</a:t>
          </a:r>
        </a:p>
      </dgm:t>
    </dgm:pt>
    <dgm:pt modelId="{02429BE5-88D9-4E73-9CB3-C957DEC4D767}" type="parTrans" cxnId="{7C6F9CDE-1794-4728-8563-9C6A14CC26A4}">
      <dgm:prSet/>
      <dgm:spPr/>
      <dgm:t>
        <a:bodyPr/>
        <a:lstStyle/>
        <a:p>
          <a:endParaRPr lang="en-MY"/>
        </a:p>
      </dgm:t>
    </dgm:pt>
    <dgm:pt modelId="{33235014-3D0E-4B96-9275-172CF2BBBF9E}" type="sibTrans" cxnId="{7C6F9CDE-1794-4728-8563-9C6A14CC26A4}">
      <dgm:prSet/>
      <dgm:spPr/>
      <dgm:t>
        <a:bodyPr/>
        <a:lstStyle/>
        <a:p>
          <a:endParaRPr lang="en-MY"/>
        </a:p>
      </dgm:t>
    </dgm:pt>
    <dgm:pt modelId="{4B5704B6-0C68-4847-91E0-4B1FDBF4C931}">
      <dgm:prSet custT="1"/>
      <dgm:spPr/>
      <dgm:t>
        <a:bodyPr/>
        <a:lstStyle/>
        <a:p>
          <a:pPr>
            <a:buNone/>
          </a:pPr>
          <a:r>
            <a:rPr lang="en-US" sz="1600" b="0" i="0" dirty="0"/>
            <a:t>KPI: Project milestones achieved within the planned timeline.</a:t>
          </a:r>
        </a:p>
      </dgm:t>
    </dgm:pt>
    <dgm:pt modelId="{D26A9CE1-A63E-4111-94F4-0E8A135B3644}" type="parTrans" cxnId="{4779300D-7149-4AD7-97BB-09754091BC2A}">
      <dgm:prSet/>
      <dgm:spPr/>
      <dgm:t>
        <a:bodyPr/>
        <a:lstStyle/>
        <a:p>
          <a:endParaRPr lang="en-MY"/>
        </a:p>
      </dgm:t>
    </dgm:pt>
    <dgm:pt modelId="{BF440F14-DC91-42CE-B9D5-01D07305D643}" type="sibTrans" cxnId="{4779300D-7149-4AD7-97BB-09754091BC2A}">
      <dgm:prSet/>
      <dgm:spPr/>
      <dgm:t>
        <a:bodyPr/>
        <a:lstStyle/>
        <a:p>
          <a:endParaRPr lang="en-MY"/>
        </a:p>
      </dgm:t>
    </dgm:pt>
    <dgm:pt modelId="{625A3878-74B9-4CE7-BE37-6CBEBD6BBEF5}">
      <dgm:prSet custT="1"/>
      <dgm:spPr/>
      <dgm:t>
        <a:bodyPr/>
        <a:lstStyle/>
        <a:p>
          <a:pPr>
            <a:buNone/>
          </a:pPr>
          <a:r>
            <a:rPr lang="en-US" sz="1600" b="0" i="0" dirty="0"/>
            <a:t>Why it matters: Delays can lead to increased costs and disrupt business operations.</a:t>
          </a:r>
        </a:p>
      </dgm:t>
    </dgm:pt>
    <dgm:pt modelId="{338882DF-A177-456A-A7BC-BDE271506B85}" type="parTrans" cxnId="{C29F8335-6A35-4471-9657-702C79078345}">
      <dgm:prSet/>
      <dgm:spPr/>
      <dgm:t>
        <a:bodyPr/>
        <a:lstStyle/>
        <a:p>
          <a:endParaRPr lang="en-MY"/>
        </a:p>
      </dgm:t>
    </dgm:pt>
    <dgm:pt modelId="{1BC1747B-2BCA-442B-98D6-637C419AAE9C}" type="sibTrans" cxnId="{C29F8335-6A35-4471-9657-702C79078345}">
      <dgm:prSet/>
      <dgm:spPr/>
      <dgm:t>
        <a:bodyPr/>
        <a:lstStyle/>
        <a:p>
          <a:endParaRPr lang="en-MY"/>
        </a:p>
      </dgm:t>
    </dgm:pt>
    <dgm:pt modelId="{AD74FDB9-B6D3-42D9-A2D2-ED849E9C64A5}">
      <dgm:prSet/>
      <dgm:spPr/>
      <dgm:t>
        <a:bodyPr/>
        <a:lstStyle/>
        <a:p>
          <a:pPr>
            <a:buNone/>
          </a:pPr>
          <a:r>
            <a:rPr lang="en-MY" b="1" i="0"/>
            <a:t>Budget Adherence:</a:t>
          </a:r>
        </a:p>
      </dgm:t>
    </dgm:pt>
    <dgm:pt modelId="{359E8814-2A97-4984-9199-1F5C1B43C02B}" type="parTrans" cxnId="{5D5A7D96-6099-4EDA-A636-1D72D7ED38EF}">
      <dgm:prSet/>
      <dgm:spPr/>
      <dgm:t>
        <a:bodyPr/>
        <a:lstStyle/>
        <a:p>
          <a:endParaRPr lang="en-MY"/>
        </a:p>
      </dgm:t>
    </dgm:pt>
    <dgm:pt modelId="{1BC1B68E-4995-4B76-875D-9A402D7BCA29}" type="sibTrans" cxnId="{5D5A7D96-6099-4EDA-A636-1D72D7ED38EF}">
      <dgm:prSet/>
      <dgm:spPr/>
      <dgm:t>
        <a:bodyPr/>
        <a:lstStyle/>
        <a:p>
          <a:endParaRPr lang="en-MY"/>
        </a:p>
      </dgm:t>
    </dgm:pt>
    <dgm:pt modelId="{794C3057-6EE4-402D-924D-D0F107160FC8}">
      <dgm:prSet custT="1"/>
      <dgm:spPr/>
      <dgm:t>
        <a:bodyPr/>
        <a:lstStyle/>
        <a:p>
          <a:pPr>
            <a:buNone/>
          </a:pPr>
          <a:r>
            <a:rPr lang="en-US" sz="1600" b="0" i="0" dirty="0"/>
            <a:t>KPI: Staying within the approved budget for the ERP implementation project.</a:t>
          </a:r>
        </a:p>
      </dgm:t>
    </dgm:pt>
    <dgm:pt modelId="{624C7521-31D5-4AAD-92DF-E53D2AB59B8A}" type="parTrans" cxnId="{17A65C56-C9C7-4B16-8A62-2F47B76BE983}">
      <dgm:prSet/>
      <dgm:spPr/>
      <dgm:t>
        <a:bodyPr/>
        <a:lstStyle/>
        <a:p>
          <a:endParaRPr lang="en-MY"/>
        </a:p>
      </dgm:t>
    </dgm:pt>
    <dgm:pt modelId="{B84E8811-0C3B-4209-8408-E36ED0C9E7B6}" type="sibTrans" cxnId="{17A65C56-C9C7-4B16-8A62-2F47B76BE983}">
      <dgm:prSet/>
      <dgm:spPr/>
      <dgm:t>
        <a:bodyPr/>
        <a:lstStyle/>
        <a:p>
          <a:endParaRPr lang="en-MY"/>
        </a:p>
      </dgm:t>
    </dgm:pt>
    <dgm:pt modelId="{549227D9-54C6-41F3-8CA7-5F0DEC9FC622}">
      <dgm:prSet custT="1"/>
      <dgm:spPr/>
      <dgm:t>
        <a:bodyPr/>
        <a:lstStyle/>
        <a:p>
          <a:pPr>
            <a:buNone/>
          </a:pPr>
          <a:r>
            <a:rPr lang="en-US" sz="1600" b="0" i="0" dirty="0"/>
            <a:t>Why it matters: Cost overruns can severely impact the return on investment (ROI) of the ERP system.</a:t>
          </a:r>
        </a:p>
      </dgm:t>
    </dgm:pt>
    <dgm:pt modelId="{D0FBB5E3-384D-4A94-BC60-372A098FC10A}" type="parTrans" cxnId="{80C2C363-94CF-4A37-A28E-B6DEF6166487}">
      <dgm:prSet/>
      <dgm:spPr/>
      <dgm:t>
        <a:bodyPr/>
        <a:lstStyle/>
        <a:p>
          <a:endParaRPr lang="en-MY"/>
        </a:p>
      </dgm:t>
    </dgm:pt>
    <dgm:pt modelId="{B2AD1BC3-3A84-482C-8104-2D545CF2B115}" type="sibTrans" cxnId="{80C2C363-94CF-4A37-A28E-B6DEF6166487}">
      <dgm:prSet/>
      <dgm:spPr/>
      <dgm:t>
        <a:bodyPr/>
        <a:lstStyle/>
        <a:p>
          <a:endParaRPr lang="en-MY"/>
        </a:p>
      </dgm:t>
    </dgm:pt>
    <dgm:pt modelId="{940F26D8-0246-40F0-AB34-9723AD6DDFBA}">
      <dgm:prSet/>
      <dgm:spPr/>
      <dgm:t>
        <a:bodyPr/>
        <a:lstStyle/>
        <a:p>
          <a:pPr>
            <a:buNone/>
          </a:pPr>
          <a:r>
            <a:rPr lang="en-MY" b="1" i="0"/>
            <a:t>User Adoption Rate:</a:t>
          </a:r>
        </a:p>
      </dgm:t>
    </dgm:pt>
    <dgm:pt modelId="{F286F71F-D835-4684-83B7-749726C70068}" type="parTrans" cxnId="{ABBE7103-9FD6-4CF7-86DF-60A0FF8B8782}">
      <dgm:prSet/>
      <dgm:spPr/>
      <dgm:t>
        <a:bodyPr/>
        <a:lstStyle/>
        <a:p>
          <a:endParaRPr lang="en-MY"/>
        </a:p>
      </dgm:t>
    </dgm:pt>
    <dgm:pt modelId="{8E4D9F65-D9E4-4D35-A869-19B3DAF891E5}" type="sibTrans" cxnId="{ABBE7103-9FD6-4CF7-86DF-60A0FF8B8782}">
      <dgm:prSet/>
      <dgm:spPr/>
      <dgm:t>
        <a:bodyPr/>
        <a:lstStyle/>
        <a:p>
          <a:endParaRPr lang="en-MY"/>
        </a:p>
      </dgm:t>
    </dgm:pt>
    <dgm:pt modelId="{B404652F-065E-4C6E-8997-5CB9D42CFDA5}">
      <dgm:prSet custT="1"/>
      <dgm:spPr/>
      <dgm:t>
        <a:bodyPr/>
        <a:lstStyle/>
        <a:p>
          <a:pPr>
            <a:buNone/>
          </a:pPr>
          <a:r>
            <a:rPr lang="en-US" sz="1600" b="0" i="0" dirty="0"/>
            <a:t>KPI: The rate at which employees and stakeholders embrace and effectively use the ERP system.</a:t>
          </a:r>
        </a:p>
      </dgm:t>
    </dgm:pt>
    <dgm:pt modelId="{738319B0-0B6E-491A-A884-CC3353012A79}" type="parTrans" cxnId="{E3F848E9-20E3-4FD0-B840-22DF3E75D468}">
      <dgm:prSet/>
      <dgm:spPr/>
      <dgm:t>
        <a:bodyPr/>
        <a:lstStyle/>
        <a:p>
          <a:endParaRPr lang="en-MY"/>
        </a:p>
      </dgm:t>
    </dgm:pt>
    <dgm:pt modelId="{F0EBB769-B18B-492C-A4A3-776D8A0F5FAD}" type="sibTrans" cxnId="{E3F848E9-20E3-4FD0-B840-22DF3E75D468}">
      <dgm:prSet/>
      <dgm:spPr/>
      <dgm:t>
        <a:bodyPr/>
        <a:lstStyle/>
        <a:p>
          <a:endParaRPr lang="en-MY"/>
        </a:p>
      </dgm:t>
    </dgm:pt>
    <dgm:pt modelId="{722CEE67-3693-4CFE-B3B7-4AE72BFA3D55}">
      <dgm:prSet custT="1"/>
      <dgm:spPr/>
      <dgm:t>
        <a:bodyPr/>
        <a:lstStyle/>
        <a:p>
          <a:pPr>
            <a:buNone/>
          </a:pPr>
          <a:r>
            <a:rPr lang="en-US" sz="1600" b="0" i="0" dirty="0"/>
            <a:t>Why it matters: High user adoption is essential for reaping the benefits of the ERP system.</a:t>
          </a:r>
        </a:p>
      </dgm:t>
    </dgm:pt>
    <dgm:pt modelId="{DF2402ED-9728-4DDD-9C1D-73C6B0082219}" type="parTrans" cxnId="{D6ADFCE9-3F6B-474C-87AA-F3D1702B255E}">
      <dgm:prSet/>
      <dgm:spPr/>
      <dgm:t>
        <a:bodyPr/>
        <a:lstStyle/>
        <a:p>
          <a:endParaRPr lang="en-MY"/>
        </a:p>
      </dgm:t>
    </dgm:pt>
    <dgm:pt modelId="{56EF9E80-AD4B-4749-ACBF-F16A0304E39C}" type="sibTrans" cxnId="{D6ADFCE9-3F6B-474C-87AA-F3D1702B255E}">
      <dgm:prSet/>
      <dgm:spPr/>
      <dgm:t>
        <a:bodyPr/>
        <a:lstStyle/>
        <a:p>
          <a:endParaRPr lang="en-MY"/>
        </a:p>
      </dgm:t>
    </dgm:pt>
    <dgm:pt modelId="{1D52E4E2-31C1-4679-814E-F4BCC193D47C}">
      <dgm:prSet/>
      <dgm:spPr/>
      <dgm:t>
        <a:bodyPr/>
        <a:lstStyle/>
        <a:p>
          <a:pPr>
            <a:buNone/>
          </a:pPr>
          <a:r>
            <a:rPr lang="en-MY" b="1" i="0"/>
            <a:t>Data Accuracy and Quality:</a:t>
          </a:r>
        </a:p>
      </dgm:t>
    </dgm:pt>
    <dgm:pt modelId="{26C2FB38-D2BB-4A10-934B-5F0DF338CDB9}" type="parTrans" cxnId="{C6053837-4B13-4A0F-83E2-AB067AF7AE6C}">
      <dgm:prSet/>
      <dgm:spPr/>
      <dgm:t>
        <a:bodyPr/>
        <a:lstStyle/>
        <a:p>
          <a:endParaRPr lang="en-MY"/>
        </a:p>
      </dgm:t>
    </dgm:pt>
    <dgm:pt modelId="{5DFBDD65-8045-4574-9608-ABF2F316B8F2}" type="sibTrans" cxnId="{C6053837-4B13-4A0F-83E2-AB067AF7AE6C}">
      <dgm:prSet/>
      <dgm:spPr/>
      <dgm:t>
        <a:bodyPr/>
        <a:lstStyle/>
        <a:p>
          <a:endParaRPr lang="en-MY"/>
        </a:p>
      </dgm:t>
    </dgm:pt>
    <dgm:pt modelId="{CC984DCF-CB38-4ED6-A82E-1130D7B1375D}">
      <dgm:prSet custT="1"/>
      <dgm:spPr/>
      <dgm:t>
        <a:bodyPr/>
        <a:lstStyle/>
        <a:p>
          <a:pPr>
            <a:buNone/>
          </a:pPr>
          <a:r>
            <a:rPr lang="en-US" sz="1600" b="0" i="0" dirty="0"/>
            <a:t>KPI: The level of data accuracy and quality achieved after ERP implementation.</a:t>
          </a:r>
        </a:p>
      </dgm:t>
    </dgm:pt>
    <dgm:pt modelId="{E1490897-D51A-44C2-8CD1-048E4A18DDD0}" type="parTrans" cxnId="{9BA9A05E-FB16-43F4-9E69-6DCCB5C3100D}">
      <dgm:prSet/>
      <dgm:spPr/>
      <dgm:t>
        <a:bodyPr/>
        <a:lstStyle/>
        <a:p>
          <a:endParaRPr lang="en-MY"/>
        </a:p>
      </dgm:t>
    </dgm:pt>
    <dgm:pt modelId="{98132BE2-4D19-4B4F-B757-BBDECB3B841D}" type="sibTrans" cxnId="{9BA9A05E-FB16-43F4-9E69-6DCCB5C3100D}">
      <dgm:prSet/>
      <dgm:spPr/>
      <dgm:t>
        <a:bodyPr/>
        <a:lstStyle/>
        <a:p>
          <a:endParaRPr lang="en-MY"/>
        </a:p>
      </dgm:t>
    </dgm:pt>
    <dgm:pt modelId="{5F55EBFE-8AE3-4057-9EE2-B313031D0E56}">
      <dgm:prSet custT="1"/>
      <dgm:spPr/>
      <dgm:t>
        <a:bodyPr/>
        <a:lstStyle/>
        <a:p>
          <a:pPr>
            <a:buNone/>
          </a:pPr>
          <a:r>
            <a:rPr lang="en-US" sz="1600" b="0" i="0" dirty="0"/>
            <a:t>Why it matters: Inaccurate data can lead to poor decision-making and operational inefficiencies.</a:t>
          </a:r>
        </a:p>
      </dgm:t>
    </dgm:pt>
    <dgm:pt modelId="{DD41CC09-331A-4645-9E2A-008D8A5B13F5}" type="parTrans" cxnId="{18F5956D-4662-41C8-9431-0EC882F7789B}">
      <dgm:prSet/>
      <dgm:spPr/>
      <dgm:t>
        <a:bodyPr/>
        <a:lstStyle/>
        <a:p>
          <a:endParaRPr lang="en-MY"/>
        </a:p>
      </dgm:t>
    </dgm:pt>
    <dgm:pt modelId="{C5E11EE5-B963-40DE-A4BF-48D35D20BF33}" type="sibTrans" cxnId="{18F5956D-4662-41C8-9431-0EC882F7789B}">
      <dgm:prSet/>
      <dgm:spPr/>
      <dgm:t>
        <a:bodyPr/>
        <a:lstStyle/>
        <a:p>
          <a:endParaRPr lang="en-MY"/>
        </a:p>
      </dgm:t>
    </dgm:pt>
    <dgm:pt modelId="{89AB314B-D3F2-4856-96E8-2F4184C86A4C}" type="pres">
      <dgm:prSet presAssocID="{6B26E172-439C-4FC9-A752-F66AC2B1E999}" presName="Name0" presStyleCnt="0">
        <dgm:presLayoutVars>
          <dgm:dir/>
          <dgm:animLvl val="lvl"/>
          <dgm:resizeHandles val="exact"/>
        </dgm:presLayoutVars>
      </dgm:prSet>
      <dgm:spPr/>
    </dgm:pt>
    <dgm:pt modelId="{B651EFBF-C7E9-4E07-9C7D-C956697504BE}" type="pres">
      <dgm:prSet presAssocID="{27E1431B-8F4F-4CFD-BE14-024A79416C87}" presName="linNode" presStyleCnt="0"/>
      <dgm:spPr/>
    </dgm:pt>
    <dgm:pt modelId="{2AEEFD2C-C045-463D-A3C0-691A2C9E2661}" type="pres">
      <dgm:prSet presAssocID="{27E1431B-8F4F-4CFD-BE14-024A79416C87}" presName="parentText" presStyleLbl="node1" presStyleIdx="0" presStyleCnt="4">
        <dgm:presLayoutVars>
          <dgm:chMax val="1"/>
          <dgm:bulletEnabled val="1"/>
        </dgm:presLayoutVars>
      </dgm:prSet>
      <dgm:spPr/>
    </dgm:pt>
    <dgm:pt modelId="{EA67A180-1D43-4E45-A901-8A85F027687E}" type="pres">
      <dgm:prSet presAssocID="{27E1431B-8F4F-4CFD-BE14-024A79416C87}" presName="descendantText" presStyleLbl="alignAccFollowNode1" presStyleIdx="0" presStyleCnt="4">
        <dgm:presLayoutVars>
          <dgm:bulletEnabled val="1"/>
        </dgm:presLayoutVars>
      </dgm:prSet>
      <dgm:spPr/>
    </dgm:pt>
    <dgm:pt modelId="{6FB163E7-23EE-40CD-8EAF-F1386A4FAB23}" type="pres">
      <dgm:prSet presAssocID="{33235014-3D0E-4B96-9275-172CF2BBBF9E}" presName="sp" presStyleCnt="0"/>
      <dgm:spPr/>
    </dgm:pt>
    <dgm:pt modelId="{070CE33C-15EC-4641-827A-457E585B716B}" type="pres">
      <dgm:prSet presAssocID="{AD74FDB9-B6D3-42D9-A2D2-ED849E9C64A5}" presName="linNode" presStyleCnt="0"/>
      <dgm:spPr/>
    </dgm:pt>
    <dgm:pt modelId="{1DAAA8C0-3770-4A32-921D-FD7428DDC1F0}" type="pres">
      <dgm:prSet presAssocID="{AD74FDB9-B6D3-42D9-A2D2-ED849E9C64A5}" presName="parentText" presStyleLbl="node1" presStyleIdx="1" presStyleCnt="4">
        <dgm:presLayoutVars>
          <dgm:chMax val="1"/>
          <dgm:bulletEnabled val="1"/>
        </dgm:presLayoutVars>
      </dgm:prSet>
      <dgm:spPr/>
    </dgm:pt>
    <dgm:pt modelId="{909B0EE2-D9B7-4AB6-9237-648035BB4A78}" type="pres">
      <dgm:prSet presAssocID="{AD74FDB9-B6D3-42D9-A2D2-ED849E9C64A5}" presName="descendantText" presStyleLbl="alignAccFollowNode1" presStyleIdx="1" presStyleCnt="4">
        <dgm:presLayoutVars>
          <dgm:bulletEnabled val="1"/>
        </dgm:presLayoutVars>
      </dgm:prSet>
      <dgm:spPr/>
    </dgm:pt>
    <dgm:pt modelId="{C0CF83D2-6465-4D98-A840-72D551268649}" type="pres">
      <dgm:prSet presAssocID="{1BC1B68E-4995-4B76-875D-9A402D7BCA29}" presName="sp" presStyleCnt="0"/>
      <dgm:spPr/>
    </dgm:pt>
    <dgm:pt modelId="{E30E1B90-D3B2-45AF-9301-C4F27D59A7E3}" type="pres">
      <dgm:prSet presAssocID="{940F26D8-0246-40F0-AB34-9723AD6DDFBA}" presName="linNode" presStyleCnt="0"/>
      <dgm:spPr/>
    </dgm:pt>
    <dgm:pt modelId="{21E45867-8984-4575-8F04-A8FBE8CCF657}" type="pres">
      <dgm:prSet presAssocID="{940F26D8-0246-40F0-AB34-9723AD6DDFBA}" presName="parentText" presStyleLbl="node1" presStyleIdx="2" presStyleCnt="4">
        <dgm:presLayoutVars>
          <dgm:chMax val="1"/>
          <dgm:bulletEnabled val="1"/>
        </dgm:presLayoutVars>
      </dgm:prSet>
      <dgm:spPr/>
    </dgm:pt>
    <dgm:pt modelId="{DB5F2B2E-73EE-44C2-9837-E3300DF729C4}" type="pres">
      <dgm:prSet presAssocID="{940F26D8-0246-40F0-AB34-9723AD6DDFBA}" presName="descendantText" presStyleLbl="alignAccFollowNode1" presStyleIdx="2" presStyleCnt="4">
        <dgm:presLayoutVars>
          <dgm:bulletEnabled val="1"/>
        </dgm:presLayoutVars>
      </dgm:prSet>
      <dgm:spPr/>
    </dgm:pt>
    <dgm:pt modelId="{A11C1F2F-0D9B-46D8-9E8D-E5C363DA8F36}" type="pres">
      <dgm:prSet presAssocID="{8E4D9F65-D9E4-4D35-A869-19B3DAF891E5}" presName="sp" presStyleCnt="0"/>
      <dgm:spPr/>
    </dgm:pt>
    <dgm:pt modelId="{A804D4EB-5634-4A37-BE1B-20A84AE78E4E}" type="pres">
      <dgm:prSet presAssocID="{1D52E4E2-31C1-4679-814E-F4BCC193D47C}" presName="linNode" presStyleCnt="0"/>
      <dgm:spPr/>
    </dgm:pt>
    <dgm:pt modelId="{2B6F32A8-42A1-408A-8ADF-7B5BCA49BB4F}" type="pres">
      <dgm:prSet presAssocID="{1D52E4E2-31C1-4679-814E-F4BCC193D47C}" presName="parentText" presStyleLbl="node1" presStyleIdx="3" presStyleCnt="4">
        <dgm:presLayoutVars>
          <dgm:chMax val="1"/>
          <dgm:bulletEnabled val="1"/>
        </dgm:presLayoutVars>
      </dgm:prSet>
      <dgm:spPr/>
    </dgm:pt>
    <dgm:pt modelId="{0F21A2FC-821E-4BF7-A696-C684B763F51B}" type="pres">
      <dgm:prSet presAssocID="{1D52E4E2-31C1-4679-814E-F4BCC193D47C}" presName="descendantText" presStyleLbl="alignAccFollowNode1" presStyleIdx="3" presStyleCnt="4">
        <dgm:presLayoutVars>
          <dgm:bulletEnabled val="1"/>
        </dgm:presLayoutVars>
      </dgm:prSet>
      <dgm:spPr/>
    </dgm:pt>
  </dgm:ptLst>
  <dgm:cxnLst>
    <dgm:cxn modelId="{ABBE7103-9FD6-4CF7-86DF-60A0FF8B8782}" srcId="{6B26E172-439C-4FC9-A752-F66AC2B1E999}" destId="{940F26D8-0246-40F0-AB34-9723AD6DDFBA}" srcOrd="2" destOrd="0" parTransId="{F286F71F-D835-4684-83B7-749726C70068}" sibTransId="{8E4D9F65-D9E4-4D35-A869-19B3DAF891E5}"/>
    <dgm:cxn modelId="{4779300D-7149-4AD7-97BB-09754091BC2A}" srcId="{27E1431B-8F4F-4CFD-BE14-024A79416C87}" destId="{4B5704B6-0C68-4847-91E0-4B1FDBF4C931}" srcOrd="0" destOrd="0" parTransId="{D26A9CE1-A63E-4111-94F4-0E8A135B3644}" sibTransId="{BF440F14-DC91-42CE-B9D5-01D07305D643}"/>
    <dgm:cxn modelId="{86069919-4843-43E4-8F1C-CCCADAE164D1}" type="presOf" srcId="{CC984DCF-CB38-4ED6-A82E-1130D7B1375D}" destId="{0F21A2FC-821E-4BF7-A696-C684B763F51B}" srcOrd="0" destOrd="0" presId="urn:microsoft.com/office/officeart/2005/8/layout/vList5"/>
    <dgm:cxn modelId="{33B37E23-3CF5-4522-906B-8C3BE3469707}" type="presOf" srcId="{722CEE67-3693-4CFE-B3B7-4AE72BFA3D55}" destId="{DB5F2B2E-73EE-44C2-9837-E3300DF729C4}" srcOrd="0" destOrd="1" presId="urn:microsoft.com/office/officeart/2005/8/layout/vList5"/>
    <dgm:cxn modelId="{8B19DA29-80CD-48CF-83F1-5CC071C139F1}" type="presOf" srcId="{4B5704B6-0C68-4847-91E0-4B1FDBF4C931}" destId="{EA67A180-1D43-4E45-A901-8A85F027687E}" srcOrd="0" destOrd="0" presId="urn:microsoft.com/office/officeart/2005/8/layout/vList5"/>
    <dgm:cxn modelId="{5F85EA2B-0AE5-4BC3-A1B1-EE1076EA0C80}" type="presOf" srcId="{794C3057-6EE4-402D-924D-D0F107160FC8}" destId="{909B0EE2-D9B7-4AB6-9237-648035BB4A78}" srcOrd="0" destOrd="0" presId="urn:microsoft.com/office/officeart/2005/8/layout/vList5"/>
    <dgm:cxn modelId="{4A437A32-0C2A-43DC-BA40-E23F07A60584}" type="presOf" srcId="{549227D9-54C6-41F3-8CA7-5F0DEC9FC622}" destId="{909B0EE2-D9B7-4AB6-9237-648035BB4A78}" srcOrd="0" destOrd="1" presId="urn:microsoft.com/office/officeart/2005/8/layout/vList5"/>
    <dgm:cxn modelId="{C29F8335-6A35-4471-9657-702C79078345}" srcId="{27E1431B-8F4F-4CFD-BE14-024A79416C87}" destId="{625A3878-74B9-4CE7-BE37-6CBEBD6BBEF5}" srcOrd="1" destOrd="0" parTransId="{338882DF-A177-456A-A7BC-BDE271506B85}" sibTransId="{1BC1747B-2BCA-442B-98D6-637C419AAE9C}"/>
    <dgm:cxn modelId="{C6053837-4B13-4A0F-83E2-AB067AF7AE6C}" srcId="{6B26E172-439C-4FC9-A752-F66AC2B1E999}" destId="{1D52E4E2-31C1-4679-814E-F4BCC193D47C}" srcOrd="3" destOrd="0" parTransId="{26C2FB38-D2BB-4A10-934B-5F0DF338CDB9}" sibTransId="{5DFBDD65-8045-4574-9608-ABF2F316B8F2}"/>
    <dgm:cxn modelId="{9BA9A05E-FB16-43F4-9E69-6DCCB5C3100D}" srcId="{1D52E4E2-31C1-4679-814E-F4BCC193D47C}" destId="{CC984DCF-CB38-4ED6-A82E-1130D7B1375D}" srcOrd="0" destOrd="0" parTransId="{E1490897-D51A-44C2-8CD1-048E4A18DDD0}" sibTransId="{98132BE2-4D19-4B4F-B757-BBDECB3B841D}"/>
    <dgm:cxn modelId="{32A1FE60-70B5-4455-AEDB-1F74224FBA8B}" type="presOf" srcId="{625A3878-74B9-4CE7-BE37-6CBEBD6BBEF5}" destId="{EA67A180-1D43-4E45-A901-8A85F027687E}" srcOrd="0" destOrd="1" presId="urn:microsoft.com/office/officeart/2005/8/layout/vList5"/>
    <dgm:cxn modelId="{80C2C363-94CF-4A37-A28E-B6DEF6166487}" srcId="{AD74FDB9-B6D3-42D9-A2D2-ED849E9C64A5}" destId="{549227D9-54C6-41F3-8CA7-5F0DEC9FC622}" srcOrd="1" destOrd="0" parTransId="{D0FBB5E3-384D-4A94-BC60-372A098FC10A}" sibTransId="{B2AD1BC3-3A84-482C-8104-2D545CF2B115}"/>
    <dgm:cxn modelId="{00E1A76A-596C-4377-99B3-D999BC48BC5F}" type="presOf" srcId="{5F55EBFE-8AE3-4057-9EE2-B313031D0E56}" destId="{0F21A2FC-821E-4BF7-A696-C684B763F51B}" srcOrd="0" destOrd="1" presId="urn:microsoft.com/office/officeart/2005/8/layout/vList5"/>
    <dgm:cxn modelId="{18F5956D-4662-41C8-9431-0EC882F7789B}" srcId="{1D52E4E2-31C1-4679-814E-F4BCC193D47C}" destId="{5F55EBFE-8AE3-4057-9EE2-B313031D0E56}" srcOrd="1" destOrd="0" parTransId="{DD41CC09-331A-4645-9E2A-008D8A5B13F5}" sibTransId="{C5E11EE5-B963-40DE-A4BF-48D35D20BF33}"/>
    <dgm:cxn modelId="{240D7E74-E7AB-4565-AE3F-29505B4D36B7}" type="presOf" srcId="{1D52E4E2-31C1-4679-814E-F4BCC193D47C}" destId="{2B6F32A8-42A1-408A-8ADF-7B5BCA49BB4F}" srcOrd="0" destOrd="0" presId="urn:microsoft.com/office/officeart/2005/8/layout/vList5"/>
    <dgm:cxn modelId="{2527F254-2332-4165-A20E-84F801D2A4AA}" type="presOf" srcId="{6B26E172-439C-4FC9-A752-F66AC2B1E999}" destId="{89AB314B-D3F2-4856-96E8-2F4184C86A4C}" srcOrd="0" destOrd="0" presId="urn:microsoft.com/office/officeart/2005/8/layout/vList5"/>
    <dgm:cxn modelId="{17A65C56-C9C7-4B16-8A62-2F47B76BE983}" srcId="{AD74FDB9-B6D3-42D9-A2D2-ED849E9C64A5}" destId="{794C3057-6EE4-402D-924D-D0F107160FC8}" srcOrd="0" destOrd="0" parTransId="{624C7521-31D5-4AAD-92DF-E53D2AB59B8A}" sibTransId="{B84E8811-0C3B-4209-8408-E36ED0C9E7B6}"/>
    <dgm:cxn modelId="{5D5A7D96-6099-4EDA-A636-1D72D7ED38EF}" srcId="{6B26E172-439C-4FC9-A752-F66AC2B1E999}" destId="{AD74FDB9-B6D3-42D9-A2D2-ED849E9C64A5}" srcOrd="1" destOrd="0" parTransId="{359E8814-2A97-4984-9199-1F5C1B43C02B}" sibTransId="{1BC1B68E-4995-4B76-875D-9A402D7BCA29}"/>
    <dgm:cxn modelId="{2B86F9C1-FD71-44DE-B88A-EC26531E251F}" type="presOf" srcId="{B404652F-065E-4C6E-8997-5CB9D42CFDA5}" destId="{DB5F2B2E-73EE-44C2-9837-E3300DF729C4}" srcOrd="0" destOrd="0" presId="urn:microsoft.com/office/officeart/2005/8/layout/vList5"/>
    <dgm:cxn modelId="{A1F8A3C6-BD0C-4903-8266-7C03498147BC}" type="presOf" srcId="{27E1431B-8F4F-4CFD-BE14-024A79416C87}" destId="{2AEEFD2C-C045-463D-A3C0-691A2C9E2661}" srcOrd="0" destOrd="0" presId="urn:microsoft.com/office/officeart/2005/8/layout/vList5"/>
    <dgm:cxn modelId="{7C6F9CDE-1794-4728-8563-9C6A14CC26A4}" srcId="{6B26E172-439C-4FC9-A752-F66AC2B1E999}" destId="{27E1431B-8F4F-4CFD-BE14-024A79416C87}" srcOrd="0" destOrd="0" parTransId="{02429BE5-88D9-4E73-9CB3-C957DEC4D767}" sibTransId="{33235014-3D0E-4B96-9275-172CF2BBBF9E}"/>
    <dgm:cxn modelId="{D3D412DF-3423-4D94-8856-3F8A16A42785}" type="presOf" srcId="{AD74FDB9-B6D3-42D9-A2D2-ED849E9C64A5}" destId="{1DAAA8C0-3770-4A32-921D-FD7428DDC1F0}" srcOrd="0" destOrd="0" presId="urn:microsoft.com/office/officeart/2005/8/layout/vList5"/>
    <dgm:cxn modelId="{E3F848E9-20E3-4FD0-B840-22DF3E75D468}" srcId="{940F26D8-0246-40F0-AB34-9723AD6DDFBA}" destId="{B404652F-065E-4C6E-8997-5CB9D42CFDA5}" srcOrd="0" destOrd="0" parTransId="{738319B0-0B6E-491A-A884-CC3353012A79}" sibTransId="{F0EBB769-B18B-492C-A4A3-776D8A0F5FAD}"/>
    <dgm:cxn modelId="{D6ADFCE9-3F6B-474C-87AA-F3D1702B255E}" srcId="{940F26D8-0246-40F0-AB34-9723AD6DDFBA}" destId="{722CEE67-3693-4CFE-B3B7-4AE72BFA3D55}" srcOrd="1" destOrd="0" parTransId="{DF2402ED-9728-4DDD-9C1D-73C6B0082219}" sibTransId="{56EF9E80-AD4B-4749-ACBF-F16A0304E39C}"/>
    <dgm:cxn modelId="{BEF2C8F0-B6DD-48F4-AA21-6ECA1CA53772}" type="presOf" srcId="{940F26D8-0246-40F0-AB34-9723AD6DDFBA}" destId="{21E45867-8984-4575-8F04-A8FBE8CCF657}" srcOrd="0" destOrd="0" presId="urn:microsoft.com/office/officeart/2005/8/layout/vList5"/>
    <dgm:cxn modelId="{7073BC5D-07AE-4141-A523-AD5BEB0A9B27}" type="presParOf" srcId="{89AB314B-D3F2-4856-96E8-2F4184C86A4C}" destId="{B651EFBF-C7E9-4E07-9C7D-C956697504BE}" srcOrd="0" destOrd="0" presId="urn:microsoft.com/office/officeart/2005/8/layout/vList5"/>
    <dgm:cxn modelId="{1CB64C38-155E-445C-BC62-4C5874BB0075}" type="presParOf" srcId="{B651EFBF-C7E9-4E07-9C7D-C956697504BE}" destId="{2AEEFD2C-C045-463D-A3C0-691A2C9E2661}" srcOrd="0" destOrd="0" presId="urn:microsoft.com/office/officeart/2005/8/layout/vList5"/>
    <dgm:cxn modelId="{45EC4EA8-E5FA-453F-92B1-6D796E63B7C5}" type="presParOf" srcId="{B651EFBF-C7E9-4E07-9C7D-C956697504BE}" destId="{EA67A180-1D43-4E45-A901-8A85F027687E}" srcOrd="1" destOrd="0" presId="urn:microsoft.com/office/officeart/2005/8/layout/vList5"/>
    <dgm:cxn modelId="{54A2B187-54F6-4CBE-8ABB-CF2D03E10BEE}" type="presParOf" srcId="{89AB314B-D3F2-4856-96E8-2F4184C86A4C}" destId="{6FB163E7-23EE-40CD-8EAF-F1386A4FAB23}" srcOrd="1" destOrd="0" presId="urn:microsoft.com/office/officeart/2005/8/layout/vList5"/>
    <dgm:cxn modelId="{D731759C-46CC-4943-A7E6-B2F442F5440D}" type="presParOf" srcId="{89AB314B-D3F2-4856-96E8-2F4184C86A4C}" destId="{070CE33C-15EC-4641-827A-457E585B716B}" srcOrd="2" destOrd="0" presId="urn:microsoft.com/office/officeart/2005/8/layout/vList5"/>
    <dgm:cxn modelId="{597B832C-5C21-4821-92C0-C5E242EC54E4}" type="presParOf" srcId="{070CE33C-15EC-4641-827A-457E585B716B}" destId="{1DAAA8C0-3770-4A32-921D-FD7428DDC1F0}" srcOrd="0" destOrd="0" presId="urn:microsoft.com/office/officeart/2005/8/layout/vList5"/>
    <dgm:cxn modelId="{27EA6FB0-8EC8-41AE-92E4-2559F9DD419E}" type="presParOf" srcId="{070CE33C-15EC-4641-827A-457E585B716B}" destId="{909B0EE2-D9B7-4AB6-9237-648035BB4A78}" srcOrd="1" destOrd="0" presId="urn:microsoft.com/office/officeart/2005/8/layout/vList5"/>
    <dgm:cxn modelId="{38737FE6-5D4C-4A3B-B29F-DB4812C7F8E1}" type="presParOf" srcId="{89AB314B-D3F2-4856-96E8-2F4184C86A4C}" destId="{C0CF83D2-6465-4D98-A840-72D551268649}" srcOrd="3" destOrd="0" presId="urn:microsoft.com/office/officeart/2005/8/layout/vList5"/>
    <dgm:cxn modelId="{B48BCD10-EBBC-4B8B-8662-C86F0793B93F}" type="presParOf" srcId="{89AB314B-D3F2-4856-96E8-2F4184C86A4C}" destId="{E30E1B90-D3B2-45AF-9301-C4F27D59A7E3}" srcOrd="4" destOrd="0" presId="urn:microsoft.com/office/officeart/2005/8/layout/vList5"/>
    <dgm:cxn modelId="{4B815858-D81F-4713-9325-BFB53704AE15}" type="presParOf" srcId="{E30E1B90-D3B2-45AF-9301-C4F27D59A7E3}" destId="{21E45867-8984-4575-8F04-A8FBE8CCF657}" srcOrd="0" destOrd="0" presId="urn:microsoft.com/office/officeart/2005/8/layout/vList5"/>
    <dgm:cxn modelId="{888B81DE-A5E2-4581-8981-376FC909764C}" type="presParOf" srcId="{E30E1B90-D3B2-45AF-9301-C4F27D59A7E3}" destId="{DB5F2B2E-73EE-44C2-9837-E3300DF729C4}" srcOrd="1" destOrd="0" presId="urn:microsoft.com/office/officeart/2005/8/layout/vList5"/>
    <dgm:cxn modelId="{E12D60B6-8B79-48DC-990F-4CAD16B10830}" type="presParOf" srcId="{89AB314B-D3F2-4856-96E8-2F4184C86A4C}" destId="{A11C1F2F-0D9B-46D8-9E8D-E5C363DA8F36}" srcOrd="5" destOrd="0" presId="urn:microsoft.com/office/officeart/2005/8/layout/vList5"/>
    <dgm:cxn modelId="{C7E25295-6C82-4C13-A089-31A951A97777}" type="presParOf" srcId="{89AB314B-D3F2-4856-96E8-2F4184C86A4C}" destId="{A804D4EB-5634-4A37-BE1B-20A84AE78E4E}" srcOrd="6" destOrd="0" presId="urn:microsoft.com/office/officeart/2005/8/layout/vList5"/>
    <dgm:cxn modelId="{9FDCC6A8-41D8-43EE-A81F-335AF0160F45}" type="presParOf" srcId="{A804D4EB-5634-4A37-BE1B-20A84AE78E4E}" destId="{2B6F32A8-42A1-408A-8ADF-7B5BCA49BB4F}" srcOrd="0" destOrd="0" presId="urn:microsoft.com/office/officeart/2005/8/layout/vList5"/>
    <dgm:cxn modelId="{28626056-8217-4042-B198-C7BC25B7C2A4}" type="presParOf" srcId="{A804D4EB-5634-4A37-BE1B-20A84AE78E4E}" destId="{0F21A2FC-821E-4BF7-A696-C684B763F51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B26E172-439C-4FC9-A752-F66AC2B1E999}"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MY"/>
        </a:p>
      </dgm:t>
    </dgm:pt>
    <dgm:pt modelId="{0EAEC4A1-7ADC-4ED1-9172-2EE47B282F55}">
      <dgm:prSet/>
      <dgm:spPr/>
      <dgm:t>
        <a:bodyPr/>
        <a:lstStyle/>
        <a:p>
          <a:pPr>
            <a:buNone/>
          </a:pPr>
          <a:r>
            <a:rPr lang="en-MY" b="1" i="0"/>
            <a:t>Downtime and Disruptions:</a:t>
          </a:r>
        </a:p>
      </dgm:t>
    </dgm:pt>
    <dgm:pt modelId="{88BD24DF-E81B-467D-A580-B03872DB0E04}" type="parTrans" cxnId="{D2215503-24F2-42A4-A060-2D3B90000C4E}">
      <dgm:prSet/>
      <dgm:spPr/>
      <dgm:t>
        <a:bodyPr/>
        <a:lstStyle/>
        <a:p>
          <a:endParaRPr lang="en-MY"/>
        </a:p>
      </dgm:t>
    </dgm:pt>
    <dgm:pt modelId="{DD1F6648-1FBA-443B-B38E-9CB91879F113}" type="sibTrans" cxnId="{D2215503-24F2-42A4-A060-2D3B90000C4E}">
      <dgm:prSet/>
      <dgm:spPr/>
      <dgm:t>
        <a:bodyPr/>
        <a:lstStyle/>
        <a:p>
          <a:endParaRPr lang="en-MY"/>
        </a:p>
      </dgm:t>
    </dgm:pt>
    <dgm:pt modelId="{5BEA0850-3A9A-4E64-87C1-06F6202AA397}">
      <dgm:prSet custT="1"/>
      <dgm:spPr/>
      <dgm:t>
        <a:bodyPr/>
        <a:lstStyle/>
        <a:p>
          <a:pPr>
            <a:buNone/>
          </a:pPr>
          <a:r>
            <a:rPr lang="en-US" sz="1800" b="0" i="0" dirty="0"/>
            <a:t>KPI: The amount of downtime and disruptions experienced during implementation.</a:t>
          </a:r>
        </a:p>
      </dgm:t>
    </dgm:pt>
    <dgm:pt modelId="{3AFF6EC4-FA1B-47CF-9BFC-229989C226C9}" type="parTrans" cxnId="{F945FCBD-6897-4399-A04A-B0CFD6FBCDC6}">
      <dgm:prSet/>
      <dgm:spPr/>
      <dgm:t>
        <a:bodyPr/>
        <a:lstStyle/>
        <a:p>
          <a:endParaRPr lang="en-MY"/>
        </a:p>
      </dgm:t>
    </dgm:pt>
    <dgm:pt modelId="{0E97DD4B-CF46-4E5E-8DEF-0D66F367802B}" type="sibTrans" cxnId="{F945FCBD-6897-4399-A04A-B0CFD6FBCDC6}">
      <dgm:prSet/>
      <dgm:spPr/>
      <dgm:t>
        <a:bodyPr/>
        <a:lstStyle/>
        <a:p>
          <a:endParaRPr lang="en-MY"/>
        </a:p>
      </dgm:t>
    </dgm:pt>
    <dgm:pt modelId="{22D02877-DC35-41C6-888E-381BFB5AC027}">
      <dgm:prSet custT="1"/>
      <dgm:spPr/>
      <dgm:t>
        <a:bodyPr/>
        <a:lstStyle/>
        <a:p>
          <a:pPr>
            <a:buNone/>
          </a:pPr>
          <a:r>
            <a:rPr lang="en-US" sz="1800" b="0" i="0" dirty="0"/>
            <a:t>Why it matters: Minimizing disruptions ensures business continuity.</a:t>
          </a:r>
        </a:p>
      </dgm:t>
    </dgm:pt>
    <dgm:pt modelId="{50A3E4BD-0208-4407-BBEF-83A4C1A3EB4C}" type="parTrans" cxnId="{72060711-65E3-4421-9DB2-7C29024CAA9B}">
      <dgm:prSet/>
      <dgm:spPr/>
      <dgm:t>
        <a:bodyPr/>
        <a:lstStyle/>
        <a:p>
          <a:endParaRPr lang="en-MY"/>
        </a:p>
      </dgm:t>
    </dgm:pt>
    <dgm:pt modelId="{12EEF859-0F41-486B-8A40-325A588172D7}" type="sibTrans" cxnId="{72060711-65E3-4421-9DB2-7C29024CAA9B}">
      <dgm:prSet/>
      <dgm:spPr/>
      <dgm:t>
        <a:bodyPr/>
        <a:lstStyle/>
        <a:p>
          <a:endParaRPr lang="en-MY"/>
        </a:p>
      </dgm:t>
    </dgm:pt>
    <dgm:pt modelId="{32B88C3D-342E-43FE-A69C-3576B19A6322}">
      <dgm:prSet/>
      <dgm:spPr/>
      <dgm:t>
        <a:bodyPr/>
        <a:lstStyle/>
        <a:p>
          <a:pPr>
            <a:buNone/>
          </a:pPr>
          <a:r>
            <a:rPr lang="en-MY" b="1" i="0"/>
            <a:t>Customization vs. Standardization Ratio:</a:t>
          </a:r>
        </a:p>
      </dgm:t>
    </dgm:pt>
    <dgm:pt modelId="{EB47CA04-468F-44A8-B0BE-452E49646004}" type="parTrans" cxnId="{D2685B95-AD10-409C-B1E1-39346EBEE6D5}">
      <dgm:prSet/>
      <dgm:spPr/>
      <dgm:t>
        <a:bodyPr/>
        <a:lstStyle/>
        <a:p>
          <a:endParaRPr lang="en-MY"/>
        </a:p>
      </dgm:t>
    </dgm:pt>
    <dgm:pt modelId="{B3EF68C8-3D9F-448D-9BAE-371481D442FA}" type="sibTrans" cxnId="{D2685B95-AD10-409C-B1E1-39346EBEE6D5}">
      <dgm:prSet/>
      <dgm:spPr/>
      <dgm:t>
        <a:bodyPr/>
        <a:lstStyle/>
        <a:p>
          <a:endParaRPr lang="en-MY"/>
        </a:p>
      </dgm:t>
    </dgm:pt>
    <dgm:pt modelId="{3BEFC0ED-88AE-43C5-95FD-158FCE16BFFC}">
      <dgm:prSet custT="1"/>
      <dgm:spPr/>
      <dgm:t>
        <a:bodyPr/>
        <a:lstStyle/>
        <a:p>
          <a:pPr>
            <a:buNone/>
          </a:pPr>
          <a:r>
            <a:rPr lang="en-US" sz="1800" b="0" i="0" dirty="0"/>
            <a:t>KPI: Measuring the balance between customizing the ERP system to meet specific needs and adopting standardized processes.</a:t>
          </a:r>
        </a:p>
      </dgm:t>
    </dgm:pt>
    <dgm:pt modelId="{01CE3718-DBCC-492F-BE8D-38D72280632C}" type="parTrans" cxnId="{1ED47CAD-61E6-458F-866A-DFF1BEF4809B}">
      <dgm:prSet/>
      <dgm:spPr/>
      <dgm:t>
        <a:bodyPr/>
        <a:lstStyle/>
        <a:p>
          <a:endParaRPr lang="en-MY"/>
        </a:p>
      </dgm:t>
    </dgm:pt>
    <dgm:pt modelId="{A820ADA5-D48A-46ED-8B90-C88B9B086D24}" type="sibTrans" cxnId="{1ED47CAD-61E6-458F-866A-DFF1BEF4809B}">
      <dgm:prSet/>
      <dgm:spPr/>
      <dgm:t>
        <a:bodyPr/>
        <a:lstStyle/>
        <a:p>
          <a:endParaRPr lang="en-MY"/>
        </a:p>
      </dgm:t>
    </dgm:pt>
    <dgm:pt modelId="{25A0617C-A0BA-4F10-9EEF-E08C28670D1A}">
      <dgm:prSet custT="1"/>
      <dgm:spPr/>
      <dgm:t>
        <a:bodyPr/>
        <a:lstStyle/>
        <a:p>
          <a:pPr>
            <a:buNone/>
          </a:pPr>
          <a:r>
            <a:rPr lang="en-US" sz="1800" b="0" i="0" dirty="0"/>
            <a:t>Why it matters: Striking the right balance ensures flexibility while avoiding complexity.</a:t>
          </a:r>
        </a:p>
      </dgm:t>
    </dgm:pt>
    <dgm:pt modelId="{7E114446-269E-4E7C-A920-CE5CFE508C35}" type="parTrans" cxnId="{10B1BFD1-7F9D-4F4D-9456-F3AACAEA07CD}">
      <dgm:prSet/>
      <dgm:spPr/>
      <dgm:t>
        <a:bodyPr/>
        <a:lstStyle/>
        <a:p>
          <a:endParaRPr lang="en-MY"/>
        </a:p>
      </dgm:t>
    </dgm:pt>
    <dgm:pt modelId="{0C19975E-5643-4162-A7E5-3F002B05EC4A}" type="sibTrans" cxnId="{10B1BFD1-7F9D-4F4D-9456-F3AACAEA07CD}">
      <dgm:prSet/>
      <dgm:spPr/>
      <dgm:t>
        <a:bodyPr/>
        <a:lstStyle/>
        <a:p>
          <a:endParaRPr lang="en-MY"/>
        </a:p>
      </dgm:t>
    </dgm:pt>
    <dgm:pt modelId="{E1813EBD-1579-43A3-843C-095DC989D19C}">
      <dgm:prSet/>
      <dgm:spPr/>
      <dgm:t>
        <a:bodyPr/>
        <a:lstStyle/>
        <a:p>
          <a:pPr>
            <a:buNone/>
          </a:pPr>
          <a:r>
            <a:rPr lang="en-MY" b="1" i="0"/>
            <a:t>ROI and Cost Reduction:</a:t>
          </a:r>
        </a:p>
      </dgm:t>
    </dgm:pt>
    <dgm:pt modelId="{A71D9F89-BE8D-49AB-9531-C5CC54A845F7}" type="parTrans" cxnId="{11E302FA-F5EC-4E1A-9B23-588410C086B3}">
      <dgm:prSet/>
      <dgm:spPr/>
      <dgm:t>
        <a:bodyPr/>
        <a:lstStyle/>
        <a:p>
          <a:endParaRPr lang="en-MY"/>
        </a:p>
      </dgm:t>
    </dgm:pt>
    <dgm:pt modelId="{A651A1E8-3204-4A29-8FCD-BE02482EAC91}" type="sibTrans" cxnId="{11E302FA-F5EC-4E1A-9B23-588410C086B3}">
      <dgm:prSet/>
      <dgm:spPr/>
      <dgm:t>
        <a:bodyPr/>
        <a:lstStyle/>
        <a:p>
          <a:endParaRPr lang="en-MY"/>
        </a:p>
      </dgm:t>
    </dgm:pt>
    <dgm:pt modelId="{E709223F-2C5E-457C-B001-C16EA8550D58}">
      <dgm:prSet custT="1"/>
      <dgm:spPr/>
      <dgm:t>
        <a:bodyPr/>
        <a:lstStyle/>
        <a:p>
          <a:pPr>
            <a:buNone/>
          </a:pPr>
          <a:r>
            <a:rPr lang="en-US" sz="1800" b="0" i="0" dirty="0"/>
            <a:t>KPI: Calculating the return on investment and cost reductions achieved through ERP implementation.</a:t>
          </a:r>
        </a:p>
      </dgm:t>
    </dgm:pt>
    <dgm:pt modelId="{CCEAAFF7-F724-47DB-9C77-5E1BAF7793DE}" type="parTrans" cxnId="{228962BA-C409-4FFF-AB0C-E82C39BE362B}">
      <dgm:prSet/>
      <dgm:spPr/>
      <dgm:t>
        <a:bodyPr/>
        <a:lstStyle/>
        <a:p>
          <a:endParaRPr lang="en-MY"/>
        </a:p>
      </dgm:t>
    </dgm:pt>
    <dgm:pt modelId="{D0FE4020-98B8-4CE9-B9D5-F6C29F978836}" type="sibTrans" cxnId="{228962BA-C409-4FFF-AB0C-E82C39BE362B}">
      <dgm:prSet/>
      <dgm:spPr/>
      <dgm:t>
        <a:bodyPr/>
        <a:lstStyle/>
        <a:p>
          <a:endParaRPr lang="en-MY"/>
        </a:p>
      </dgm:t>
    </dgm:pt>
    <dgm:pt modelId="{D5183E67-9792-4CE9-AB38-481A59722397}">
      <dgm:prSet custT="1"/>
      <dgm:spPr/>
      <dgm:t>
        <a:bodyPr/>
        <a:lstStyle/>
        <a:p>
          <a:pPr>
            <a:buNone/>
          </a:pPr>
          <a:r>
            <a:rPr lang="en-US" sz="1800" b="0" i="0" dirty="0"/>
            <a:t>Why it matters: ERP projects should demonstrate a positive impact on the bottom line.</a:t>
          </a:r>
        </a:p>
      </dgm:t>
    </dgm:pt>
    <dgm:pt modelId="{5B1786DE-144F-48A7-87B7-BC0AF593DB3B}" type="parTrans" cxnId="{4A219717-8147-476F-8807-B33570DDA8F2}">
      <dgm:prSet/>
      <dgm:spPr/>
      <dgm:t>
        <a:bodyPr/>
        <a:lstStyle/>
        <a:p>
          <a:endParaRPr lang="en-MY"/>
        </a:p>
      </dgm:t>
    </dgm:pt>
    <dgm:pt modelId="{3832FD13-7989-448F-B2FC-7E124FC7ECD2}" type="sibTrans" cxnId="{4A219717-8147-476F-8807-B33570DDA8F2}">
      <dgm:prSet/>
      <dgm:spPr/>
      <dgm:t>
        <a:bodyPr/>
        <a:lstStyle/>
        <a:p>
          <a:endParaRPr lang="en-MY"/>
        </a:p>
      </dgm:t>
    </dgm:pt>
    <dgm:pt modelId="{89AB314B-D3F2-4856-96E8-2F4184C86A4C}" type="pres">
      <dgm:prSet presAssocID="{6B26E172-439C-4FC9-A752-F66AC2B1E999}" presName="Name0" presStyleCnt="0">
        <dgm:presLayoutVars>
          <dgm:dir/>
          <dgm:animLvl val="lvl"/>
          <dgm:resizeHandles val="exact"/>
        </dgm:presLayoutVars>
      </dgm:prSet>
      <dgm:spPr/>
    </dgm:pt>
    <dgm:pt modelId="{0792099B-22B2-4B8B-B960-4E92BA45E6CB}" type="pres">
      <dgm:prSet presAssocID="{0EAEC4A1-7ADC-4ED1-9172-2EE47B282F55}" presName="linNode" presStyleCnt="0"/>
      <dgm:spPr/>
    </dgm:pt>
    <dgm:pt modelId="{5C7FA8F8-AEED-43AD-B342-60AFFB442259}" type="pres">
      <dgm:prSet presAssocID="{0EAEC4A1-7ADC-4ED1-9172-2EE47B282F55}" presName="parentText" presStyleLbl="node1" presStyleIdx="0" presStyleCnt="3">
        <dgm:presLayoutVars>
          <dgm:chMax val="1"/>
          <dgm:bulletEnabled val="1"/>
        </dgm:presLayoutVars>
      </dgm:prSet>
      <dgm:spPr/>
    </dgm:pt>
    <dgm:pt modelId="{AB5989E8-8E26-4F69-9EEB-A1C1959F845D}" type="pres">
      <dgm:prSet presAssocID="{0EAEC4A1-7ADC-4ED1-9172-2EE47B282F55}" presName="descendantText" presStyleLbl="alignAccFollowNode1" presStyleIdx="0" presStyleCnt="3">
        <dgm:presLayoutVars>
          <dgm:bulletEnabled val="1"/>
        </dgm:presLayoutVars>
      </dgm:prSet>
      <dgm:spPr/>
    </dgm:pt>
    <dgm:pt modelId="{4D0C63CD-EE07-4596-8751-9B384F85ED71}" type="pres">
      <dgm:prSet presAssocID="{DD1F6648-1FBA-443B-B38E-9CB91879F113}" presName="sp" presStyleCnt="0"/>
      <dgm:spPr/>
    </dgm:pt>
    <dgm:pt modelId="{B5C1CF17-43FB-45CD-ABC4-7F572631C1B1}" type="pres">
      <dgm:prSet presAssocID="{32B88C3D-342E-43FE-A69C-3576B19A6322}" presName="linNode" presStyleCnt="0"/>
      <dgm:spPr/>
    </dgm:pt>
    <dgm:pt modelId="{9C65EBB8-D0C0-497A-B79D-BD386419BFDB}" type="pres">
      <dgm:prSet presAssocID="{32B88C3D-342E-43FE-A69C-3576B19A6322}" presName="parentText" presStyleLbl="node1" presStyleIdx="1" presStyleCnt="3">
        <dgm:presLayoutVars>
          <dgm:chMax val="1"/>
          <dgm:bulletEnabled val="1"/>
        </dgm:presLayoutVars>
      </dgm:prSet>
      <dgm:spPr/>
    </dgm:pt>
    <dgm:pt modelId="{DB6DEC9B-07E3-4E04-A48C-294E0C76BE3C}" type="pres">
      <dgm:prSet presAssocID="{32B88C3D-342E-43FE-A69C-3576B19A6322}" presName="descendantText" presStyleLbl="alignAccFollowNode1" presStyleIdx="1" presStyleCnt="3">
        <dgm:presLayoutVars>
          <dgm:bulletEnabled val="1"/>
        </dgm:presLayoutVars>
      </dgm:prSet>
      <dgm:spPr/>
    </dgm:pt>
    <dgm:pt modelId="{EC4DB034-2400-488C-A666-83B4D31F26CA}" type="pres">
      <dgm:prSet presAssocID="{B3EF68C8-3D9F-448D-9BAE-371481D442FA}" presName="sp" presStyleCnt="0"/>
      <dgm:spPr/>
    </dgm:pt>
    <dgm:pt modelId="{5485DDFC-DAA0-49E0-AA92-8CB55C31E029}" type="pres">
      <dgm:prSet presAssocID="{E1813EBD-1579-43A3-843C-095DC989D19C}" presName="linNode" presStyleCnt="0"/>
      <dgm:spPr/>
    </dgm:pt>
    <dgm:pt modelId="{C5EB4DED-AB09-4227-82C8-0C4B43425787}" type="pres">
      <dgm:prSet presAssocID="{E1813EBD-1579-43A3-843C-095DC989D19C}" presName="parentText" presStyleLbl="node1" presStyleIdx="2" presStyleCnt="3">
        <dgm:presLayoutVars>
          <dgm:chMax val="1"/>
          <dgm:bulletEnabled val="1"/>
        </dgm:presLayoutVars>
      </dgm:prSet>
      <dgm:spPr/>
    </dgm:pt>
    <dgm:pt modelId="{2F860E2F-BB95-4FE4-BB9C-B46AAB585BBE}" type="pres">
      <dgm:prSet presAssocID="{E1813EBD-1579-43A3-843C-095DC989D19C}" presName="descendantText" presStyleLbl="alignAccFollowNode1" presStyleIdx="2" presStyleCnt="3">
        <dgm:presLayoutVars>
          <dgm:bulletEnabled val="1"/>
        </dgm:presLayoutVars>
      </dgm:prSet>
      <dgm:spPr/>
    </dgm:pt>
  </dgm:ptLst>
  <dgm:cxnLst>
    <dgm:cxn modelId="{D2215503-24F2-42A4-A060-2D3B90000C4E}" srcId="{6B26E172-439C-4FC9-A752-F66AC2B1E999}" destId="{0EAEC4A1-7ADC-4ED1-9172-2EE47B282F55}" srcOrd="0" destOrd="0" parTransId="{88BD24DF-E81B-467D-A580-B03872DB0E04}" sibTransId="{DD1F6648-1FBA-443B-B38E-9CB91879F113}"/>
    <dgm:cxn modelId="{72060711-65E3-4421-9DB2-7C29024CAA9B}" srcId="{0EAEC4A1-7ADC-4ED1-9172-2EE47B282F55}" destId="{22D02877-DC35-41C6-888E-381BFB5AC027}" srcOrd="1" destOrd="0" parTransId="{50A3E4BD-0208-4407-BBEF-83A4C1A3EB4C}" sibTransId="{12EEF859-0F41-486B-8A40-325A588172D7}"/>
    <dgm:cxn modelId="{4A219717-8147-476F-8807-B33570DDA8F2}" srcId="{E1813EBD-1579-43A3-843C-095DC989D19C}" destId="{D5183E67-9792-4CE9-AB38-481A59722397}" srcOrd="1" destOrd="0" parTransId="{5B1786DE-144F-48A7-87B7-BC0AF593DB3B}" sibTransId="{3832FD13-7989-448F-B2FC-7E124FC7ECD2}"/>
    <dgm:cxn modelId="{C6A5B019-9706-4B2E-A772-5B72C9F0E3BE}" type="presOf" srcId="{E709223F-2C5E-457C-B001-C16EA8550D58}" destId="{2F860E2F-BB95-4FE4-BB9C-B46AAB585BBE}" srcOrd="0" destOrd="0" presId="urn:microsoft.com/office/officeart/2005/8/layout/vList5"/>
    <dgm:cxn modelId="{6222095B-EAD0-449A-9546-7FE4ED1FC3FD}" type="presOf" srcId="{E1813EBD-1579-43A3-843C-095DC989D19C}" destId="{C5EB4DED-AB09-4227-82C8-0C4B43425787}" srcOrd="0" destOrd="0" presId="urn:microsoft.com/office/officeart/2005/8/layout/vList5"/>
    <dgm:cxn modelId="{3157FA67-006F-4473-A89D-354DB606119C}" type="presOf" srcId="{D5183E67-9792-4CE9-AB38-481A59722397}" destId="{2F860E2F-BB95-4FE4-BB9C-B46AAB585BBE}" srcOrd="0" destOrd="1" presId="urn:microsoft.com/office/officeart/2005/8/layout/vList5"/>
    <dgm:cxn modelId="{2527F254-2332-4165-A20E-84F801D2A4AA}" type="presOf" srcId="{6B26E172-439C-4FC9-A752-F66AC2B1E999}" destId="{89AB314B-D3F2-4856-96E8-2F4184C86A4C}" srcOrd="0" destOrd="0" presId="urn:microsoft.com/office/officeart/2005/8/layout/vList5"/>
    <dgm:cxn modelId="{BEB7E47F-1C96-4A15-92AF-FA40EFB48365}" type="presOf" srcId="{25A0617C-A0BA-4F10-9EEF-E08C28670D1A}" destId="{DB6DEC9B-07E3-4E04-A48C-294E0C76BE3C}" srcOrd="0" destOrd="1" presId="urn:microsoft.com/office/officeart/2005/8/layout/vList5"/>
    <dgm:cxn modelId="{D2685B95-AD10-409C-B1E1-39346EBEE6D5}" srcId="{6B26E172-439C-4FC9-A752-F66AC2B1E999}" destId="{32B88C3D-342E-43FE-A69C-3576B19A6322}" srcOrd="1" destOrd="0" parTransId="{EB47CA04-468F-44A8-B0BE-452E49646004}" sibTransId="{B3EF68C8-3D9F-448D-9BAE-371481D442FA}"/>
    <dgm:cxn modelId="{5CB3549D-2229-4C30-B274-4FCADF663312}" type="presOf" srcId="{5BEA0850-3A9A-4E64-87C1-06F6202AA397}" destId="{AB5989E8-8E26-4F69-9EEB-A1C1959F845D}" srcOrd="0" destOrd="0" presId="urn:microsoft.com/office/officeart/2005/8/layout/vList5"/>
    <dgm:cxn modelId="{F8FA8EA2-5955-4F05-8AE7-00E354DD1903}" type="presOf" srcId="{22D02877-DC35-41C6-888E-381BFB5AC027}" destId="{AB5989E8-8E26-4F69-9EEB-A1C1959F845D}" srcOrd="0" destOrd="1" presId="urn:microsoft.com/office/officeart/2005/8/layout/vList5"/>
    <dgm:cxn modelId="{1ED47CAD-61E6-458F-866A-DFF1BEF4809B}" srcId="{32B88C3D-342E-43FE-A69C-3576B19A6322}" destId="{3BEFC0ED-88AE-43C5-95FD-158FCE16BFFC}" srcOrd="0" destOrd="0" parTransId="{01CE3718-DBCC-492F-BE8D-38D72280632C}" sibTransId="{A820ADA5-D48A-46ED-8B90-C88B9B086D24}"/>
    <dgm:cxn modelId="{228962BA-C409-4FFF-AB0C-E82C39BE362B}" srcId="{E1813EBD-1579-43A3-843C-095DC989D19C}" destId="{E709223F-2C5E-457C-B001-C16EA8550D58}" srcOrd="0" destOrd="0" parTransId="{CCEAAFF7-F724-47DB-9C77-5E1BAF7793DE}" sibTransId="{D0FE4020-98B8-4CE9-B9D5-F6C29F978836}"/>
    <dgm:cxn modelId="{F945FCBD-6897-4399-A04A-B0CFD6FBCDC6}" srcId="{0EAEC4A1-7ADC-4ED1-9172-2EE47B282F55}" destId="{5BEA0850-3A9A-4E64-87C1-06F6202AA397}" srcOrd="0" destOrd="0" parTransId="{3AFF6EC4-FA1B-47CF-9BFC-229989C226C9}" sibTransId="{0E97DD4B-CF46-4E5E-8DEF-0D66F367802B}"/>
    <dgm:cxn modelId="{926624C4-359F-4AE4-B614-151FF8BFFF0E}" type="presOf" srcId="{32B88C3D-342E-43FE-A69C-3576B19A6322}" destId="{9C65EBB8-D0C0-497A-B79D-BD386419BFDB}" srcOrd="0" destOrd="0" presId="urn:microsoft.com/office/officeart/2005/8/layout/vList5"/>
    <dgm:cxn modelId="{18F42FD0-0168-4008-A6EF-5DE650DFD0F5}" type="presOf" srcId="{3BEFC0ED-88AE-43C5-95FD-158FCE16BFFC}" destId="{DB6DEC9B-07E3-4E04-A48C-294E0C76BE3C}" srcOrd="0" destOrd="0" presId="urn:microsoft.com/office/officeart/2005/8/layout/vList5"/>
    <dgm:cxn modelId="{10B1BFD1-7F9D-4F4D-9456-F3AACAEA07CD}" srcId="{32B88C3D-342E-43FE-A69C-3576B19A6322}" destId="{25A0617C-A0BA-4F10-9EEF-E08C28670D1A}" srcOrd="1" destOrd="0" parTransId="{7E114446-269E-4E7C-A920-CE5CFE508C35}" sibTransId="{0C19975E-5643-4162-A7E5-3F002B05EC4A}"/>
    <dgm:cxn modelId="{2594FAE2-78BF-4CCF-9A91-0DD1ADA0CE6B}" type="presOf" srcId="{0EAEC4A1-7ADC-4ED1-9172-2EE47B282F55}" destId="{5C7FA8F8-AEED-43AD-B342-60AFFB442259}" srcOrd="0" destOrd="0" presId="urn:microsoft.com/office/officeart/2005/8/layout/vList5"/>
    <dgm:cxn modelId="{11E302FA-F5EC-4E1A-9B23-588410C086B3}" srcId="{6B26E172-439C-4FC9-A752-F66AC2B1E999}" destId="{E1813EBD-1579-43A3-843C-095DC989D19C}" srcOrd="2" destOrd="0" parTransId="{A71D9F89-BE8D-49AB-9531-C5CC54A845F7}" sibTransId="{A651A1E8-3204-4A29-8FCD-BE02482EAC91}"/>
    <dgm:cxn modelId="{66274244-B104-4650-9780-E0075F12568C}" type="presParOf" srcId="{89AB314B-D3F2-4856-96E8-2F4184C86A4C}" destId="{0792099B-22B2-4B8B-B960-4E92BA45E6CB}" srcOrd="0" destOrd="0" presId="urn:microsoft.com/office/officeart/2005/8/layout/vList5"/>
    <dgm:cxn modelId="{6D3BD6E7-024F-4A78-944E-98D8E1088398}" type="presParOf" srcId="{0792099B-22B2-4B8B-B960-4E92BA45E6CB}" destId="{5C7FA8F8-AEED-43AD-B342-60AFFB442259}" srcOrd="0" destOrd="0" presId="urn:microsoft.com/office/officeart/2005/8/layout/vList5"/>
    <dgm:cxn modelId="{38FBD0A7-1519-480F-88B6-204B388D4331}" type="presParOf" srcId="{0792099B-22B2-4B8B-B960-4E92BA45E6CB}" destId="{AB5989E8-8E26-4F69-9EEB-A1C1959F845D}" srcOrd="1" destOrd="0" presId="urn:microsoft.com/office/officeart/2005/8/layout/vList5"/>
    <dgm:cxn modelId="{CC70A793-B16C-415A-92D4-442C00AC206F}" type="presParOf" srcId="{89AB314B-D3F2-4856-96E8-2F4184C86A4C}" destId="{4D0C63CD-EE07-4596-8751-9B384F85ED71}" srcOrd="1" destOrd="0" presId="urn:microsoft.com/office/officeart/2005/8/layout/vList5"/>
    <dgm:cxn modelId="{C81562AC-FD4E-497B-9C0F-5AF7704FAE6A}" type="presParOf" srcId="{89AB314B-D3F2-4856-96E8-2F4184C86A4C}" destId="{B5C1CF17-43FB-45CD-ABC4-7F572631C1B1}" srcOrd="2" destOrd="0" presId="urn:microsoft.com/office/officeart/2005/8/layout/vList5"/>
    <dgm:cxn modelId="{4D1716FF-2172-4206-A1E4-579380464B2D}" type="presParOf" srcId="{B5C1CF17-43FB-45CD-ABC4-7F572631C1B1}" destId="{9C65EBB8-D0C0-497A-B79D-BD386419BFDB}" srcOrd="0" destOrd="0" presId="urn:microsoft.com/office/officeart/2005/8/layout/vList5"/>
    <dgm:cxn modelId="{B1CD0136-9129-49B6-A3C9-9BA2A267AC12}" type="presParOf" srcId="{B5C1CF17-43FB-45CD-ABC4-7F572631C1B1}" destId="{DB6DEC9B-07E3-4E04-A48C-294E0C76BE3C}" srcOrd="1" destOrd="0" presId="urn:microsoft.com/office/officeart/2005/8/layout/vList5"/>
    <dgm:cxn modelId="{3936233E-36AA-4CA8-A823-E68BF6983DC0}" type="presParOf" srcId="{89AB314B-D3F2-4856-96E8-2F4184C86A4C}" destId="{EC4DB034-2400-488C-A666-83B4D31F26CA}" srcOrd="3" destOrd="0" presId="urn:microsoft.com/office/officeart/2005/8/layout/vList5"/>
    <dgm:cxn modelId="{FA111A9C-2268-401A-A160-861A495B8325}" type="presParOf" srcId="{89AB314B-D3F2-4856-96E8-2F4184C86A4C}" destId="{5485DDFC-DAA0-49E0-AA92-8CB55C31E029}" srcOrd="4" destOrd="0" presId="urn:microsoft.com/office/officeart/2005/8/layout/vList5"/>
    <dgm:cxn modelId="{6B0146A7-E163-46B5-A24F-9FC962F27E00}" type="presParOf" srcId="{5485DDFC-DAA0-49E0-AA92-8CB55C31E029}" destId="{C5EB4DED-AB09-4227-82C8-0C4B43425787}" srcOrd="0" destOrd="0" presId="urn:microsoft.com/office/officeart/2005/8/layout/vList5"/>
    <dgm:cxn modelId="{416CD13D-F75C-4E15-B802-0520FF09A783}" type="presParOf" srcId="{5485DDFC-DAA0-49E0-AA92-8CB55C31E029}" destId="{2F860E2F-BB95-4FE4-BB9C-B46AAB585BB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644FBB-2086-4816-985E-53E5F12DF8A0}" type="doc">
      <dgm:prSet loTypeId="urn:microsoft.com/office/officeart/2005/8/layout/default" loCatId="list" qsTypeId="urn:microsoft.com/office/officeart/2005/8/quickstyle/simple2" qsCatId="simple" csTypeId="urn:microsoft.com/office/officeart/2005/8/colors/accent1_5" csCatId="accent1"/>
      <dgm:spPr/>
      <dgm:t>
        <a:bodyPr/>
        <a:lstStyle/>
        <a:p>
          <a:endParaRPr lang="en-US"/>
        </a:p>
      </dgm:t>
    </dgm:pt>
    <dgm:pt modelId="{0B9926DB-B58B-4177-A2A9-DF78FD0F6C62}">
      <dgm:prSet/>
      <dgm:spPr/>
      <dgm:t>
        <a:bodyPr/>
        <a:lstStyle/>
        <a:p>
          <a:r>
            <a:rPr lang="en-US"/>
            <a:t>Inventory turnover</a:t>
          </a:r>
        </a:p>
      </dgm:t>
    </dgm:pt>
    <dgm:pt modelId="{430245A2-177C-494B-8A5D-86BF1BA22794}" type="parTrans" cxnId="{0AC6B9D6-D885-46D9-B3FF-EA05339390C5}">
      <dgm:prSet/>
      <dgm:spPr/>
      <dgm:t>
        <a:bodyPr/>
        <a:lstStyle/>
        <a:p>
          <a:endParaRPr lang="en-US"/>
        </a:p>
      </dgm:t>
    </dgm:pt>
    <dgm:pt modelId="{FC634AB2-9E6B-4486-86C9-30831AF084FB}" type="sibTrans" cxnId="{0AC6B9D6-D885-46D9-B3FF-EA05339390C5}">
      <dgm:prSet/>
      <dgm:spPr/>
      <dgm:t>
        <a:bodyPr/>
        <a:lstStyle/>
        <a:p>
          <a:endParaRPr lang="en-US"/>
        </a:p>
      </dgm:t>
    </dgm:pt>
    <dgm:pt modelId="{509B9685-A4EA-4BBF-92A3-8409A79088EE}">
      <dgm:prSet/>
      <dgm:spPr/>
      <dgm:t>
        <a:bodyPr/>
        <a:lstStyle/>
        <a:p>
          <a:r>
            <a:rPr lang="en-US"/>
            <a:t>Order processing time</a:t>
          </a:r>
        </a:p>
      </dgm:t>
    </dgm:pt>
    <dgm:pt modelId="{A967B6B6-01A2-4F15-9BC2-1773C943D006}" type="parTrans" cxnId="{9986BFE2-2698-40E7-BAD2-6261618F2BDF}">
      <dgm:prSet/>
      <dgm:spPr/>
      <dgm:t>
        <a:bodyPr/>
        <a:lstStyle/>
        <a:p>
          <a:endParaRPr lang="en-US"/>
        </a:p>
      </dgm:t>
    </dgm:pt>
    <dgm:pt modelId="{A76DCBD1-B329-4A05-B5C9-C35FFCD7B532}" type="sibTrans" cxnId="{9986BFE2-2698-40E7-BAD2-6261618F2BDF}">
      <dgm:prSet/>
      <dgm:spPr/>
      <dgm:t>
        <a:bodyPr/>
        <a:lstStyle/>
        <a:p>
          <a:endParaRPr lang="en-US"/>
        </a:p>
      </dgm:t>
    </dgm:pt>
    <dgm:pt modelId="{3A2A4725-1013-4D18-94D5-0FBF436B3256}">
      <dgm:prSet/>
      <dgm:spPr/>
      <dgm:t>
        <a:bodyPr/>
        <a:lstStyle/>
        <a:p>
          <a:r>
            <a:rPr lang="en-US"/>
            <a:t>Customer retention rate</a:t>
          </a:r>
        </a:p>
      </dgm:t>
    </dgm:pt>
    <dgm:pt modelId="{41726F69-1393-48FB-9656-CB127967B0CF}" type="parTrans" cxnId="{84E8A324-1355-4940-B692-B8100F29B7D9}">
      <dgm:prSet/>
      <dgm:spPr/>
      <dgm:t>
        <a:bodyPr/>
        <a:lstStyle/>
        <a:p>
          <a:endParaRPr lang="en-US"/>
        </a:p>
      </dgm:t>
    </dgm:pt>
    <dgm:pt modelId="{25AE6A10-BD23-4B56-BC65-5D55E26BD1C4}" type="sibTrans" cxnId="{84E8A324-1355-4940-B692-B8100F29B7D9}">
      <dgm:prSet/>
      <dgm:spPr/>
      <dgm:t>
        <a:bodyPr/>
        <a:lstStyle/>
        <a:p>
          <a:endParaRPr lang="en-US"/>
        </a:p>
      </dgm:t>
    </dgm:pt>
    <dgm:pt modelId="{962FC57E-F731-4D8C-8CEA-179B27D09CE7}">
      <dgm:prSet/>
      <dgm:spPr/>
      <dgm:t>
        <a:bodyPr/>
        <a:lstStyle/>
        <a:p>
          <a:r>
            <a:rPr lang="en-US"/>
            <a:t>System uptime/downtime</a:t>
          </a:r>
        </a:p>
      </dgm:t>
    </dgm:pt>
    <dgm:pt modelId="{10422305-3806-4595-AB73-BE12AF37C445}" type="parTrans" cxnId="{247475C3-0F41-4008-A461-F9AFDE80571A}">
      <dgm:prSet/>
      <dgm:spPr/>
      <dgm:t>
        <a:bodyPr/>
        <a:lstStyle/>
        <a:p>
          <a:endParaRPr lang="en-US"/>
        </a:p>
      </dgm:t>
    </dgm:pt>
    <dgm:pt modelId="{EFE7BD5D-77C8-419B-9643-01C866402E7E}" type="sibTrans" cxnId="{247475C3-0F41-4008-A461-F9AFDE80571A}">
      <dgm:prSet/>
      <dgm:spPr/>
      <dgm:t>
        <a:bodyPr/>
        <a:lstStyle/>
        <a:p>
          <a:endParaRPr lang="en-US"/>
        </a:p>
      </dgm:t>
    </dgm:pt>
    <dgm:pt modelId="{A5C5AEDE-5A47-426B-BE07-52605D71E9C7}">
      <dgm:prSet/>
      <dgm:spPr/>
      <dgm:t>
        <a:bodyPr/>
        <a:lstStyle/>
        <a:p>
          <a:r>
            <a:rPr lang="en-US"/>
            <a:t>Call response time</a:t>
          </a:r>
        </a:p>
      </dgm:t>
    </dgm:pt>
    <dgm:pt modelId="{0F67412B-4B83-4B00-91E6-10073A185818}" type="parTrans" cxnId="{E4D50CAB-175E-4AD1-B279-9994AFB09B55}">
      <dgm:prSet/>
      <dgm:spPr/>
      <dgm:t>
        <a:bodyPr/>
        <a:lstStyle/>
        <a:p>
          <a:endParaRPr lang="en-US"/>
        </a:p>
      </dgm:t>
    </dgm:pt>
    <dgm:pt modelId="{755AE319-2944-4002-A96B-FA19410BE2D7}" type="sibTrans" cxnId="{E4D50CAB-175E-4AD1-B279-9994AFB09B55}">
      <dgm:prSet/>
      <dgm:spPr/>
      <dgm:t>
        <a:bodyPr/>
        <a:lstStyle/>
        <a:p>
          <a:endParaRPr lang="en-US"/>
        </a:p>
      </dgm:t>
    </dgm:pt>
    <dgm:pt modelId="{1CCAC577-131B-4CEF-8184-7874B0258627}">
      <dgm:prSet/>
      <dgm:spPr/>
      <dgm:t>
        <a:bodyPr/>
        <a:lstStyle/>
        <a:p>
          <a:r>
            <a:rPr lang="en-US"/>
            <a:t>On-time delivery rate</a:t>
          </a:r>
        </a:p>
      </dgm:t>
    </dgm:pt>
    <dgm:pt modelId="{E9BED9C5-C151-47FD-B913-5EBA8D9E1752}" type="parTrans" cxnId="{83F747B9-FE06-4B59-B5A4-C259208231B5}">
      <dgm:prSet/>
      <dgm:spPr/>
      <dgm:t>
        <a:bodyPr/>
        <a:lstStyle/>
        <a:p>
          <a:endParaRPr lang="en-US"/>
        </a:p>
      </dgm:t>
    </dgm:pt>
    <dgm:pt modelId="{BB970942-0D6B-4F69-974B-F6C0238B9BDE}" type="sibTrans" cxnId="{83F747B9-FE06-4B59-B5A4-C259208231B5}">
      <dgm:prSet/>
      <dgm:spPr/>
      <dgm:t>
        <a:bodyPr/>
        <a:lstStyle/>
        <a:p>
          <a:endParaRPr lang="en-US"/>
        </a:p>
      </dgm:t>
    </dgm:pt>
    <dgm:pt modelId="{E3F97CF9-51B9-46CD-8DB4-D8B6A9B21CAA}">
      <dgm:prSet/>
      <dgm:spPr/>
      <dgm:t>
        <a:bodyPr/>
        <a:lstStyle/>
        <a:p>
          <a:r>
            <a:rPr lang="en-US"/>
            <a:t>Project margins</a:t>
          </a:r>
        </a:p>
      </dgm:t>
    </dgm:pt>
    <dgm:pt modelId="{9F1D55CB-C2C0-4175-ADE1-444F5745274F}" type="parTrans" cxnId="{2F871938-E6D0-48A4-8C89-F83B30FE2E2C}">
      <dgm:prSet/>
      <dgm:spPr/>
      <dgm:t>
        <a:bodyPr/>
        <a:lstStyle/>
        <a:p>
          <a:endParaRPr lang="en-US"/>
        </a:p>
      </dgm:t>
    </dgm:pt>
    <dgm:pt modelId="{76C0C82F-A09C-44DE-AB73-2CD77EFE5745}" type="sibTrans" cxnId="{2F871938-E6D0-48A4-8C89-F83B30FE2E2C}">
      <dgm:prSet/>
      <dgm:spPr/>
      <dgm:t>
        <a:bodyPr/>
        <a:lstStyle/>
        <a:p>
          <a:endParaRPr lang="en-US"/>
        </a:p>
      </dgm:t>
    </dgm:pt>
    <dgm:pt modelId="{9C27E36B-86A7-4DB4-89E1-64953DD800A2}">
      <dgm:prSet/>
      <dgm:spPr/>
      <dgm:t>
        <a:bodyPr/>
        <a:lstStyle/>
        <a:p>
          <a:r>
            <a:rPr lang="en-US"/>
            <a:t>Reduce cycle times</a:t>
          </a:r>
        </a:p>
      </dgm:t>
    </dgm:pt>
    <dgm:pt modelId="{0167E91D-2835-4D9A-8DA3-6A73C8D5288F}" type="parTrans" cxnId="{6EA1AFFE-C9F8-4306-9370-2D0DFB8EFF42}">
      <dgm:prSet/>
      <dgm:spPr/>
      <dgm:t>
        <a:bodyPr/>
        <a:lstStyle/>
        <a:p>
          <a:endParaRPr lang="en-US"/>
        </a:p>
      </dgm:t>
    </dgm:pt>
    <dgm:pt modelId="{1C489F2D-BF38-41FC-BAB5-89467756832D}" type="sibTrans" cxnId="{6EA1AFFE-C9F8-4306-9370-2D0DFB8EFF42}">
      <dgm:prSet/>
      <dgm:spPr/>
      <dgm:t>
        <a:bodyPr/>
        <a:lstStyle/>
        <a:p>
          <a:endParaRPr lang="en-US"/>
        </a:p>
      </dgm:t>
    </dgm:pt>
    <dgm:pt modelId="{6993E09A-7A11-4D22-ADF7-B22C9DEC1A02}">
      <dgm:prSet/>
      <dgm:spPr/>
      <dgm:t>
        <a:bodyPr/>
        <a:lstStyle/>
        <a:p>
          <a:r>
            <a:rPr lang="en-US"/>
            <a:t>Resource utilization</a:t>
          </a:r>
        </a:p>
      </dgm:t>
    </dgm:pt>
    <dgm:pt modelId="{7C8BA609-2D7B-4219-835A-2474351DC5FD}" type="parTrans" cxnId="{C80692EB-1754-451B-89FC-155320F87B58}">
      <dgm:prSet/>
      <dgm:spPr/>
      <dgm:t>
        <a:bodyPr/>
        <a:lstStyle/>
        <a:p>
          <a:endParaRPr lang="en-US"/>
        </a:p>
      </dgm:t>
    </dgm:pt>
    <dgm:pt modelId="{A4D949D6-D070-465A-9974-F913250DDF62}" type="sibTrans" cxnId="{C80692EB-1754-451B-89FC-155320F87B58}">
      <dgm:prSet/>
      <dgm:spPr/>
      <dgm:t>
        <a:bodyPr/>
        <a:lstStyle/>
        <a:p>
          <a:endParaRPr lang="en-US"/>
        </a:p>
      </dgm:t>
    </dgm:pt>
    <dgm:pt modelId="{40B678BA-D1B9-42D3-9A3B-EF94EA6B9BC0}">
      <dgm:prSet/>
      <dgm:spPr/>
      <dgm:t>
        <a:bodyPr/>
        <a:lstStyle/>
        <a:p>
          <a:r>
            <a:rPr lang="en-US"/>
            <a:t>Error rates</a:t>
          </a:r>
        </a:p>
      </dgm:t>
    </dgm:pt>
    <dgm:pt modelId="{C8FB8A87-7533-4CFB-9AA8-817F58810A4B}" type="parTrans" cxnId="{8200ED23-C97C-428A-830E-FDD293D0F46B}">
      <dgm:prSet/>
      <dgm:spPr/>
      <dgm:t>
        <a:bodyPr/>
        <a:lstStyle/>
        <a:p>
          <a:endParaRPr lang="en-US"/>
        </a:p>
      </dgm:t>
    </dgm:pt>
    <dgm:pt modelId="{918BA306-129E-453B-B7C5-A27B64A57A34}" type="sibTrans" cxnId="{8200ED23-C97C-428A-830E-FDD293D0F46B}">
      <dgm:prSet/>
      <dgm:spPr/>
      <dgm:t>
        <a:bodyPr/>
        <a:lstStyle/>
        <a:p>
          <a:endParaRPr lang="en-US"/>
        </a:p>
      </dgm:t>
    </dgm:pt>
    <dgm:pt modelId="{B7BE563B-326C-4D2E-875F-081CA021C30A}">
      <dgm:prSet/>
      <dgm:spPr/>
      <dgm:t>
        <a:bodyPr/>
        <a:lstStyle/>
        <a:p>
          <a:r>
            <a:rPr lang="en-US"/>
            <a:t>Improved efficiency and productivity</a:t>
          </a:r>
        </a:p>
      </dgm:t>
    </dgm:pt>
    <dgm:pt modelId="{06E3CAFA-1C60-4A62-ABB5-0D11DF615EA2}" type="parTrans" cxnId="{B69E8DF0-E495-4E39-B7E4-546EF5796D86}">
      <dgm:prSet/>
      <dgm:spPr/>
      <dgm:t>
        <a:bodyPr/>
        <a:lstStyle/>
        <a:p>
          <a:endParaRPr lang="en-US"/>
        </a:p>
      </dgm:t>
    </dgm:pt>
    <dgm:pt modelId="{04708FDC-F950-480C-8977-525B26D4B64D}" type="sibTrans" cxnId="{B69E8DF0-E495-4E39-B7E4-546EF5796D86}">
      <dgm:prSet/>
      <dgm:spPr/>
      <dgm:t>
        <a:bodyPr/>
        <a:lstStyle/>
        <a:p>
          <a:endParaRPr lang="en-US"/>
        </a:p>
      </dgm:t>
    </dgm:pt>
    <dgm:pt modelId="{6289EEF1-7E04-48AB-B289-D336355EA3FC}">
      <dgm:prSet/>
      <dgm:spPr/>
      <dgm:t>
        <a:bodyPr/>
        <a:lstStyle/>
        <a:p>
          <a:r>
            <a:rPr lang="en-US"/>
            <a:t>Time complete month-end and year-end activities</a:t>
          </a:r>
        </a:p>
      </dgm:t>
    </dgm:pt>
    <dgm:pt modelId="{072702E7-2C0A-4AC9-9571-B7DC4DF73387}" type="parTrans" cxnId="{FFCCCDA6-D5F4-4E99-8257-4E77342D75D5}">
      <dgm:prSet/>
      <dgm:spPr/>
      <dgm:t>
        <a:bodyPr/>
        <a:lstStyle/>
        <a:p>
          <a:endParaRPr lang="en-US"/>
        </a:p>
      </dgm:t>
    </dgm:pt>
    <dgm:pt modelId="{B8027505-D57E-42DD-B724-24D9E4690398}" type="sibTrans" cxnId="{FFCCCDA6-D5F4-4E99-8257-4E77342D75D5}">
      <dgm:prSet/>
      <dgm:spPr/>
      <dgm:t>
        <a:bodyPr/>
        <a:lstStyle/>
        <a:p>
          <a:endParaRPr lang="en-US"/>
        </a:p>
      </dgm:t>
    </dgm:pt>
    <dgm:pt modelId="{8339A5B1-21C5-41A4-9AAF-645772A5AA7B}" type="pres">
      <dgm:prSet presAssocID="{CF644FBB-2086-4816-985E-53E5F12DF8A0}" presName="diagram" presStyleCnt="0">
        <dgm:presLayoutVars>
          <dgm:dir/>
          <dgm:resizeHandles val="exact"/>
        </dgm:presLayoutVars>
      </dgm:prSet>
      <dgm:spPr/>
    </dgm:pt>
    <dgm:pt modelId="{49608C5D-95AE-473C-BD53-8DD15E188414}" type="pres">
      <dgm:prSet presAssocID="{0B9926DB-B58B-4177-A2A9-DF78FD0F6C62}" presName="node" presStyleLbl="node1" presStyleIdx="0" presStyleCnt="12">
        <dgm:presLayoutVars>
          <dgm:bulletEnabled val="1"/>
        </dgm:presLayoutVars>
      </dgm:prSet>
      <dgm:spPr/>
    </dgm:pt>
    <dgm:pt modelId="{AE116EBD-0E62-4987-A7D8-56BED5340153}" type="pres">
      <dgm:prSet presAssocID="{FC634AB2-9E6B-4486-86C9-30831AF084FB}" presName="sibTrans" presStyleCnt="0"/>
      <dgm:spPr/>
    </dgm:pt>
    <dgm:pt modelId="{BECCA615-E0CF-4CBB-A57A-98C954169D09}" type="pres">
      <dgm:prSet presAssocID="{509B9685-A4EA-4BBF-92A3-8409A79088EE}" presName="node" presStyleLbl="node1" presStyleIdx="1" presStyleCnt="12">
        <dgm:presLayoutVars>
          <dgm:bulletEnabled val="1"/>
        </dgm:presLayoutVars>
      </dgm:prSet>
      <dgm:spPr/>
    </dgm:pt>
    <dgm:pt modelId="{45E69D7B-A513-43AF-904D-9D987078188D}" type="pres">
      <dgm:prSet presAssocID="{A76DCBD1-B329-4A05-B5C9-C35FFCD7B532}" presName="sibTrans" presStyleCnt="0"/>
      <dgm:spPr/>
    </dgm:pt>
    <dgm:pt modelId="{EF4DA582-00C6-479A-A047-F5946FDC9C8C}" type="pres">
      <dgm:prSet presAssocID="{3A2A4725-1013-4D18-94D5-0FBF436B3256}" presName="node" presStyleLbl="node1" presStyleIdx="2" presStyleCnt="12">
        <dgm:presLayoutVars>
          <dgm:bulletEnabled val="1"/>
        </dgm:presLayoutVars>
      </dgm:prSet>
      <dgm:spPr/>
    </dgm:pt>
    <dgm:pt modelId="{C0303AFA-9EC1-4DF6-9887-AF640486E93E}" type="pres">
      <dgm:prSet presAssocID="{25AE6A10-BD23-4B56-BC65-5D55E26BD1C4}" presName="sibTrans" presStyleCnt="0"/>
      <dgm:spPr/>
    </dgm:pt>
    <dgm:pt modelId="{890A0C84-9E28-48B6-A86E-BB0011EDACF4}" type="pres">
      <dgm:prSet presAssocID="{962FC57E-F731-4D8C-8CEA-179B27D09CE7}" presName="node" presStyleLbl="node1" presStyleIdx="3" presStyleCnt="12">
        <dgm:presLayoutVars>
          <dgm:bulletEnabled val="1"/>
        </dgm:presLayoutVars>
      </dgm:prSet>
      <dgm:spPr/>
    </dgm:pt>
    <dgm:pt modelId="{94E668D4-DC46-4C6C-81D2-8E2E57FDD557}" type="pres">
      <dgm:prSet presAssocID="{EFE7BD5D-77C8-419B-9643-01C866402E7E}" presName="sibTrans" presStyleCnt="0"/>
      <dgm:spPr/>
    </dgm:pt>
    <dgm:pt modelId="{CCB8F0EB-CAE4-4922-9351-789D3150EA7C}" type="pres">
      <dgm:prSet presAssocID="{A5C5AEDE-5A47-426B-BE07-52605D71E9C7}" presName="node" presStyleLbl="node1" presStyleIdx="4" presStyleCnt="12">
        <dgm:presLayoutVars>
          <dgm:bulletEnabled val="1"/>
        </dgm:presLayoutVars>
      </dgm:prSet>
      <dgm:spPr/>
    </dgm:pt>
    <dgm:pt modelId="{C0F0C276-8311-48A2-A69F-C3AF445C7C6B}" type="pres">
      <dgm:prSet presAssocID="{755AE319-2944-4002-A96B-FA19410BE2D7}" presName="sibTrans" presStyleCnt="0"/>
      <dgm:spPr/>
    </dgm:pt>
    <dgm:pt modelId="{8614B3BC-BD28-44F0-BF40-459726FFEB8E}" type="pres">
      <dgm:prSet presAssocID="{1CCAC577-131B-4CEF-8184-7874B0258627}" presName="node" presStyleLbl="node1" presStyleIdx="5" presStyleCnt="12">
        <dgm:presLayoutVars>
          <dgm:bulletEnabled val="1"/>
        </dgm:presLayoutVars>
      </dgm:prSet>
      <dgm:spPr/>
    </dgm:pt>
    <dgm:pt modelId="{817E422F-99AA-496B-95A1-1370966442F6}" type="pres">
      <dgm:prSet presAssocID="{BB970942-0D6B-4F69-974B-F6C0238B9BDE}" presName="sibTrans" presStyleCnt="0"/>
      <dgm:spPr/>
    </dgm:pt>
    <dgm:pt modelId="{5862BB2F-66D3-4D29-AA64-6F42BAFC6CF7}" type="pres">
      <dgm:prSet presAssocID="{E3F97CF9-51B9-46CD-8DB4-D8B6A9B21CAA}" presName="node" presStyleLbl="node1" presStyleIdx="6" presStyleCnt="12">
        <dgm:presLayoutVars>
          <dgm:bulletEnabled val="1"/>
        </dgm:presLayoutVars>
      </dgm:prSet>
      <dgm:spPr/>
    </dgm:pt>
    <dgm:pt modelId="{9C9B44A8-38D9-48B9-A345-F523E4335036}" type="pres">
      <dgm:prSet presAssocID="{76C0C82F-A09C-44DE-AB73-2CD77EFE5745}" presName="sibTrans" presStyleCnt="0"/>
      <dgm:spPr/>
    </dgm:pt>
    <dgm:pt modelId="{D611B3B1-C135-47E4-9F8E-B6C8765C7BB4}" type="pres">
      <dgm:prSet presAssocID="{9C27E36B-86A7-4DB4-89E1-64953DD800A2}" presName="node" presStyleLbl="node1" presStyleIdx="7" presStyleCnt="12">
        <dgm:presLayoutVars>
          <dgm:bulletEnabled val="1"/>
        </dgm:presLayoutVars>
      </dgm:prSet>
      <dgm:spPr/>
    </dgm:pt>
    <dgm:pt modelId="{36C0874A-2184-4AFD-8E12-D9A807CA1926}" type="pres">
      <dgm:prSet presAssocID="{1C489F2D-BF38-41FC-BAB5-89467756832D}" presName="sibTrans" presStyleCnt="0"/>
      <dgm:spPr/>
    </dgm:pt>
    <dgm:pt modelId="{4E115472-6220-4781-AF4E-4194A7CB4715}" type="pres">
      <dgm:prSet presAssocID="{6993E09A-7A11-4D22-ADF7-B22C9DEC1A02}" presName="node" presStyleLbl="node1" presStyleIdx="8" presStyleCnt="12">
        <dgm:presLayoutVars>
          <dgm:bulletEnabled val="1"/>
        </dgm:presLayoutVars>
      </dgm:prSet>
      <dgm:spPr/>
    </dgm:pt>
    <dgm:pt modelId="{E2D58F6A-2F43-41DF-83C6-DE67F628F6A9}" type="pres">
      <dgm:prSet presAssocID="{A4D949D6-D070-465A-9974-F913250DDF62}" presName="sibTrans" presStyleCnt="0"/>
      <dgm:spPr/>
    </dgm:pt>
    <dgm:pt modelId="{95D0D060-6821-48EF-B376-6B3382967D06}" type="pres">
      <dgm:prSet presAssocID="{40B678BA-D1B9-42D3-9A3B-EF94EA6B9BC0}" presName="node" presStyleLbl="node1" presStyleIdx="9" presStyleCnt="12">
        <dgm:presLayoutVars>
          <dgm:bulletEnabled val="1"/>
        </dgm:presLayoutVars>
      </dgm:prSet>
      <dgm:spPr/>
    </dgm:pt>
    <dgm:pt modelId="{4F73ED61-773D-4045-B4D2-CB4758D707B9}" type="pres">
      <dgm:prSet presAssocID="{918BA306-129E-453B-B7C5-A27B64A57A34}" presName="sibTrans" presStyleCnt="0"/>
      <dgm:spPr/>
    </dgm:pt>
    <dgm:pt modelId="{64C68D93-3A48-4E67-A4FF-F13F58DAD122}" type="pres">
      <dgm:prSet presAssocID="{B7BE563B-326C-4D2E-875F-081CA021C30A}" presName="node" presStyleLbl="node1" presStyleIdx="10" presStyleCnt="12">
        <dgm:presLayoutVars>
          <dgm:bulletEnabled val="1"/>
        </dgm:presLayoutVars>
      </dgm:prSet>
      <dgm:spPr/>
    </dgm:pt>
    <dgm:pt modelId="{43526EF6-DEEF-4719-A776-0A19DC7BA236}" type="pres">
      <dgm:prSet presAssocID="{04708FDC-F950-480C-8977-525B26D4B64D}" presName="sibTrans" presStyleCnt="0"/>
      <dgm:spPr/>
    </dgm:pt>
    <dgm:pt modelId="{DB40CBA1-0174-485B-A792-B5B17A8F21E2}" type="pres">
      <dgm:prSet presAssocID="{6289EEF1-7E04-48AB-B289-D336355EA3FC}" presName="node" presStyleLbl="node1" presStyleIdx="11" presStyleCnt="12">
        <dgm:presLayoutVars>
          <dgm:bulletEnabled val="1"/>
        </dgm:presLayoutVars>
      </dgm:prSet>
      <dgm:spPr/>
    </dgm:pt>
  </dgm:ptLst>
  <dgm:cxnLst>
    <dgm:cxn modelId="{34E1CF18-9A24-4D8E-9E2D-BA247CBFC64C}" type="presOf" srcId="{40B678BA-D1B9-42D3-9A3B-EF94EA6B9BC0}" destId="{95D0D060-6821-48EF-B376-6B3382967D06}" srcOrd="0" destOrd="0" presId="urn:microsoft.com/office/officeart/2005/8/layout/default"/>
    <dgm:cxn modelId="{8200ED23-C97C-428A-830E-FDD293D0F46B}" srcId="{CF644FBB-2086-4816-985E-53E5F12DF8A0}" destId="{40B678BA-D1B9-42D3-9A3B-EF94EA6B9BC0}" srcOrd="9" destOrd="0" parTransId="{C8FB8A87-7533-4CFB-9AA8-817F58810A4B}" sibTransId="{918BA306-129E-453B-B7C5-A27B64A57A34}"/>
    <dgm:cxn modelId="{84E8A324-1355-4940-B692-B8100F29B7D9}" srcId="{CF644FBB-2086-4816-985E-53E5F12DF8A0}" destId="{3A2A4725-1013-4D18-94D5-0FBF436B3256}" srcOrd="2" destOrd="0" parTransId="{41726F69-1393-48FB-9656-CB127967B0CF}" sibTransId="{25AE6A10-BD23-4B56-BC65-5D55E26BD1C4}"/>
    <dgm:cxn modelId="{B4EB4627-3607-4FE7-B87C-70697018F1C1}" type="presOf" srcId="{B7BE563B-326C-4D2E-875F-081CA021C30A}" destId="{64C68D93-3A48-4E67-A4FF-F13F58DAD122}" srcOrd="0" destOrd="0" presId="urn:microsoft.com/office/officeart/2005/8/layout/default"/>
    <dgm:cxn modelId="{2F871938-E6D0-48A4-8C89-F83B30FE2E2C}" srcId="{CF644FBB-2086-4816-985E-53E5F12DF8A0}" destId="{E3F97CF9-51B9-46CD-8DB4-D8B6A9B21CAA}" srcOrd="6" destOrd="0" parTransId="{9F1D55CB-C2C0-4175-ADE1-444F5745274F}" sibTransId="{76C0C82F-A09C-44DE-AB73-2CD77EFE5745}"/>
    <dgm:cxn modelId="{91163538-D59C-4B1F-8204-D080226F1702}" type="presOf" srcId="{0B9926DB-B58B-4177-A2A9-DF78FD0F6C62}" destId="{49608C5D-95AE-473C-BD53-8DD15E188414}" srcOrd="0" destOrd="0" presId="urn:microsoft.com/office/officeart/2005/8/layout/default"/>
    <dgm:cxn modelId="{8288C64A-315A-4A0C-9B5B-2A6220880776}" type="presOf" srcId="{A5C5AEDE-5A47-426B-BE07-52605D71E9C7}" destId="{CCB8F0EB-CAE4-4922-9351-789D3150EA7C}" srcOrd="0" destOrd="0" presId="urn:microsoft.com/office/officeart/2005/8/layout/default"/>
    <dgm:cxn modelId="{B28D676D-7FF6-48C0-8B19-BC845928D3BC}" type="presOf" srcId="{6289EEF1-7E04-48AB-B289-D336355EA3FC}" destId="{DB40CBA1-0174-485B-A792-B5B17A8F21E2}" srcOrd="0" destOrd="0" presId="urn:microsoft.com/office/officeart/2005/8/layout/default"/>
    <dgm:cxn modelId="{5327787C-68F8-4C37-98AB-5B1F50412DAD}" type="presOf" srcId="{6993E09A-7A11-4D22-ADF7-B22C9DEC1A02}" destId="{4E115472-6220-4781-AF4E-4194A7CB4715}" srcOrd="0" destOrd="0" presId="urn:microsoft.com/office/officeart/2005/8/layout/default"/>
    <dgm:cxn modelId="{1FAFBAA0-7F0C-4E1B-8151-301A67E7847B}" type="presOf" srcId="{1CCAC577-131B-4CEF-8184-7874B0258627}" destId="{8614B3BC-BD28-44F0-BF40-459726FFEB8E}" srcOrd="0" destOrd="0" presId="urn:microsoft.com/office/officeart/2005/8/layout/default"/>
    <dgm:cxn modelId="{FFCCCDA6-D5F4-4E99-8257-4E77342D75D5}" srcId="{CF644FBB-2086-4816-985E-53E5F12DF8A0}" destId="{6289EEF1-7E04-48AB-B289-D336355EA3FC}" srcOrd="11" destOrd="0" parTransId="{072702E7-2C0A-4AC9-9571-B7DC4DF73387}" sibTransId="{B8027505-D57E-42DD-B724-24D9E4690398}"/>
    <dgm:cxn modelId="{E4D50CAB-175E-4AD1-B279-9994AFB09B55}" srcId="{CF644FBB-2086-4816-985E-53E5F12DF8A0}" destId="{A5C5AEDE-5A47-426B-BE07-52605D71E9C7}" srcOrd="4" destOrd="0" parTransId="{0F67412B-4B83-4B00-91E6-10073A185818}" sibTransId="{755AE319-2944-4002-A96B-FA19410BE2D7}"/>
    <dgm:cxn modelId="{7FA699AE-2FCB-47C1-8973-3C120437778B}" type="presOf" srcId="{9C27E36B-86A7-4DB4-89E1-64953DD800A2}" destId="{D611B3B1-C135-47E4-9F8E-B6C8765C7BB4}" srcOrd="0" destOrd="0" presId="urn:microsoft.com/office/officeart/2005/8/layout/default"/>
    <dgm:cxn modelId="{83F747B9-FE06-4B59-B5A4-C259208231B5}" srcId="{CF644FBB-2086-4816-985E-53E5F12DF8A0}" destId="{1CCAC577-131B-4CEF-8184-7874B0258627}" srcOrd="5" destOrd="0" parTransId="{E9BED9C5-C151-47FD-B913-5EBA8D9E1752}" sibTransId="{BB970942-0D6B-4F69-974B-F6C0238B9BDE}"/>
    <dgm:cxn modelId="{973D7BBB-62FC-4D32-B881-576B1E1F3E8F}" type="presOf" srcId="{962FC57E-F731-4D8C-8CEA-179B27D09CE7}" destId="{890A0C84-9E28-48B6-A86E-BB0011EDACF4}" srcOrd="0" destOrd="0" presId="urn:microsoft.com/office/officeart/2005/8/layout/default"/>
    <dgm:cxn modelId="{5564AABC-49EE-4756-8501-57BFD8764B6A}" type="presOf" srcId="{509B9685-A4EA-4BBF-92A3-8409A79088EE}" destId="{BECCA615-E0CF-4CBB-A57A-98C954169D09}" srcOrd="0" destOrd="0" presId="urn:microsoft.com/office/officeart/2005/8/layout/default"/>
    <dgm:cxn modelId="{247475C3-0F41-4008-A461-F9AFDE80571A}" srcId="{CF644FBB-2086-4816-985E-53E5F12DF8A0}" destId="{962FC57E-F731-4D8C-8CEA-179B27D09CE7}" srcOrd="3" destOrd="0" parTransId="{10422305-3806-4595-AB73-BE12AF37C445}" sibTransId="{EFE7BD5D-77C8-419B-9643-01C866402E7E}"/>
    <dgm:cxn modelId="{0AC6B9D6-D885-46D9-B3FF-EA05339390C5}" srcId="{CF644FBB-2086-4816-985E-53E5F12DF8A0}" destId="{0B9926DB-B58B-4177-A2A9-DF78FD0F6C62}" srcOrd="0" destOrd="0" parTransId="{430245A2-177C-494B-8A5D-86BF1BA22794}" sibTransId="{FC634AB2-9E6B-4486-86C9-30831AF084FB}"/>
    <dgm:cxn modelId="{392635DB-6682-4FBA-8537-218A6B1695E7}" type="presOf" srcId="{3A2A4725-1013-4D18-94D5-0FBF436B3256}" destId="{EF4DA582-00C6-479A-A047-F5946FDC9C8C}" srcOrd="0" destOrd="0" presId="urn:microsoft.com/office/officeart/2005/8/layout/default"/>
    <dgm:cxn modelId="{9986BFE2-2698-40E7-BAD2-6261618F2BDF}" srcId="{CF644FBB-2086-4816-985E-53E5F12DF8A0}" destId="{509B9685-A4EA-4BBF-92A3-8409A79088EE}" srcOrd="1" destOrd="0" parTransId="{A967B6B6-01A2-4F15-9BC2-1773C943D006}" sibTransId="{A76DCBD1-B329-4A05-B5C9-C35FFCD7B532}"/>
    <dgm:cxn modelId="{A597D1E5-D4CA-4C6F-8645-314B0014A29B}" type="presOf" srcId="{E3F97CF9-51B9-46CD-8DB4-D8B6A9B21CAA}" destId="{5862BB2F-66D3-4D29-AA64-6F42BAFC6CF7}" srcOrd="0" destOrd="0" presId="urn:microsoft.com/office/officeart/2005/8/layout/default"/>
    <dgm:cxn modelId="{C80692EB-1754-451B-89FC-155320F87B58}" srcId="{CF644FBB-2086-4816-985E-53E5F12DF8A0}" destId="{6993E09A-7A11-4D22-ADF7-B22C9DEC1A02}" srcOrd="8" destOrd="0" parTransId="{7C8BA609-2D7B-4219-835A-2474351DC5FD}" sibTransId="{A4D949D6-D070-465A-9974-F913250DDF62}"/>
    <dgm:cxn modelId="{B69E8DF0-E495-4E39-B7E4-546EF5796D86}" srcId="{CF644FBB-2086-4816-985E-53E5F12DF8A0}" destId="{B7BE563B-326C-4D2E-875F-081CA021C30A}" srcOrd="10" destOrd="0" parTransId="{06E3CAFA-1C60-4A62-ABB5-0D11DF615EA2}" sibTransId="{04708FDC-F950-480C-8977-525B26D4B64D}"/>
    <dgm:cxn modelId="{0FFC6CF2-8940-40B5-8876-2616D66E6A64}" type="presOf" srcId="{CF644FBB-2086-4816-985E-53E5F12DF8A0}" destId="{8339A5B1-21C5-41A4-9AAF-645772A5AA7B}" srcOrd="0" destOrd="0" presId="urn:microsoft.com/office/officeart/2005/8/layout/default"/>
    <dgm:cxn modelId="{6EA1AFFE-C9F8-4306-9370-2D0DFB8EFF42}" srcId="{CF644FBB-2086-4816-985E-53E5F12DF8A0}" destId="{9C27E36B-86A7-4DB4-89E1-64953DD800A2}" srcOrd="7" destOrd="0" parTransId="{0167E91D-2835-4D9A-8DA3-6A73C8D5288F}" sibTransId="{1C489F2D-BF38-41FC-BAB5-89467756832D}"/>
    <dgm:cxn modelId="{1E68DF6E-BC7D-478B-BF19-9764893715B6}" type="presParOf" srcId="{8339A5B1-21C5-41A4-9AAF-645772A5AA7B}" destId="{49608C5D-95AE-473C-BD53-8DD15E188414}" srcOrd="0" destOrd="0" presId="urn:microsoft.com/office/officeart/2005/8/layout/default"/>
    <dgm:cxn modelId="{BF0DE63F-E0F7-48AF-8713-D62DBF0F8094}" type="presParOf" srcId="{8339A5B1-21C5-41A4-9AAF-645772A5AA7B}" destId="{AE116EBD-0E62-4987-A7D8-56BED5340153}" srcOrd="1" destOrd="0" presId="urn:microsoft.com/office/officeart/2005/8/layout/default"/>
    <dgm:cxn modelId="{9B46FB35-7C79-4AAE-8017-FAFC9F75B596}" type="presParOf" srcId="{8339A5B1-21C5-41A4-9AAF-645772A5AA7B}" destId="{BECCA615-E0CF-4CBB-A57A-98C954169D09}" srcOrd="2" destOrd="0" presId="urn:microsoft.com/office/officeart/2005/8/layout/default"/>
    <dgm:cxn modelId="{9269820C-BD4B-4E91-A321-08BFB962EA7C}" type="presParOf" srcId="{8339A5B1-21C5-41A4-9AAF-645772A5AA7B}" destId="{45E69D7B-A513-43AF-904D-9D987078188D}" srcOrd="3" destOrd="0" presId="urn:microsoft.com/office/officeart/2005/8/layout/default"/>
    <dgm:cxn modelId="{95889F1D-55E2-41EE-AD04-28E1B4637F12}" type="presParOf" srcId="{8339A5B1-21C5-41A4-9AAF-645772A5AA7B}" destId="{EF4DA582-00C6-479A-A047-F5946FDC9C8C}" srcOrd="4" destOrd="0" presId="urn:microsoft.com/office/officeart/2005/8/layout/default"/>
    <dgm:cxn modelId="{1414BEDB-010A-427D-89D7-EFD4F33BB2C6}" type="presParOf" srcId="{8339A5B1-21C5-41A4-9AAF-645772A5AA7B}" destId="{C0303AFA-9EC1-4DF6-9887-AF640486E93E}" srcOrd="5" destOrd="0" presId="urn:microsoft.com/office/officeart/2005/8/layout/default"/>
    <dgm:cxn modelId="{30D03FDA-2966-40C3-9FFB-02A656718328}" type="presParOf" srcId="{8339A5B1-21C5-41A4-9AAF-645772A5AA7B}" destId="{890A0C84-9E28-48B6-A86E-BB0011EDACF4}" srcOrd="6" destOrd="0" presId="urn:microsoft.com/office/officeart/2005/8/layout/default"/>
    <dgm:cxn modelId="{035C114B-1342-4943-916A-4B5B6D62D0B6}" type="presParOf" srcId="{8339A5B1-21C5-41A4-9AAF-645772A5AA7B}" destId="{94E668D4-DC46-4C6C-81D2-8E2E57FDD557}" srcOrd="7" destOrd="0" presId="urn:microsoft.com/office/officeart/2005/8/layout/default"/>
    <dgm:cxn modelId="{69696C99-3DD9-4BF4-877C-675A939BC85C}" type="presParOf" srcId="{8339A5B1-21C5-41A4-9AAF-645772A5AA7B}" destId="{CCB8F0EB-CAE4-4922-9351-789D3150EA7C}" srcOrd="8" destOrd="0" presId="urn:microsoft.com/office/officeart/2005/8/layout/default"/>
    <dgm:cxn modelId="{0C724055-DC46-44EB-B3F6-5F03868FD5FD}" type="presParOf" srcId="{8339A5B1-21C5-41A4-9AAF-645772A5AA7B}" destId="{C0F0C276-8311-48A2-A69F-C3AF445C7C6B}" srcOrd="9" destOrd="0" presId="urn:microsoft.com/office/officeart/2005/8/layout/default"/>
    <dgm:cxn modelId="{4976EF16-F281-41B1-921B-62DF9A1B5356}" type="presParOf" srcId="{8339A5B1-21C5-41A4-9AAF-645772A5AA7B}" destId="{8614B3BC-BD28-44F0-BF40-459726FFEB8E}" srcOrd="10" destOrd="0" presId="urn:microsoft.com/office/officeart/2005/8/layout/default"/>
    <dgm:cxn modelId="{944F2FD8-24CA-4176-B662-92234DD6FBF8}" type="presParOf" srcId="{8339A5B1-21C5-41A4-9AAF-645772A5AA7B}" destId="{817E422F-99AA-496B-95A1-1370966442F6}" srcOrd="11" destOrd="0" presId="urn:microsoft.com/office/officeart/2005/8/layout/default"/>
    <dgm:cxn modelId="{F677177C-6C31-46DF-AC96-9F00BBDB3E53}" type="presParOf" srcId="{8339A5B1-21C5-41A4-9AAF-645772A5AA7B}" destId="{5862BB2F-66D3-4D29-AA64-6F42BAFC6CF7}" srcOrd="12" destOrd="0" presId="urn:microsoft.com/office/officeart/2005/8/layout/default"/>
    <dgm:cxn modelId="{C8AEE4A4-76A6-4E32-AE07-7A6D5D629333}" type="presParOf" srcId="{8339A5B1-21C5-41A4-9AAF-645772A5AA7B}" destId="{9C9B44A8-38D9-48B9-A345-F523E4335036}" srcOrd="13" destOrd="0" presId="urn:microsoft.com/office/officeart/2005/8/layout/default"/>
    <dgm:cxn modelId="{CEB9BF03-BD66-4481-9024-2B9BD161BC6E}" type="presParOf" srcId="{8339A5B1-21C5-41A4-9AAF-645772A5AA7B}" destId="{D611B3B1-C135-47E4-9F8E-B6C8765C7BB4}" srcOrd="14" destOrd="0" presId="urn:microsoft.com/office/officeart/2005/8/layout/default"/>
    <dgm:cxn modelId="{9360E1F4-4AB8-418D-ACD7-EFB6B4FD1D9B}" type="presParOf" srcId="{8339A5B1-21C5-41A4-9AAF-645772A5AA7B}" destId="{36C0874A-2184-4AFD-8E12-D9A807CA1926}" srcOrd="15" destOrd="0" presId="urn:microsoft.com/office/officeart/2005/8/layout/default"/>
    <dgm:cxn modelId="{7FBA0226-94CB-46B0-A0AC-65BD28CE29EB}" type="presParOf" srcId="{8339A5B1-21C5-41A4-9AAF-645772A5AA7B}" destId="{4E115472-6220-4781-AF4E-4194A7CB4715}" srcOrd="16" destOrd="0" presId="urn:microsoft.com/office/officeart/2005/8/layout/default"/>
    <dgm:cxn modelId="{EFB603F8-91EB-4DA3-9F25-CB3C48BF15D6}" type="presParOf" srcId="{8339A5B1-21C5-41A4-9AAF-645772A5AA7B}" destId="{E2D58F6A-2F43-41DF-83C6-DE67F628F6A9}" srcOrd="17" destOrd="0" presId="urn:microsoft.com/office/officeart/2005/8/layout/default"/>
    <dgm:cxn modelId="{510A4628-848E-41F0-8593-3FBD961523FF}" type="presParOf" srcId="{8339A5B1-21C5-41A4-9AAF-645772A5AA7B}" destId="{95D0D060-6821-48EF-B376-6B3382967D06}" srcOrd="18" destOrd="0" presId="urn:microsoft.com/office/officeart/2005/8/layout/default"/>
    <dgm:cxn modelId="{D8B558FE-5BFD-4270-AB3D-DCA43FEE848B}" type="presParOf" srcId="{8339A5B1-21C5-41A4-9AAF-645772A5AA7B}" destId="{4F73ED61-773D-4045-B4D2-CB4758D707B9}" srcOrd="19" destOrd="0" presId="urn:microsoft.com/office/officeart/2005/8/layout/default"/>
    <dgm:cxn modelId="{6B4D47FA-F3B5-4622-8BEF-37A5D41881C9}" type="presParOf" srcId="{8339A5B1-21C5-41A4-9AAF-645772A5AA7B}" destId="{64C68D93-3A48-4E67-A4FF-F13F58DAD122}" srcOrd="20" destOrd="0" presId="urn:microsoft.com/office/officeart/2005/8/layout/default"/>
    <dgm:cxn modelId="{3BCE6C10-3036-4856-A81F-0E7871B37CAE}" type="presParOf" srcId="{8339A5B1-21C5-41A4-9AAF-645772A5AA7B}" destId="{43526EF6-DEEF-4719-A776-0A19DC7BA236}" srcOrd="21" destOrd="0" presId="urn:microsoft.com/office/officeart/2005/8/layout/default"/>
    <dgm:cxn modelId="{97A909B6-6440-499A-BB30-D4559354D540}" type="presParOf" srcId="{8339A5B1-21C5-41A4-9AAF-645772A5AA7B}" destId="{DB40CBA1-0174-485B-A792-B5B17A8F21E2}" srcOrd="2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CC7205-A156-4F40-9A50-B721256B5F56}">
      <dsp:nvSpPr>
        <dsp:cNvPr id="0" name=""/>
        <dsp:cNvSpPr/>
      </dsp:nvSpPr>
      <dsp:spPr>
        <a:xfrm>
          <a:off x="0" y="1080567"/>
          <a:ext cx="2957512" cy="187802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701436-572F-45DC-AFD1-C1755ACD1B7C}">
      <dsp:nvSpPr>
        <dsp:cNvPr id="0" name=""/>
        <dsp:cNvSpPr/>
      </dsp:nvSpPr>
      <dsp:spPr>
        <a:xfrm>
          <a:off x="328612" y="1392749"/>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kern="1200" dirty="0"/>
            <a:t>ERP Implementation</a:t>
          </a:r>
        </a:p>
      </dsp:txBody>
      <dsp:txXfrm>
        <a:off x="383617" y="1447754"/>
        <a:ext cx="2847502" cy="1768010"/>
      </dsp:txXfrm>
    </dsp:sp>
    <dsp:sp modelId="{3FBD19A3-B32E-404C-9FED-6053A69E4CF0}">
      <dsp:nvSpPr>
        <dsp:cNvPr id="0" name=""/>
        <dsp:cNvSpPr/>
      </dsp:nvSpPr>
      <dsp:spPr>
        <a:xfrm>
          <a:off x="3614737" y="1080567"/>
          <a:ext cx="2957512" cy="187802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EC892B-E3C9-426F-BFFB-412930A4182F}">
      <dsp:nvSpPr>
        <dsp:cNvPr id="0" name=""/>
        <dsp:cNvSpPr/>
      </dsp:nvSpPr>
      <dsp:spPr>
        <a:xfrm>
          <a:off x="3943350" y="1392749"/>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kern="1200" dirty="0"/>
            <a:t>ERP Success Factors</a:t>
          </a:r>
        </a:p>
      </dsp:txBody>
      <dsp:txXfrm>
        <a:off x="3998355" y="1447754"/>
        <a:ext cx="2847502" cy="1768010"/>
      </dsp:txXfrm>
    </dsp:sp>
    <dsp:sp modelId="{2B7C838F-BC37-4E71-A597-77B629679A6C}">
      <dsp:nvSpPr>
        <dsp:cNvPr id="0" name=""/>
        <dsp:cNvSpPr/>
      </dsp:nvSpPr>
      <dsp:spPr>
        <a:xfrm>
          <a:off x="7229475" y="1080567"/>
          <a:ext cx="2957512" cy="1878020"/>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F67CE8-5594-432A-95B3-527052839410}">
      <dsp:nvSpPr>
        <dsp:cNvPr id="0" name=""/>
        <dsp:cNvSpPr/>
      </dsp:nvSpPr>
      <dsp:spPr>
        <a:xfrm>
          <a:off x="7558087" y="1392749"/>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MY" sz="3100" kern="1200" dirty="0"/>
            <a:t>ERP Failure Factors</a:t>
          </a:r>
        </a:p>
      </dsp:txBody>
      <dsp:txXfrm>
        <a:off x="7613092" y="1447754"/>
        <a:ext cx="2847502" cy="17680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1714C0-6A9A-436B-8C92-BC8933573C5D}">
      <dsp:nvSpPr>
        <dsp:cNvPr id="0" name=""/>
        <dsp:cNvSpPr/>
      </dsp:nvSpPr>
      <dsp:spPr>
        <a:xfrm rot="5400000">
          <a:off x="-225128" y="226629"/>
          <a:ext cx="1500857" cy="1050600"/>
        </a:xfrm>
        <a:prstGeom prst="chevron">
          <a:avLst/>
        </a:prstGeom>
        <a:gradFill rotWithShape="0">
          <a:gsLst>
            <a:gs pos="0">
              <a:schemeClr val="accent1">
                <a:shade val="50000"/>
                <a:hueOff val="0"/>
                <a:satOff val="0"/>
                <a:lumOff val="0"/>
                <a:alphaOff val="0"/>
                <a:satMod val="103000"/>
                <a:lumMod val="102000"/>
                <a:tint val="94000"/>
              </a:schemeClr>
            </a:gs>
            <a:gs pos="50000">
              <a:schemeClr val="accent1">
                <a:shade val="50000"/>
                <a:hueOff val="0"/>
                <a:satOff val="0"/>
                <a:lumOff val="0"/>
                <a:alphaOff val="0"/>
                <a:satMod val="110000"/>
                <a:lumMod val="100000"/>
                <a:shade val="100000"/>
              </a:schemeClr>
            </a:gs>
            <a:gs pos="100000">
              <a:schemeClr val="accent1">
                <a:shade val="50000"/>
                <a:hueOff val="0"/>
                <a:satOff val="0"/>
                <a:lumOff val="0"/>
                <a:alphaOff val="0"/>
                <a:lumMod val="99000"/>
                <a:satMod val="120000"/>
                <a:shade val="78000"/>
              </a:schemeClr>
            </a:gs>
          </a:gsLst>
          <a:lin ang="5400000" scaled="0"/>
        </a:gradFill>
        <a:ln w="6350" cap="flat" cmpd="sng" algn="ctr">
          <a:solidFill>
            <a:schemeClr val="accent1">
              <a:shade val="50000"/>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MY" sz="2900" kern="1200" dirty="0"/>
            <a:t>01</a:t>
          </a:r>
        </a:p>
      </dsp:txBody>
      <dsp:txXfrm rot="-5400000">
        <a:off x="1" y="526800"/>
        <a:ext cx="1050600" cy="450257"/>
      </dsp:txXfrm>
    </dsp:sp>
    <dsp:sp modelId="{2C6BBF42-90EA-4875-9A52-5046103C0FF7}">
      <dsp:nvSpPr>
        <dsp:cNvPr id="0" name=""/>
        <dsp:cNvSpPr/>
      </dsp:nvSpPr>
      <dsp:spPr>
        <a:xfrm rot="5400000">
          <a:off x="4920571" y="-3868470"/>
          <a:ext cx="975557" cy="8715499"/>
        </a:xfrm>
        <a:prstGeom prst="round2SameRect">
          <a:avLst/>
        </a:prstGeom>
        <a:solidFill>
          <a:schemeClr val="lt1">
            <a:alpha val="90000"/>
            <a:hueOff val="0"/>
            <a:satOff val="0"/>
            <a:lumOff val="0"/>
            <a:alphaOff val="0"/>
          </a:schemeClr>
        </a:solidFill>
        <a:ln w="6350" cap="flat" cmpd="sng" algn="ctr">
          <a:solidFill>
            <a:schemeClr val="accent1">
              <a:shade val="5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34696" tIns="20955" rIns="20955" bIns="20955" numCol="1" spcCol="1270" anchor="ctr" anchorCtr="0">
          <a:noAutofit/>
        </a:bodyPr>
        <a:lstStyle/>
        <a:p>
          <a:pPr marL="285750" lvl="1" indent="-285750" algn="l" defTabSz="1466850">
            <a:lnSpc>
              <a:spcPct val="90000"/>
            </a:lnSpc>
            <a:spcBef>
              <a:spcPct val="0"/>
            </a:spcBef>
            <a:spcAft>
              <a:spcPct val="15000"/>
            </a:spcAft>
            <a:buChar char="•"/>
          </a:pPr>
          <a:r>
            <a:rPr lang="en-MY" sz="3300" b="1" kern="1200" dirty="0"/>
            <a:t>Describe the implementation </a:t>
          </a:r>
          <a:r>
            <a:rPr lang="en-MY" sz="3300" b="1" kern="1200" dirty="0" err="1"/>
            <a:t>lifecyle</a:t>
          </a:r>
          <a:r>
            <a:rPr lang="en-MY" sz="3300" b="1" kern="1200" dirty="0"/>
            <a:t> of ERP</a:t>
          </a:r>
        </a:p>
      </dsp:txBody>
      <dsp:txXfrm rot="-5400000">
        <a:off x="1050601" y="49123"/>
        <a:ext cx="8667876" cy="880311"/>
      </dsp:txXfrm>
    </dsp:sp>
    <dsp:sp modelId="{38A1CF35-1A09-43C4-BEDE-2DAD82D56993}">
      <dsp:nvSpPr>
        <dsp:cNvPr id="0" name=""/>
        <dsp:cNvSpPr/>
      </dsp:nvSpPr>
      <dsp:spPr>
        <a:xfrm rot="5400000">
          <a:off x="-225128" y="1532099"/>
          <a:ext cx="1500857" cy="1050600"/>
        </a:xfrm>
        <a:prstGeom prst="chevron">
          <a:avLst/>
        </a:prstGeom>
        <a:gradFill rotWithShape="0">
          <a:gsLst>
            <a:gs pos="0">
              <a:schemeClr val="accent1">
                <a:shade val="50000"/>
                <a:hueOff val="226851"/>
                <a:satOff val="32691"/>
                <a:lumOff val="25397"/>
                <a:alphaOff val="0"/>
                <a:satMod val="103000"/>
                <a:lumMod val="102000"/>
                <a:tint val="94000"/>
              </a:schemeClr>
            </a:gs>
            <a:gs pos="50000">
              <a:schemeClr val="accent1">
                <a:shade val="50000"/>
                <a:hueOff val="226851"/>
                <a:satOff val="32691"/>
                <a:lumOff val="25397"/>
                <a:alphaOff val="0"/>
                <a:satMod val="110000"/>
                <a:lumMod val="100000"/>
                <a:shade val="100000"/>
              </a:schemeClr>
            </a:gs>
            <a:gs pos="100000">
              <a:schemeClr val="accent1">
                <a:shade val="50000"/>
                <a:hueOff val="226851"/>
                <a:satOff val="32691"/>
                <a:lumOff val="25397"/>
                <a:alphaOff val="0"/>
                <a:lumMod val="99000"/>
                <a:satMod val="120000"/>
                <a:shade val="78000"/>
              </a:schemeClr>
            </a:gs>
          </a:gsLst>
          <a:lin ang="5400000" scaled="0"/>
        </a:gradFill>
        <a:ln w="6350" cap="flat" cmpd="sng" algn="ctr">
          <a:solidFill>
            <a:schemeClr val="accent1">
              <a:shade val="50000"/>
              <a:hueOff val="226851"/>
              <a:satOff val="32691"/>
              <a:lumOff val="2539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MY" sz="2900" kern="1200" dirty="0"/>
            <a:t>02</a:t>
          </a:r>
        </a:p>
      </dsp:txBody>
      <dsp:txXfrm rot="-5400000">
        <a:off x="1" y="1832270"/>
        <a:ext cx="1050600" cy="450257"/>
      </dsp:txXfrm>
    </dsp:sp>
    <dsp:sp modelId="{4630AED8-0686-4D32-92E6-F6B2C8FE13DD}">
      <dsp:nvSpPr>
        <dsp:cNvPr id="0" name=""/>
        <dsp:cNvSpPr/>
      </dsp:nvSpPr>
      <dsp:spPr>
        <a:xfrm rot="5400000">
          <a:off x="4920571" y="-2562999"/>
          <a:ext cx="975557" cy="8715499"/>
        </a:xfrm>
        <a:prstGeom prst="round2SameRect">
          <a:avLst/>
        </a:prstGeom>
        <a:solidFill>
          <a:schemeClr val="lt1">
            <a:alpha val="90000"/>
            <a:hueOff val="0"/>
            <a:satOff val="0"/>
            <a:lumOff val="0"/>
            <a:alphaOff val="0"/>
          </a:schemeClr>
        </a:solidFill>
        <a:ln w="6350" cap="flat" cmpd="sng" algn="ctr">
          <a:solidFill>
            <a:schemeClr val="accent1">
              <a:shade val="50000"/>
              <a:hueOff val="226851"/>
              <a:satOff val="32691"/>
              <a:lumOff val="25397"/>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34696" tIns="20955" rIns="20955" bIns="20955" numCol="1" spcCol="1270" anchor="ctr" anchorCtr="0">
          <a:noAutofit/>
        </a:bodyPr>
        <a:lstStyle/>
        <a:p>
          <a:pPr marL="285750" lvl="1" indent="-285750" algn="l" defTabSz="1466850">
            <a:lnSpc>
              <a:spcPct val="90000"/>
            </a:lnSpc>
            <a:spcBef>
              <a:spcPct val="0"/>
            </a:spcBef>
            <a:spcAft>
              <a:spcPct val="15000"/>
            </a:spcAft>
            <a:buChar char="•"/>
          </a:pPr>
          <a:r>
            <a:rPr lang="en-US" sz="3300" kern="1200" dirty="0">
              <a:latin typeface="Bahnschrift" panose="020B0502040204020203" pitchFamily="34" charset="0"/>
            </a:rPr>
            <a:t>Explain the ERP success factors</a:t>
          </a:r>
          <a:endParaRPr lang="en-MY" sz="3300" kern="1200" dirty="0">
            <a:latin typeface="Bahnschrift" panose="020B0502040204020203" pitchFamily="34" charset="0"/>
          </a:endParaRPr>
        </a:p>
      </dsp:txBody>
      <dsp:txXfrm rot="-5400000">
        <a:off x="1050601" y="1354594"/>
        <a:ext cx="8667876" cy="880311"/>
      </dsp:txXfrm>
    </dsp:sp>
    <dsp:sp modelId="{D7F99CA6-28B6-44A1-910E-F0DF2EE7971F}">
      <dsp:nvSpPr>
        <dsp:cNvPr id="0" name=""/>
        <dsp:cNvSpPr/>
      </dsp:nvSpPr>
      <dsp:spPr>
        <a:xfrm rot="5400000">
          <a:off x="-225128" y="2837570"/>
          <a:ext cx="1500857" cy="1050600"/>
        </a:xfrm>
        <a:prstGeom prst="chevron">
          <a:avLst/>
        </a:prstGeom>
        <a:solidFill>
          <a:srgbClr val="0070C0"/>
        </a:solidFill>
        <a:ln w="6350" cap="flat" cmpd="sng" algn="ctr">
          <a:solidFill>
            <a:schemeClr val="accent1">
              <a:shade val="50000"/>
              <a:hueOff val="226851"/>
              <a:satOff val="32691"/>
              <a:lumOff val="25397"/>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MY" sz="2900" kern="1200" dirty="0"/>
            <a:t>03</a:t>
          </a:r>
        </a:p>
      </dsp:txBody>
      <dsp:txXfrm rot="-5400000">
        <a:off x="1" y="3137741"/>
        <a:ext cx="1050600" cy="450257"/>
      </dsp:txXfrm>
    </dsp:sp>
    <dsp:sp modelId="{CDBAC3CA-116C-4D4E-BD4E-620D8FC1A200}">
      <dsp:nvSpPr>
        <dsp:cNvPr id="0" name=""/>
        <dsp:cNvSpPr/>
      </dsp:nvSpPr>
      <dsp:spPr>
        <a:xfrm rot="5400000">
          <a:off x="4920571" y="-1257529"/>
          <a:ext cx="975557" cy="8715499"/>
        </a:xfrm>
        <a:prstGeom prst="round2SameRect">
          <a:avLst/>
        </a:prstGeom>
        <a:solidFill>
          <a:schemeClr val="lt1">
            <a:alpha val="90000"/>
            <a:hueOff val="0"/>
            <a:satOff val="0"/>
            <a:lumOff val="0"/>
            <a:alphaOff val="0"/>
          </a:schemeClr>
        </a:solidFill>
        <a:ln w="6350" cap="flat" cmpd="sng" algn="ctr">
          <a:solidFill>
            <a:schemeClr val="accent1">
              <a:shade val="50000"/>
              <a:hueOff val="226851"/>
              <a:satOff val="32691"/>
              <a:lumOff val="25397"/>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34696" tIns="20955" rIns="20955" bIns="20955" numCol="1" spcCol="1270" anchor="ctr" anchorCtr="0">
          <a:noAutofit/>
        </a:bodyPr>
        <a:lstStyle/>
        <a:p>
          <a:pPr marL="285750" lvl="1" indent="-285750" algn="l" defTabSz="1466850">
            <a:lnSpc>
              <a:spcPct val="90000"/>
            </a:lnSpc>
            <a:spcBef>
              <a:spcPct val="0"/>
            </a:spcBef>
            <a:spcAft>
              <a:spcPct val="15000"/>
            </a:spcAft>
            <a:buChar char="•"/>
          </a:pPr>
          <a:r>
            <a:rPr lang="en-US" sz="3300" kern="1200" dirty="0">
              <a:latin typeface="Bahnschrift" panose="020B0502040204020203" pitchFamily="34" charset="0"/>
            </a:rPr>
            <a:t>Explain the ERP failure factors</a:t>
          </a:r>
          <a:endParaRPr lang="en-MY" sz="3300" kern="1200" dirty="0"/>
        </a:p>
      </dsp:txBody>
      <dsp:txXfrm rot="-5400000">
        <a:off x="1050601" y="2660064"/>
        <a:ext cx="8667876" cy="8803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D8ED51-798A-4601-A3F7-70B3F73BC51E}">
      <dsp:nvSpPr>
        <dsp:cNvPr id="0" name=""/>
        <dsp:cNvSpPr/>
      </dsp:nvSpPr>
      <dsp:spPr>
        <a:xfrm>
          <a:off x="4092" y="1706506"/>
          <a:ext cx="2460979" cy="957494"/>
        </a:xfrm>
        <a:prstGeom prst="rect">
          <a:avLst/>
        </a:prstGeom>
        <a:solidFill>
          <a:schemeClr val="accent1">
            <a:shade val="80000"/>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MY" sz="1900" b="1" i="0" kern="1200" dirty="0"/>
            <a:t>Clear Objectives and Goals:</a:t>
          </a:r>
          <a:endParaRPr lang="en-MY" sz="1900" kern="1200" dirty="0"/>
        </a:p>
      </dsp:txBody>
      <dsp:txXfrm>
        <a:off x="4092" y="1706506"/>
        <a:ext cx="2460979" cy="957494"/>
      </dsp:txXfrm>
    </dsp:sp>
    <dsp:sp modelId="{967A07B5-5913-4435-8E75-318F354FDE89}">
      <dsp:nvSpPr>
        <dsp:cNvPr id="0" name=""/>
        <dsp:cNvSpPr/>
      </dsp:nvSpPr>
      <dsp:spPr>
        <a:xfrm>
          <a:off x="4092" y="2664000"/>
          <a:ext cx="2460979" cy="213754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None/>
          </a:pPr>
          <a:r>
            <a:rPr lang="en-US" sz="1900" b="0" i="0" kern="1200" dirty="0"/>
            <a:t>Clearly define what the organization aims to achieve with the ERP implementation.</a:t>
          </a:r>
        </a:p>
      </dsp:txBody>
      <dsp:txXfrm>
        <a:off x="4092" y="2664000"/>
        <a:ext cx="2460979" cy="2137540"/>
      </dsp:txXfrm>
    </dsp:sp>
    <dsp:sp modelId="{07905D05-DFCC-4666-9A3E-8BA925444DB3}">
      <dsp:nvSpPr>
        <dsp:cNvPr id="0" name=""/>
        <dsp:cNvSpPr/>
      </dsp:nvSpPr>
      <dsp:spPr>
        <a:xfrm>
          <a:off x="2809609" y="1706506"/>
          <a:ext cx="2460979" cy="957494"/>
        </a:xfrm>
        <a:prstGeom prst="rect">
          <a:avLst/>
        </a:prstGeom>
        <a:solidFill>
          <a:schemeClr val="accent1">
            <a:shade val="80000"/>
            <a:hueOff val="181866"/>
            <a:satOff val="-18964"/>
            <a:lumOff val="12740"/>
            <a:alphaOff val="0"/>
          </a:schemeClr>
        </a:solidFill>
        <a:ln w="19050" cap="flat" cmpd="sng" algn="ctr">
          <a:solidFill>
            <a:schemeClr val="accent1">
              <a:shade val="80000"/>
              <a:hueOff val="181866"/>
              <a:satOff val="-18964"/>
              <a:lumOff val="1274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i="0" kern="1200"/>
            <a:t>Strong Leadership and Project Management:</a:t>
          </a:r>
        </a:p>
      </dsp:txBody>
      <dsp:txXfrm>
        <a:off x="2809609" y="1706506"/>
        <a:ext cx="2460979" cy="957494"/>
      </dsp:txXfrm>
    </dsp:sp>
    <dsp:sp modelId="{76E0F19F-D2D6-43FB-AF50-E201C71E193A}">
      <dsp:nvSpPr>
        <dsp:cNvPr id="0" name=""/>
        <dsp:cNvSpPr/>
      </dsp:nvSpPr>
      <dsp:spPr>
        <a:xfrm>
          <a:off x="2809609" y="2664000"/>
          <a:ext cx="2460979" cy="213754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None/>
          </a:pPr>
          <a:r>
            <a:rPr lang="en-US" sz="1900" b="0" i="0" kern="1200" dirty="0"/>
            <a:t>Appoint experienced project managers and leaders to oversee the implementation.</a:t>
          </a:r>
        </a:p>
      </dsp:txBody>
      <dsp:txXfrm>
        <a:off x="2809609" y="2664000"/>
        <a:ext cx="2460979" cy="2137540"/>
      </dsp:txXfrm>
    </dsp:sp>
    <dsp:sp modelId="{7DA2C2CB-9B75-4603-B91A-5639E713A042}">
      <dsp:nvSpPr>
        <dsp:cNvPr id="0" name=""/>
        <dsp:cNvSpPr/>
      </dsp:nvSpPr>
      <dsp:spPr>
        <a:xfrm>
          <a:off x="5615126" y="1706506"/>
          <a:ext cx="2460979" cy="957494"/>
        </a:xfrm>
        <a:prstGeom prst="rect">
          <a:avLst/>
        </a:prstGeom>
        <a:solidFill>
          <a:schemeClr val="accent1">
            <a:shade val="80000"/>
            <a:hueOff val="363732"/>
            <a:satOff val="-37928"/>
            <a:lumOff val="25481"/>
            <a:alphaOff val="0"/>
          </a:schemeClr>
        </a:solidFill>
        <a:ln w="19050" cap="flat" cmpd="sng" algn="ctr">
          <a:solidFill>
            <a:schemeClr val="accent1">
              <a:shade val="80000"/>
              <a:hueOff val="363732"/>
              <a:satOff val="-37928"/>
              <a:lumOff val="254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MY" sz="1900" b="1" i="0" kern="1200"/>
            <a:t>Effective Change Management:</a:t>
          </a:r>
        </a:p>
      </dsp:txBody>
      <dsp:txXfrm>
        <a:off x="5615126" y="1706506"/>
        <a:ext cx="2460979" cy="957494"/>
      </dsp:txXfrm>
    </dsp:sp>
    <dsp:sp modelId="{657F7E08-20F8-4FA6-B76B-BA3824010386}">
      <dsp:nvSpPr>
        <dsp:cNvPr id="0" name=""/>
        <dsp:cNvSpPr/>
      </dsp:nvSpPr>
      <dsp:spPr>
        <a:xfrm>
          <a:off x="5615126" y="2664000"/>
          <a:ext cx="2460979" cy="213754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None/>
          </a:pPr>
          <a:r>
            <a:rPr lang="en-US" sz="1900" b="0" i="0" kern="1200" dirty="0"/>
            <a:t>Develop a comprehensive change management plan to support employees through the transition.</a:t>
          </a:r>
        </a:p>
      </dsp:txBody>
      <dsp:txXfrm>
        <a:off x="5615126" y="2664000"/>
        <a:ext cx="2460979" cy="2137540"/>
      </dsp:txXfrm>
    </dsp:sp>
    <dsp:sp modelId="{1E5A4E08-2D49-4256-863D-97F603EDD305}">
      <dsp:nvSpPr>
        <dsp:cNvPr id="0" name=""/>
        <dsp:cNvSpPr/>
      </dsp:nvSpPr>
      <dsp:spPr>
        <a:xfrm>
          <a:off x="8420642" y="1706506"/>
          <a:ext cx="2460979" cy="957494"/>
        </a:xfrm>
        <a:prstGeom prst="rect">
          <a:avLst/>
        </a:prstGeom>
        <a:solidFill>
          <a:schemeClr val="accent1">
            <a:shade val="80000"/>
            <a:hueOff val="545598"/>
            <a:satOff val="-56892"/>
            <a:lumOff val="38221"/>
            <a:alphaOff val="0"/>
          </a:schemeClr>
        </a:solidFill>
        <a:ln w="19050" cap="flat" cmpd="sng" algn="ctr">
          <a:solidFill>
            <a:schemeClr val="accent1">
              <a:shade val="80000"/>
              <a:hueOff val="545598"/>
              <a:satOff val="-56892"/>
              <a:lumOff val="382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MY" sz="1900" b="1" i="0" kern="1200" dirty="0"/>
            <a:t>Engagement and Training:</a:t>
          </a:r>
        </a:p>
      </dsp:txBody>
      <dsp:txXfrm>
        <a:off x="8420642" y="1706506"/>
        <a:ext cx="2460979" cy="957494"/>
      </dsp:txXfrm>
    </dsp:sp>
    <dsp:sp modelId="{476D228F-778E-4EFC-A6AE-69F9EC499AB1}">
      <dsp:nvSpPr>
        <dsp:cNvPr id="0" name=""/>
        <dsp:cNvSpPr/>
      </dsp:nvSpPr>
      <dsp:spPr>
        <a:xfrm>
          <a:off x="8420642" y="2664000"/>
          <a:ext cx="2460979" cy="213754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None/>
          </a:pPr>
          <a:r>
            <a:rPr lang="en-US" sz="1900" b="0" i="0" kern="1200" dirty="0"/>
            <a:t>Invest in thorough training programs to ensure users are comfortable with the new system..</a:t>
          </a:r>
        </a:p>
      </dsp:txBody>
      <dsp:txXfrm>
        <a:off x="8420642" y="2664000"/>
        <a:ext cx="2460979" cy="21375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CB03A-A319-4D6C-9A5C-611CFE9FABE7}">
      <dsp:nvSpPr>
        <dsp:cNvPr id="0" name=""/>
        <dsp:cNvSpPr/>
      </dsp:nvSpPr>
      <dsp:spPr>
        <a:xfrm>
          <a:off x="3819" y="2082226"/>
          <a:ext cx="2296914" cy="656025"/>
        </a:xfrm>
        <a:prstGeom prst="rect">
          <a:avLst/>
        </a:prstGeom>
        <a:solidFill>
          <a:schemeClr val="accent1">
            <a:shade val="80000"/>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MY" sz="1800" b="1" i="0" kern="1200"/>
            <a:t>Data Migration Strategy:</a:t>
          </a:r>
        </a:p>
      </dsp:txBody>
      <dsp:txXfrm>
        <a:off x="3819" y="2082226"/>
        <a:ext cx="2296914" cy="656025"/>
      </dsp:txXfrm>
    </dsp:sp>
    <dsp:sp modelId="{DB76E366-455D-4E35-B52D-92179A92003D}">
      <dsp:nvSpPr>
        <dsp:cNvPr id="0" name=""/>
        <dsp:cNvSpPr/>
      </dsp:nvSpPr>
      <dsp:spPr>
        <a:xfrm>
          <a:off x="3819" y="2738252"/>
          <a:ext cx="2296914" cy="178956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0" i="0" kern="1200" dirty="0"/>
            <a:t>Plan and execute a meticulous data migration strategy to maintain data integrity.</a:t>
          </a:r>
        </a:p>
      </dsp:txBody>
      <dsp:txXfrm>
        <a:off x="3819" y="2738252"/>
        <a:ext cx="2296914" cy="1789568"/>
      </dsp:txXfrm>
    </dsp:sp>
    <dsp:sp modelId="{B113FDE7-192B-4AEA-991C-5A00A6722CE9}">
      <dsp:nvSpPr>
        <dsp:cNvPr id="0" name=""/>
        <dsp:cNvSpPr/>
      </dsp:nvSpPr>
      <dsp:spPr>
        <a:xfrm>
          <a:off x="2622301" y="2082226"/>
          <a:ext cx="2296914" cy="656025"/>
        </a:xfrm>
        <a:prstGeom prst="rect">
          <a:avLst/>
        </a:prstGeom>
        <a:solidFill>
          <a:schemeClr val="accent1">
            <a:shade val="80000"/>
            <a:hueOff val="181866"/>
            <a:satOff val="-18964"/>
            <a:lumOff val="12740"/>
            <a:alphaOff val="0"/>
          </a:schemeClr>
        </a:solidFill>
        <a:ln w="19050" cap="flat" cmpd="sng" algn="ctr">
          <a:solidFill>
            <a:schemeClr val="accent1">
              <a:shade val="80000"/>
              <a:hueOff val="181866"/>
              <a:satOff val="-18964"/>
              <a:lumOff val="1274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MY" sz="1800" b="1" i="0" kern="1200"/>
            <a:t>Regular Monitoring and Evaluation:</a:t>
          </a:r>
        </a:p>
      </dsp:txBody>
      <dsp:txXfrm>
        <a:off x="2622301" y="2082226"/>
        <a:ext cx="2296914" cy="656025"/>
      </dsp:txXfrm>
    </dsp:sp>
    <dsp:sp modelId="{BAF75312-60EF-45AE-A541-FB55947B29BC}">
      <dsp:nvSpPr>
        <dsp:cNvPr id="0" name=""/>
        <dsp:cNvSpPr/>
      </dsp:nvSpPr>
      <dsp:spPr>
        <a:xfrm>
          <a:off x="2622301" y="2738252"/>
          <a:ext cx="2296914" cy="178956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0" i="0" kern="1200" dirty="0"/>
            <a:t>Continuously monitor project progress and adjust strategies as needed.</a:t>
          </a:r>
        </a:p>
      </dsp:txBody>
      <dsp:txXfrm>
        <a:off x="2622301" y="2738252"/>
        <a:ext cx="2296914" cy="1789568"/>
      </dsp:txXfrm>
    </dsp:sp>
    <dsp:sp modelId="{A159E39C-86C7-4B47-A4B2-CEA4FEE0EDEE}">
      <dsp:nvSpPr>
        <dsp:cNvPr id="0" name=""/>
        <dsp:cNvSpPr/>
      </dsp:nvSpPr>
      <dsp:spPr>
        <a:xfrm>
          <a:off x="5240783" y="2082226"/>
          <a:ext cx="2296914" cy="656025"/>
        </a:xfrm>
        <a:prstGeom prst="rect">
          <a:avLst/>
        </a:prstGeom>
        <a:solidFill>
          <a:schemeClr val="accent1">
            <a:shade val="80000"/>
            <a:hueOff val="363732"/>
            <a:satOff val="-37928"/>
            <a:lumOff val="25481"/>
            <a:alphaOff val="0"/>
          </a:schemeClr>
        </a:solidFill>
        <a:ln w="19050" cap="flat" cmpd="sng" algn="ctr">
          <a:solidFill>
            <a:schemeClr val="accent1">
              <a:shade val="80000"/>
              <a:hueOff val="363732"/>
              <a:satOff val="-37928"/>
              <a:lumOff val="254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MY" sz="1800" b="1" i="0" kern="1200"/>
            <a:t>Vendor Collaboration:</a:t>
          </a:r>
        </a:p>
      </dsp:txBody>
      <dsp:txXfrm>
        <a:off x="5240783" y="2082226"/>
        <a:ext cx="2296914" cy="656025"/>
      </dsp:txXfrm>
    </dsp:sp>
    <dsp:sp modelId="{2996CD70-407E-40CD-B37A-F1116E311046}">
      <dsp:nvSpPr>
        <dsp:cNvPr id="0" name=""/>
        <dsp:cNvSpPr/>
      </dsp:nvSpPr>
      <dsp:spPr>
        <a:xfrm>
          <a:off x="5240783" y="2738252"/>
          <a:ext cx="2296914" cy="178956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0" i="0" kern="1200" dirty="0"/>
            <a:t>Foster a collaborative relationship with the ERP vendor for ongoing support and updates.</a:t>
          </a:r>
        </a:p>
      </dsp:txBody>
      <dsp:txXfrm>
        <a:off x="5240783" y="2738252"/>
        <a:ext cx="2296914" cy="1789568"/>
      </dsp:txXfrm>
    </dsp:sp>
    <dsp:sp modelId="{19424EB2-58C0-4DB8-8F04-CC13D7FD3DB3}">
      <dsp:nvSpPr>
        <dsp:cNvPr id="0" name=""/>
        <dsp:cNvSpPr/>
      </dsp:nvSpPr>
      <dsp:spPr>
        <a:xfrm>
          <a:off x="7859266" y="2082226"/>
          <a:ext cx="2296914" cy="656025"/>
        </a:xfrm>
        <a:prstGeom prst="rect">
          <a:avLst/>
        </a:prstGeom>
        <a:solidFill>
          <a:schemeClr val="accent1">
            <a:shade val="80000"/>
            <a:hueOff val="545598"/>
            <a:satOff val="-56892"/>
            <a:lumOff val="38221"/>
            <a:alphaOff val="0"/>
          </a:schemeClr>
        </a:solidFill>
        <a:ln w="19050" cap="flat" cmpd="sng" algn="ctr">
          <a:solidFill>
            <a:schemeClr val="accent1">
              <a:shade val="80000"/>
              <a:hueOff val="545598"/>
              <a:satOff val="-56892"/>
              <a:lumOff val="3822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MY" sz="1800" b="1" i="0" kern="1200"/>
            <a:t>Scalability and Future-proofing:</a:t>
          </a:r>
        </a:p>
      </dsp:txBody>
      <dsp:txXfrm>
        <a:off x="7859266" y="2082226"/>
        <a:ext cx="2296914" cy="656025"/>
      </dsp:txXfrm>
    </dsp:sp>
    <dsp:sp modelId="{54EFCBFB-109E-4465-BFBB-A3D489F8FDA9}">
      <dsp:nvSpPr>
        <dsp:cNvPr id="0" name=""/>
        <dsp:cNvSpPr/>
      </dsp:nvSpPr>
      <dsp:spPr>
        <a:xfrm>
          <a:off x="7859266" y="2738252"/>
          <a:ext cx="2296914" cy="1789568"/>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None/>
          </a:pPr>
          <a:r>
            <a:rPr lang="en-US" sz="1800" b="0" i="0" kern="1200" dirty="0"/>
            <a:t>Ensure the ERP system is scalable and adaptable to future business needs.</a:t>
          </a:r>
        </a:p>
      </dsp:txBody>
      <dsp:txXfrm>
        <a:off x="7859266" y="2738252"/>
        <a:ext cx="2296914" cy="17895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67A180-1D43-4E45-A901-8A85F027687E}">
      <dsp:nvSpPr>
        <dsp:cNvPr id="0" name=""/>
        <dsp:cNvSpPr/>
      </dsp:nvSpPr>
      <dsp:spPr>
        <a:xfrm rot="5400000">
          <a:off x="6895223" y="-2835434"/>
          <a:ext cx="1043516" cy="6980689"/>
        </a:xfrm>
        <a:prstGeom prst="round2Same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None/>
          </a:pPr>
          <a:r>
            <a:rPr lang="en-US" sz="1600" b="0" i="0" kern="1200" dirty="0"/>
            <a:t>KPI: Project milestones achieved within the planned timeline.</a:t>
          </a:r>
        </a:p>
        <a:p>
          <a:pPr marL="171450" lvl="1" indent="-171450" algn="l" defTabSz="711200">
            <a:lnSpc>
              <a:spcPct val="90000"/>
            </a:lnSpc>
            <a:spcBef>
              <a:spcPct val="0"/>
            </a:spcBef>
            <a:spcAft>
              <a:spcPct val="15000"/>
            </a:spcAft>
            <a:buNone/>
          </a:pPr>
          <a:r>
            <a:rPr lang="en-US" sz="1600" b="0" i="0" kern="1200" dirty="0"/>
            <a:t>Why it matters: Delays can lead to increased costs and disrupt business operations.</a:t>
          </a:r>
        </a:p>
      </dsp:txBody>
      <dsp:txXfrm rot="-5400000">
        <a:off x="3926637" y="184092"/>
        <a:ext cx="6929749" cy="941636"/>
      </dsp:txXfrm>
    </dsp:sp>
    <dsp:sp modelId="{2AEEFD2C-C045-463D-A3C0-691A2C9E2661}">
      <dsp:nvSpPr>
        <dsp:cNvPr id="0" name=""/>
        <dsp:cNvSpPr/>
      </dsp:nvSpPr>
      <dsp:spPr>
        <a:xfrm>
          <a:off x="0" y="2711"/>
          <a:ext cx="3926637" cy="130439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MY" sz="3700" b="1" i="0" kern="1200" dirty="0"/>
            <a:t>Timeline Adherence:</a:t>
          </a:r>
        </a:p>
      </dsp:txBody>
      <dsp:txXfrm>
        <a:off x="63675" y="66386"/>
        <a:ext cx="3799287" cy="1177045"/>
      </dsp:txXfrm>
    </dsp:sp>
    <dsp:sp modelId="{909B0EE2-D9B7-4AB6-9237-648035BB4A78}">
      <dsp:nvSpPr>
        <dsp:cNvPr id="0" name=""/>
        <dsp:cNvSpPr/>
      </dsp:nvSpPr>
      <dsp:spPr>
        <a:xfrm rot="5400000">
          <a:off x="6895223" y="-1465818"/>
          <a:ext cx="1043516" cy="6980689"/>
        </a:xfrm>
        <a:prstGeom prst="round2SameRect">
          <a:avLst/>
        </a:prstGeom>
        <a:solidFill>
          <a:schemeClr val="accent3">
            <a:tint val="40000"/>
            <a:alpha val="90000"/>
            <a:hueOff val="1685052"/>
            <a:satOff val="14902"/>
            <a:lumOff val="1765"/>
            <a:alphaOff val="0"/>
          </a:schemeClr>
        </a:solidFill>
        <a:ln w="19050" cap="flat" cmpd="sng" algn="ctr">
          <a:solidFill>
            <a:schemeClr val="accent3">
              <a:tint val="40000"/>
              <a:alpha val="90000"/>
              <a:hueOff val="1685052"/>
              <a:satOff val="14902"/>
              <a:lumOff val="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None/>
          </a:pPr>
          <a:r>
            <a:rPr lang="en-US" sz="1600" b="0" i="0" kern="1200" dirty="0"/>
            <a:t>KPI: Staying within the approved budget for the ERP implementation project.</a:t>
          </a:r>
        </a:p>
        <a:p>
          <a:pPr marL="171450" lvl="1" indent="-171450" algn="l" defTabSz="711200">
            <a:lnSpc>
              <a:spcPct val="90000"/>
            </a:lnSpc>
            <a:spcBef>
              <a:spcPct val="0"/>
            </a:spcBef>
            <a:spcAft>
              <a:spcPct val="15000"/>
            </a:spcAft>
            <a:buNone/>
          </a:pPr>
          <a:r>
            <a:rPr lang="en-US" sz="1600" b="0" i="0" kern="1200" dirty="0"/>
            <a:t>Why it matters: Cost overruns can severely impact the return on investment (ROI) of the ERP system.</a:t>
          </a:r>
        </a:p>
      </dsp:txBody>
      <dsp:txXfrm rot="-5400000">
        <a:off x="3926637" y="1553708"/>
        <a:ext cx="6929749" cy="941636"/>
      </dsp:txXfrm>
    </dsp:sp>
    <dsp:sp modelId="{1DAAA8C0-3770-4A32-921D-FD7428DDC1F0}">
      <dsp:nvSpPr>
        <dsp:cNvPr id="0" name=""/>
        <dsp:cNvSpPr/>
      </dsp:nvSpPr>
      <dsp:spPr>
        <a:xfrm>
          <a:off x="0" y="1372327"/>
          <a:ext cx="3926637" cy="1304395"/>
        </a:xfrm>
        <a:prstGeom prst="roundRect">
          <a:avLst/>
        </a:prstGeom>
        <a:solidFill>
          <a:schemeClr val="accent3">
            <a:hueOff val="1372388"/>
            <a:satOff val="8237"/>
            <a:lumOff val="627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MY" sz="3700" b="1" i="0" kern="1200"/>
            <a:t>Budget Adherence:</a:t>
          </a:r>
        </a:p>
      </dsp:txBody>
      <dsp:txXfrm>
        <a:off x="63675" y="1436002"/>
        <a:ext cx="3799287" cy="1177045"/>
      </dsp:txXfrm>
    </dsp:sp>
    <dsp:sp modelId="{DB5F2B2E-73EE-44C2-9837-E3300DF729C4}">
      <dsp:nvSpPr>
        <dsp:cNvPr id="0" name=""/>
        <dsp:cNvSpPr/>
      </dsp:nvSpPr>
      <dsp:spPr>
        <a:xfrm rot="5400000">
          <a:off x="6895223" y="-96203"/>
          <a:ext cx="1043516" cy="6980689"/>
        </a:xfrm>
        <a:prstGeom prst="round2SameRect">
          <a:avLst/>
        </a:prstGeom>
        <a:solidFill>
          <a:schemeClr val="accent3">
            <a:tint val="40000"/>
            <a:alpha val="90000"/>
            <a:hueOff val="3370104"/>
            <a:satOff val="29803"/>
            <a:lumOff val="3530"/>
            <a:alphaOff val="0"/>
          </a:schemeClr>
        </a:solidFill>
        <a:ln w="19050" cap="flat" cmpd="sng" algn="ctr">
          <a:solidFill>
            <a:schemeClr val="accent3">
              <a:tint val="40000"/>
              <a:alpha val="90000"/>
              <a:hueOff val="3370104"/>
              <a:satOff val="29803"/>
              <a:lumOff val="353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None/>
          </a:pPr>
          <a:r>
            <a:rPr lang="en-US" sz="1600" b="0" i="0" kern="1200" dirty="0"/>
            <a:t>KPI: The rate at which employees and stakeholders embrace and effectively use the ERP system.</a:t>
          </a:r>
        </a:p>
        <a:p>
          <a:pPr marL="171450" lvl="1" indent="-171450" algn="l" defTabSz="711200">
            <a:lnSpc>
              <a:spcPct val="90000"/>
            </a:lnSpc>
            <a:spcBef>
              <a:spcPct val="0"/>
            </a:spcBef>
            <a:spcAft>
              <a:spcPct val="15000"/>
            </a:spcAft>
            <a:buNone/>
          </a:pPr>
          <a:r>
            <a:rPr lang="en-US" sz="1600" b="0" i="0" kern="1200" dirty="0"/>
            <a:t>Why it matters: High user adoption is essential for reaping the benefits of the ERP system.</a:t>
          </a:r>
        </a:p>
      </dsp:txBody>
      <dsp:txXfrm rot="-5400000">
        <a:off x="3926637" y="2923323"/>
        <a:ext cx="6929749" cy="941636"/>
      </dsp:txXfrm>
    </dsp:sp>
    <dsp:sp modelId="{21E45867-8984-4575-8F04-A8FBE8CCF657}">
      <dsp:nvSpPr>
        <dsp:cNvPr id="0" name=""/>
        <dsp:cNvSpPr/>
      </dsp:nvSpPr>
      <dsp:spPr>
        <a:xfrm>
          <a:off x="0" y="2741943"/>
          <a:ext cx="3926637" cy="1304395"/>
        </a:xfrm>
        <a:prstGeom prst="roundRect">
          <a:avLst/>
        </a:prstGeom>
        <a:solidFill>
          <a:schemeClr val="accent3">
            <a:hueOff val="2744775"/>
            <a:satOff val="16475"/>
            <a:lumOff val="1255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MY" sz="3700" b="1" i="0" kern="1200"/>
            <a:t>User Adoption Rate:</a:t>
          </a:r>
        </a:p>
      </dsp:txBody>
      <dsp:txXfrm>
        <a:off x="63675" y="2805618"/>
        <a:ext cx="3799287" cy="1177045"/>
      </dsp:txXfrm>
    </dsp:sp>
    <dsp:sp modelId="{0F21A2FC-821E-4BF7-A696-C684B763F51B}">
      <dsp:nvSpPr>
        <dsp:cNvPr id="0" name=""/>
        <dsp:cNvSpPr/>
      </dsp:nvSpPr>
      <dsp:spPr>
        <a:xfrm rot="5400000">
          <a:off x="6895223" y="1273412"/>
          <a:ext cx="1043516" cy="6980689"/>
        </a:xfrm>
        <a:prstGeom prst="round2SameRect">
          <a:avLst/>
        </a:prstGeom>
        <a:solidFill>
          <a:schemeClr val="accent3">
            <a:tint val="40000"/>
            <a:alpha val="90000"/>
            <a:hueOff val="5055155"/>
            <a:satOff val="44705"/>
            <a:lumOff val="5295"/>
            <a:alphaOff val="0"/>
          </a:schemeClr>
        </a:solidFill>
        <a:ln w="19050" cap="flat" cmpd="sng" algn="ctr">
          <a:solidFill>
            <a:schemeClr val="accent3">
              <a:tint val="40000"/>
              <a:alpha val="90000"/>
              <a:hueOff val="5055155"/>
              <a:satOff val="44705"/>
              <a:lumOff val="52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None/>
          </a:pPr>
          <a:r>
            <a:rPr lang="en-US" sz="1600" b="0" i="0" kern="1200" dirty="0"/>
            <a:t>KPI: The level of data accuracy and quality achieved after ERP implementation.</a:t>
          </a:r>
        </a:p>
        <a:p>
          <a:pPr marL="171450" lvl="1" indent="-171450" algn="l" defTabSz="711200">
            <a:lnSpc>
              <a:spcPct val="90000"/>
            </a:lnSpc>
            <a:spcBef>
              <a:spcPct val="0"/>
            </a:spcBef>
            <a:spcAft>
              <a:spcPct val="15000"/>
            </a:spcAft>
            <a:buNone/>
          </a:pPr>
          <a:r>
            <a:rPr lang="en-US" sz="1600" b="0" i="0" kern="1200" dirty="0"/>
            <a:t>Why it matters: Inaccurate data can lead to poor decision-making and operational inefficiencies.</a:t>
          </a:r>
        </a:p>
      </dsp:txBody>
      <dsp:txXfrm rot="-5400000">
        <a:off x="3926637" y="4292938"/>
        <a:ext cx="6929749" cy="941636"/>
      </dsp:txXfrm>
    </dsp:sp>
    <dsp:sp modelId="{2B6F32A8-42A1-408A-8ADF-7B5BCA49BB4F}">
      <dsp:nvSpPr>
        <dsp:cNvPr id="0" name=""/>
        <dsp:cNvSpPr/>
      </dsp:nvSpPr>
      <dsp:spPr>
        <a:xfrm>
          <a:off x="0" y="4111559"/>
          <a:ext cx="3926637" cy="1304395"/>
        </a:xfrm>
        <a:prstGeom prst="roundRect">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MY" sz="3700" b="1" i="0" kern="1200"/>
            <a:t>Data Accuracy and Quality:</a:t>
          </a:r>
        </a:p>
      </dsp:txBody>
      <dsp:txXfrm>
        <a:off x="63675" y="4175234"/>
        <a:ext cx="3799287" cy="11770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989E8-8E26-4F69-9EEB-A1C1959F845D}">
      <dsp:nvSpPr>
        <dsp:cNvPr id="0" name=""/>
        <dsp:cNvSpPr/>
      </dsp:nvSpPr>
      <dsp:spPr>
        <a:xfrm rot="5400000">
          <a:off x="6718482" y="-2614573"/>
          <a:ext cx="1397000" cy="6980689"/>
        </a:xfrm>
        <a:prstGeom prst="round2Same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None/>
          </a:pPr>
          <a:r>
            <a:rPr lang="en-US" sz="1800" b="0" i="0" kern="1200" dirty="0"/>
            <a:t>KPI: The amount of downtime and disruptions experienced during implementation.</a:t>
          </a:r>
        </a:p>
        <a:p>
          <a:pPr marL="171450" lvl="1" indent="-171450" algn="l" defTabSz="800100">
            <a:lnSpc>
              <a:spcPct val="90000"/>
            </a:lnSpc>
            <a:spcBef>
              <a:spcPct val="0"/>
            </a:spcBef>
            <a:spcAft>
              <a:spcPct val="15000"/>
            </a:spcAft>
            <a:buNone/>
          </a:pPr>
          <a:r>
            <a:rPr lang="en-US" sz="1800" b="0" i="0" kern="1200" dirty="0"/>
            <a:t>Why it matters: Minimizing disruptions ensures business continuity.</a:t>
          </a:r>
        </a:p>
      </dsp:txBody>
      <dsp:txXfrm rot="-5400000">
        <a:off x="3926638" y="245467"/>
        <a:ext cx="6912493" cy="1260608"/>
      </dsp:txXfrm>
    </dsp:sp>
    <dsp:sp modelId="{5C7FA8F8-AEED-43AD-B342-60AFFB442259}">
      <dsp:nvSpPr>
        <dsp:cNvPr id="0" name=""/>
        <dsp:cNvSpPr/>
      </dsp:nvSpPr>
      <dsp:spPr>
        <a:xfrm>
          <a:off x="0" y="2645"/>
          <a:ext cx="3926637" cy="174625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MY" sz="3300" b="1" i="0" kern="1200"/>
            <a:t>Downtime and Disruptions:</a:t>
          </a:r>
        </a:p>
      </dsp:txBody>
      <dsp:txXfrm>
        <a:off x="85245" y="87890"/>
        <a:ext cx="3756147" cy="1575760"/>
      </dsp:txXfrm>
    </dsp:sp>
    <dsp:sp modelId="{DB6DEC9B-07E3-4E04-A48C-294E0C76BE3C}">
      <dsp:nvSpPr>
        <dsp:cNvPr id="0" name=""/>
        <dsp:cNvSpPr/>
      </dsp:nvSpPr>
      <dsp:spPr>
        <a:xfrm rot="5400000">
          <a:off x="6718482" y="-781011"/>
          <a:ext cx="1397000" cy="6980689"/>
        </a:xfrm>
        <a:prstGeom prst="round2SameRect">
          <a:avLst/>
        </a:prstGeom>
        <a:solidFill>
          <a:schemeClr val="accent3">
            <a:tint val="40000"/>
            <a:alpha val="90000"/>
            <a:hueOff val="2527578"/>
            <a:satOff val="22352"/>
            <a:lumOff val="2648"/>
            <a:alphaOff val="0"/>
          </a:schemeClr>
        </a:solidFill>
        <a:ln w="19050" cap="flat" cmpd="sng" algn="ctr">
          <a:solidFill>
            <a:schemeClr val="accent3">
              <a:tint val="40000"/>
              <a:alpha val="90000"/>
              <a:hueOff val="2527578"/>
              <a:satOff val="22352"/>
              <a:lumOff val="264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None/>
          </a:pPr>
          <a:r>
            <a:rPr lang="en-US" sz="1800" b="0" i="0" kern="1200" dirty="0"/>
            <a:t>KPI: Measuring the balance between customizing the ERP system to meet specific needs and adopting standardized processes.</a:t>
          </a:r>
        </a:p>
        <a:p>
          <a:pPr marL="171450" lvl="1" indent="-171450" algn="l" defTabSz="800100">
            <a:lnSpc>
              <a:spcPct val="90000"/>
            </a:lnSpc>
            <a:spcBef>
              <a:spcPct val="0"/>
            </a:spcBef>
            <a:spcAft>
              <a:spcPct val="15000"/>
            </a:spcAft>
            <a:buNone/>
          </a:pPr>
          <a:r>
            <a:rPr lang="en-US" sz="1800" b="0" i="0" kern="1200" dirty="0"/>
            <a:t>Why it matters: Striking the right balance ensures flexibility while avoiding complexity.</a:t>
          </a:r>
        </a:p>
      </dsp:txBody>
      <dsp:txXfrm rot="-5400000">
        <a:off x="3926638" y="2079029"/>
        <a:ext cx="6912493" cy="1260608"/>
      </dsp:txXfrm>
    </dsp:sp>
    <dsp:sp modelId="{9C65EBB8-D0C0-497A-B79D-BD386419BFDB}">
      <dsp:nvSpPr>
        <dsp:cNvPr id="0" name=""/>
        <dsp:cNvSpPr/>
      </dsp:nvSpPr>
      <dsp:spPr>
        <a:xfrm>
          <a:off x="0" y="1836208"/>
          <a:ext cx="3926637" cy="1746250"/>
        </a:xfrm>
        <a:prstGeom prst="roundRect">
          <a:avLst/>
        </a:prstGeom>
        <a:solidFill>
          <a:schemeClr val="accent3">
            <a:hueOff val="2058582"/>
            <a:satOff val="12356"/>
            <a:lumOff val="94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MY" sz="3300" b="1" i="0" kern="1200"/>
            <a:t>Customization vs. Standardization Ratio:</a:t>
          </a:r>
        </a:p>
      </dsp:txBody>
      <dsp:txXfrm>
        <a:off x="85245" y="1921453"/>
        <a:ext cx="3756147" cy="1575760"/>
      </dsp:txXfrm>
    </dsp:sp>
    <dsp:sp modelId="{2F860E2F-BB95-4FE4-BB9C-B46AAB585BBE}">
      <dsp:nvSpPr>
        <dsp:cNvPr id="0" name=""/>
        <dsp:cNvSpPr/>
      </dsp:nvSpPr>
      <dsp:spPr>
        <a:xfrm rot="5400000">
          <a:off x="6718482" y="1052551"/>
          <a:ext cx="1397000" cy="6980689"/>
        </a:xfrm>
        <a:prstGeom prst="round2SameRect">
          <a:avLst/>
        </a:prstGeom>
        <a:solidFill>
          <a:schemeClr val="accent3">
            <a:tint val="40000"/>
            <a:alpha val="90000"/>
            <a:hueOff val="5055155"/>
            <a:satOff val="44705"/>
            <a:lumOff val="5295"/>
            <a:alphaOff val="0"/>
          </a:schemeClr>
        </a:solidFill>
        <a:ln w="19050" cap="flat" cmpd="sng" algn="ctr">
          <a:solidFill>
            <a:schemeClr val="accent3">
              <a:tint val="40000"/>
              <a:alpha val="90000"/>
              <a:hueOff val="5055155"/>
              <a:satOff val="44705"/>
              <a:lumOff val="529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None/>
          </a:pPr>
          <a:r>
            <a:rPr lang="en-US" sz="1800" b="0" i="0" kern="1200" dirty="0"/>
            <a:t>KPI: Calculating the return on investment and cost reductions achieved through ERP implementation.</a:t>
          </a:r>
        </a:p>
        <a:p>
          <a:pPr marL="171450" lvl="1" indent="-171450" algn="l" defTabSz="800100">
            <a:lnSpc>
              <a:spcPct val="90000"/>
            </a:lnSpc>
            <a:spcBef>
              <a:spcPct val="0"/>
            </a:spcBef>
            <a:spcAft>
              <a:spcPct val="15000"/>
            </a:spcAft>
            <a:buNone/>
          </a:pPr>
          <a:r>
            <a:rPr lang="en-US" sz="1800" b="0" i="0" kern="1200" dirty="0"/>
            <a:t>Why it matters: ERP projects should demonstrate a positive impact on the bottom line.</a:t>
          </a:r>
        </a:p>
      </dsp:txBody>
      <dsp:txXfrm rot="-5400000">
        <a:off x="3926638" y="3912591"/>
        <a:ext cx="6912493" cy="1260608"/>
      </dsp:txXfrm>
    </dsp:sp>
    <dsp:sp modelId="{C5EB4DED-AB09-4227-82C8-0C4B43425787}">
      <dsp:nvSpPr>
        <dsp:cNvPr id="0" name=""/>
        <dsp:cNvSpPr/>
      </dsp:nvSpPr>
      <dsp:spPr>
        <a:xfrm>
          <a:off x="0" y="3669771"/>
          <a:ext cx="3926637" cy="1746250"/>
        </a:xfrm>
        <a:prstGeom prst="roundRect">
          <a:avLst/>
        </a:prstGeom>
        <a:solidFill>
          <a:schemeClr val="accent3">
            <a:hueOff val="4117163"/>
            <a:satOff val="24712"/>
            <a:lumOff val="1882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62865" rIns="125730" bIns="62865" numCol="1" spcCol="1270" anchor="ctr" anchorCtr="0">
          <a:noAutofit/>
        </a:bodyPr>
        <a:lstStyle/>
        <a:p>
          <a:pPr marL="0" lvl="0" indent="0" algn="ctr" defTabSz="1466850">
            <a:lnSpc>
              <a:spcPct val="90000"/>
            </a:lnSpc>
            <a:spcBef>
              <a:spcPct val="0"/>
            </a:spcBef>
            <a:spcAft>
              <a:spcPct val="35000"/>
            </a:spcAft>
            <a:buNone/>
          </a:pPr>
          <a:r>
            <a:rPr lang="en-MY" sz="3300" b="1" i="0" kern="1200"/>
            <a:t>ROI and Cost Reduction:</a:t>
          </a:r>
        </a:p>
      </dsp:txBody>
      <dsp:txXfrm>
        <a:off x="85245" y="3755016"/>
        <a:ext cx="3756147" cy="15757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608C5D-95AE-473C-BD53-8DD15E188414}">
      <dsp:nvSpPr>
        <dsp:cNvPr id="0" name=""/>
        <dsp:cNvSpPr/>
      </dsp:nvSpPr>
      <dsp:spPr>
        <a:xfrm>
          <a:off x="582645" y="1178"/>
          <a:ext cx="2174490" cy="1304694"/>
        </a:xfrm>
        <a:prstGeom prst="rect">
          <a:avLst/>
        </a:prstGeom>
        <a:solidFill>
          <a:schemeClr val="accent1">
            <a:alpha val="90000"/>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Inventory turnover</a:t>
          </a:r>
        </a:p>
      </dsp:txBody>
      <dsp:txXfrm>
        <a:off x="582645" y="1178"/>
        <a:ext cx="2174490" cy="1304694"/>
      </dsp:txXfrm>
    </dsp:sp>
    <dsp:sp modelId="{BECCA615-E0CF-4CBB-A57A-98C954169D09}">
      <dsp:nvSpPr>
        <dsp:cNvPr id="0" name=""/>
        <dsp:cNvSpPr/>
      </dsp:nvSpPr>
      <dsp:spPr>
        <a:xfrm>
          <a:off x="2974584" y="1178"/>
          <a:ext cx="2174490" cy="1304694"/>
        </a:xfrm>
        <a:prstGeom prst="rect">
          <a:avLst/>
        </a:prstGeom>
        <a:solidFill>
          <a:schemeClr val="accent1">
            <a:alpha val="90000"/>
            <a:hueOff val="0"/>
            <a:satOff val="0"/>
            <a:lumOff val="0"/>
            <a:alphaOff val="-3636"/>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Order processing time</a:t>
          </a:r>
        </a:p>
      </dsp:txBody>
      <dsp:txXfrm>
        <a:off x="2974584" y="1178"/>
        <a:ext cx="2174490" cy="1304694"/>
      </dsp:txXfrm>
    </dsp:sp>
    <dsp:sp modelId="{EF4DA582-00C6-479A-A047-F5946FDC9C8C}">
      <dsp:nvSpPr>
        <dsp:cNvPr id="0" name=""/>
        <dsp:cNvSpPr/>
      </dsp:nvSpPr>
      <dsp:spPr>
        <a:xfrm>
          <a:off x="5366524" y="1178"/>
          <a:ext cx="2174490" cy="1304694"/>
        </a:xfrm>
        <a:prstGeom prst="rect">
          <a:avLst/>
        </a:prstGeom>
        <a:solidFill>
          <a:schemeClr val="accent1">
            <a:alpha val="90000"/>
            <a:hueOff val="0"/>
            <a:satOff val="0"/>
            <a:lumOff val="0"/>
            <a:alphaOff val="-7273"/>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Customer retention rate</a:t>
          </a:r>
        </a:p>
      </dsp:txBody>
      <dsp:txXfrm>
        <a:off x="5366524" y="1178"/>
        <a:ext cx="2174490" cy="1304694"/>
      </dsp:txXfrm>
    </dsp:sp>
    <dsp:sp modelId="{890A0C84-9E28-48B6-A86E-BB0011EDACF4}">
      <dsp:nvSpPr>
        <dsp:cNvPr id="0" name=""/>
        <dsp:cNvSpPr/>
      </dsp:nvSpPr>
      <dsp:spPr>
        <a:xfrm>
          <a:off x="7758464" y="1178"/>
          <a:ext cx="2174490" cy="1304694"/>
        </a:xfrm>
        <a:prstGeom prst="rect">
          <a:avLst/>
        </a:prstGeom>
        <a:solidFill>
          <a:schemeClr val="accent1">
            <a:alpha val="90000"/>
            <a:hueOff val="0"/>
            <a:satOff val="0"/>
            <a:lumOff val="0"/>
            <a:alphaOff val="-10909"/>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System uptime/downtime</a:t>
          </a:r>
        </a:p>
      </dsp:txBody>
      <dsp:txXfrm>
        <a:off x="7758464" y="1178"/>
        <a:ext cx="2174490" cy="1304694"/>
      </dsp:txXfrm>
    </dsp:sp>
    <dsp:sp modelId="{CCB8F0EB-CAE4-4922-9351-789D3150EA7C}">
      <dsp:nvSpPr>
        <dsp:cNvPr id="0" name=""/>
        <dsp:cNvSpPr/>
      </dsp:nvSpPr>
      <dsp:spPr>
        <a:xfrm>
          <a:off x="582645" y="1523321"/>
          <a:ext cx="2174490" cy="1304694"/>
        </a:xfrm>
        <a:prstGeom prst="rect">
          <a:avLst/>
        </a:prstGeom>
        <a:solidFill>
          <a:schemeClr val="accent1">
            <a:alpha val="90000"/>
            <a:hueOff val="0"/>
            <a:satOff val="0"/>
            <a:lumOff val="0"/>
            <a:alphaOff val="-14545"/>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Call response time</a:t>
          </a:r>
        </a:p>
      </dsp:txBody>
      <dsp:txXfrm>
        <a:off x="582645" y="1523321"/>
        <a:ext cx="2174490" cy="1304694"/>
      </dsp:txXfrm>
    </dsp:sp>
    <dsp:sp modelId="{8614B3BC-BD28-44F0-BF40-459726FFEB8E}">
      <dsp:nvSpPr>
        <dsp:cNvPr id="0" name=""/>
        <dsp:cNvSpPr/>
      </dsp:nvSpPr>
      <dsp:spPr>
        <a:xfrm>
          <a:off x="2974584" y="1523321"/>
          <a:ext cx="2174490" cy="1304694"/>
        </a:xfrm>
        <a:prstGeom prst="rect">
          <a:avLst/>
        </a:prstGeom>
        <a:solidFill>
          <a:schemeClr val="accent1">
            <a:alpha val="90000"/>
            <a:hueOff val="0"/>
            <a:satOff val="0"/>
            <a:lumOff val="0"/>
            <a:alphaOff val="-18182"/>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On-time delivery rate</a:t>
          </a:r>
        </a:p>
      </dsp:txBody>
      <dsp:txXfrm>
        <a:off x="2974584" y="1523321"/>
        <a:ext cx="2174490" cy="1304694"/>
      </dsp:txXfrm>
    </dsp:sp>
    <dsp:sp modelId="{5862BB2F-66D3-4D29-AA64-6F42BAFC6CF7}">
      <dsp:nvSpPr>
        <dsp:cNvPr id="0" name=""/>
        <dsp:cNvSpPr/>
      </dsp:nvSpPr>
      <dsp:spPr>
        <a:xfrm>
          <a:off x="5366524" y="1523321"/>
          <a:ext cx="2174490" cy="1304694"/>
        </a:xfrm>
        <a:prstGeom prst="rect">
          <a:avLst/>
        </a:prstGeom>
        <a:solidFill>
          <a:schemeClr val="accent1">
            <a:alpha val="90000"/>
            <a:hueOff val="0"/>
            <a:satOff val="0"/>
            <a:lumOff val="0"/>
            <a:alphaOff val="-21818"/>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Project margins</a:t>
          </a:r>
        </a:p>
      </dsp:txBody>
      <dsp:txXfrm>
        <a:off x="5366524" y="1523321"/>
        <a:ext cx="2174490" cy="1304694"/>
      </dsp:txXfrm>
    </dsp:sp>
    <dsp:sp modelId="{D611B3B1-C135-47E4-9F8E-B6C8765C7BB4}">
      <dsp:nvSpPr>
        <dsp:cNvPr id="0" name=""/>
        <dsp:cNvSpPr/>
      </dsp:nvSpPr>
      <dsp:spPr>
        <a:xfrm>
          <a:off x="7758464" y="1523321"/>
          <a:ext cx="2174490" cy="1304694"/>
        </a:xfrm>
        <a:prstGeom prst="rect">
          <a:avLst/>
        </a:prstGeom>
        <a:solidFill>
          <a:schemeClr val="accent1">
            <a:alpha val="90000"/>
            <a:hueOff val="0"/>
            <a:satOff val="0"/>
            <a:lumOff val="0"/>
            <a:alphaOff val="-25455"/>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Reduce cycle times</a:t>
          </a:r>
        </a:p>
      </dsp:txBody>
      <dsp:txXfrm>
        <a:off x="7758464" y="1523321"/>
        <a:ext cx="2174490" cy="1304694"/>
      </dsp:txXfrm>
    </dsp:sp>
    <dsp:sp modelId="{4E115472-6220-4781-AF4E-4194A7CB4715}">
      <dsp:nvSpPr>
        <dsp:cNvPr id="0" name=""/>
        <dsp:cNvSpPr/>
      </dsp:nvSpPr>
      <dsp:spPr>
        <a:xfrm>
          <a:off x="582645" y="3045465"/>
          <a:ext cx="2174490" cy="1304694"/>
        </a:xfrm>
        <a:prstGeom prst="rect">
          <a:avLst/>
        </a:prstGeom>
        <a:solidFill>
          <a:schemeClr val="accent1">
            <a:alpha val="90000"/>
            <a:hueOff val="0"/>
            <a:satOff val="0"/>
            <a:lumOff val="0"/>
            <a:alphaOff val="-29091"/>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Resource utilization</a:t>
          </a:r>
        </a:p>
      </dsp:txBody>
      <dsp:txXfrm>
        <a:off x="582645" y="3045465"/>
        <a:ext cx="2174490" cy="1304694"/>
      </dsp:txXfrm>
    </dsp:sp>
    <dsp:sp modelId="{95D0D060-6821-48EF-B376-6B3382967D06}">
      <dsp:nvSpPr>
        <dsp:cNvPr id="0" name=""/>
        <dsp:cNvSpPr/>
      </dsp:nvSpPr>
      <dsp:spPr>
        <a:xfrm>
          <a:off x="2974584" y="3045465"/>
          <a:ext cx="2174490" cy="1304694"/>
        </a:xfrm>
        <a:prstGeom prst="rect">
          <a:avLst/>
        </a:prstGeom>
        <a:solidFill>
          <a:schemeClr val="accent1">
            <a:alpha val="90000"/>
            <a:hueOff val="0"/>
            <a:satOff val="0"/>
            <a:lumOff val="0"/>
            <a:alphaOff val="-32727"/>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Error rates</a:t>
          </a:r>
        </a:p>
      </dsp:txBody>
      <dsp:txXfrm>
        <a:off x="2974584" y="3045465"/>
        <a:ext cx="2174490" cy="1304694"/>
      </dsp:txXfrm>
    </dsp:sp>
    <dsp:sp modelId="{64C68D93-3A48-4E67-A4FF-F13F58DAD122}">
      <dsp:nvSpPr>
        <dsp:cNvPr id="0" name=""/>
        <dsp:cNvSpPr/>
      </dsp:nvSpPr>
      <dsp:spPr>
        <a:xfrm>
          <a:off x="5366524" y="3045465"/>
          <a:ext cx="2174490" cy="1304694"/>
        </a:xfrm>
        <a:prstGeom prst="rect">
          <a:avLst/>
        </a:prstGeom>
        <a:solidFill>
          <a:schemeClr val="accent1">
            <a:alpha val="90000"/>
            <a:hueOff val="0"/>
            <a:satOff val="0"/>
            <a:lumOff val="0"/>
            <a:alphaOff val="-36364"/>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Improved efficiency and productivity</a:t>
          </a:r>
        </a:p>
      </dsp:txBody>
      <dsp:txXfrm>
        <a:off x="5366524" y="3045465"/>
        <a:ext cx="2174490" cy="1304694"/>
      </dsp:txXfrm>
    </dsp:sp>
    <dsp:sp modelId="{DB40CBA1-0174-485B-A792-B5B17A8F21E2}">
      <dsp:nvSpPr>
        <dsp:cNvPr id="0" name=""/>
        <dsp:cNvSpPr/>
      </dsp:nvSpPr>
      <dsp:spPr>
        <a:xfrm>
          <a:off x="7758464" y="3045465"/>
          <a:ext cx="2174490" cy="1304694"/>
        </a:xfrm>
        <a:prstGeom prst="rect">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Time complete month-end and year-end activities</a:t>
          </a:r>
        </a:p>
      </dsp:txBody>
      <dsp:txXfrm>
        <a:off x="7758464" y="3045465"/>
        <a:ext cx="2174490" cy="130469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0D8A88-7DD7-4698-9E9D-6E0AFEEC9EFF}" type="datetimeFigureOut">
              <a:rPr lang="en-US" smtClean="0"/>
              <a:t>7/21/2025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B5AFB7-2ABE-417B-8510-D05D067B6E93}" type="slidenum">
              <a:rPr lang="en-US" smtClean="0"/>
              <a:t>‹#›</a:t>
            </a:fld>
            <a:endParaRPr lang="en-US"/>
          </a:p>
        </p:txBody>
      </p:sp>
    </p:spTree>
    <p:extLst>
      <p:ext uri="{BB962C8B-B14F-4D97-AF65-F5344CB8AC3E}">
        <p14:creationId xmlns:p14="http://schemas.microsoft.com/office/powerpoint/2010/main" val="2014929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3</a:t>
            </a:fld>
            <a:endParaRPr lang="en-US"/>
          </a:p>
        </p:txBody>
      </p:sp>
    </p:spTree>
    <p:extLst>
      <p:ext uri="{BB962C8B-B14F-4D97-AF65-F5344CB8AC3E}">
        <p14:creationId xmlns:p14="http://schemas.microsoft.com/office/powerpoint/2010/main" val="521467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5</a:t>
            </a:fld>
            <a:endParaRPr lang="en-US"/>
          </a:p>
        </p:txBody>
      </p:sp>
    </p:spTree>
    <p:extLst>
      <p:ext uri="{BB962C8B-B14F-4D97-AF65-F5344CB8AC3E}">
        <p14:creationId xmlns:p14="http://schemas.microsoft.com/office/powerpoint/2010/main" val="4139606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DB486-784F-4E88-92DC-86C4264880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DB2E9-AAC6-5406-FBCF-3E9F3AEBB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EE0FF-3349-C039-E062-510BF8B1D454}"/>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96A87891-CE0B-78A2-F7B1-763692F17489}"/>
              </a:ext>
            </a:extLst>
          </p:cNvPr>
          <p:cNvSpPr>
            <a:spLocks noGrp="1"/>
          </p:cNvSpPr>
          <p:nvPr>
            <p:ph type="sldNum" sz="quarter" idx="5"/>
          </p:nvPr>
        </p:nvSpPr>
        <p:spPr/>
        <p:txBody>
          <a:bodyPr/>
          <a:lstStyle/>
          <a:p>
            <a:fld id="{80B5AFB7-2ABE-417B-8510-D05D067B6E93}" type="slidenum">
              <a:rPr lang="en-US" smtClean="0"/>
              <a:t>8</a:t>
            </a:fld>
            <a:endParaRPr lang="en-US"/>
          </a:p>
        </p:txBody>
      </p:sp>
    </p:spTree>
    <p:extLst>
      <p:ext uri="{BB962C8B-B14F-4D97-AF65-F5344CB8AC3E}">
        <p14:creationId xmlns:p14="http://schemas.microsoft.com/office/powerpoint/2010/main" val="23045812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A4697-EC8B-9F25-F1FA-407508CB3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B7623-A305-DEBA-F52D-47329B8A04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BD1F0-5634-351C-BC15-21C857A73428}"/>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863F5B47-FC05-B00A-1789-EFAEB1C2E86C}"/>
              </a:ext>
            </a:extLst>
          </p:cNvPr>
          <p:cNvSpPr>
            <a:spLocks noGrp="1"/>
          </p:cNvSpPr>
          <p:nvPr>
            <p:ph type="sldNum" sz="quarter" idx="5"/>
          </p:nvPr>
        </p:nvSpPr>
        <p:spPr/>
        <p:txBody>
          <a:bodyPr/>
          <a:lstStyle/>
          <a:p>
            <a:fld id="{80B5AFB7-2ABE-417B-8510-D05D067B6E93}" type="slidenum">
              <a:rPr lang="en-US" smtClean="0"/>
              <a:t>9</a:t>
            </a:fld>
            <a:endParaRPr lang="en-US"/>
          </a:p>
        </p:txBody>
      </p:sp>
    </p:spTree>
    <p:extLst>
      <p:ext uri="{BB962C8B-B14F-4D97-AF65-F5344CB8AC3E}">
        <p14:creationId xmlns:p14="http://schemas.microsoft.com/office/powerpoint/2010/main" val="254273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18</a:t>
            </a:fld>
            <a:endParaRPr lang="en-US"/>
          </a:p>
        </p:txBody>
      </p:sp>
    </p:spTree>
    <p:extLst>
      <p:ext uri="{BB962C8B-B14F-4D97-AF65-F5344CB8AC3E}">
        <p14:creationId xmlns:p14="http://schemas.microsoft.com/office/powerpoint/2010/main" val="2276192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6F504-FCD4-DC6A-A90D-6EB8B0DB6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871EEC-FBC1-C746-7BB8-522A22A3A9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D97F8-624C-ED0D-E3DD-427B1BC362F7}"/>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F6A964A3-5773-658F-6D09-36FB43AFD75F}"/>
              </a:ext>
            </a:extLst>
          </p:cNvPr>
          <p:cNvSpPr>
            <a:spLocks noGrp="1"/>
          </p:cNvSpPr>
          <p:nvPr>
            <p:ph type="sldNum" sz="quarter" idx="5"/>
          </p:nvPr>
        </p:nvSpPr>
        <p:spPr/>
        <p:txBody>
          <a:bodyPr/>
          <a:lstStyle/>
          <a:p>
            <a:fld id="{80B5AFB7-2ABE-417B-8510-D05D067B6E93}" type="slidenum">
              <a:rPr lang="en-US" smtClean="0"/>
              <a:t>19</a:t>
            </a:fld>
            <a:endParaRPr lang="en-US"/>
          </a:p>
        </p:txBody>
      </p:sp>
    </p:spTree>
    <p:extLst>
      <p:ext uri="{BB962C8B-B14F-4D97-AF65-F5344CB8AC3E}">
        <p14:creationId xmlns:p14="http://schemas.microsoft.com/office/powerpoint/2010/main" val="1626919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16BF-D792-5A3C-7D07-37DB6EE24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CC1F7-D3BD-33D4-7856-3244000B2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D81B7-2975-F033-25A6-4FED5DDF757B}"/>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F30B29C3-1511-F381-34C0-9DB7AC9A2494}"/>
              </a:ext>
            </a:extLst>
          </p:cNvPr>
          <p:cNvSpPr>
            <a:spLocks noGrp="1"/>
          </p:cNvSpPr>
          <p:nvPr>
            <p:ph type="sldNum" sz="quarter" idx="5"/>
          </p:nvPr>
        </p:nvSpPr>
        <p:spPr/>
        <p:txBody>
          <a:bodyPr/>
          <a:lstStyle/>
          <a:p>
            <a:fld id="{80B5AFB7-2ABE-417B-8510-D05D067B6E93}" type="slidenum">
              <a:rPr lang="en-US" smtClean="0"/>
              <a:t>20</a:t>
            </a:fld>
            <a:endParaRPr lang="en-US"/>
          </a:p>
        </p:txBody>
      </p:sp>
    </p:spTree>
    <p:extLst>
      <p:ext uri="{BB962C8B-B14F-4D97-AF65-F5344CB8AC3E}">
        <p14:creationId xmlns:p14="http://schemas.microsoft.com/office/powerpoint/2010/main" val="3870365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7791C-D2A0-61DA-6929-64F21CED7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9AC3D-7B3C-A26D-4201-4E686C185F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8CC77-8069-EFB0-415A-79CE5730015E}"/>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977FF50A-2E6B-1BD5-B140-349BE6DA7D9C}"/>
              </a:ext>
            </a:extLst>
          </p:cNvPr>
          <p:cNvSpPr>
            <a:spLocks noGrp="1"/>
          </p:cNvSpPr>
          <p:nvPr>
            <p:ph type="sldNum" sz="quarter" idx="5"/>
          </p:nvPr>
        </p:nvSpPr>
        <p:spPr/>
        <p:txBody>
          <a:bodyPr/>
          <a:lstStyle/>
          <a:p>
            <a:fld id="{80B5AFB7-2ABE-417B-8510-D05D067B6E93}" type="slidenum">
              <a:rPr lang="en-US" smtClean="0"/>
              <a:t>22</a:t>
            </a:fld>
            <a:endParaRPr lang="en-US"/>
          </a:p>
        </p:txBody>
      </p:sp>
    </p:spTree>
    <p:extLst>
      <p:ext uri="{BB962C8B-B14F-4D97-AF65-F5344CB8AC3E}">
        <p14:creationId xmlns:p14="http://schemas.microsoft.com/office/powerpoint/2010/main" val="1783641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BA96E-4527-9B82-9FC2-C8E18974ED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638489-86E0-D6A4-FD58-63B3A1218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6E3370-D7D5-C924-4EDA-FD792F113311}"/>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B2F0E514-64CE-93A7-8406-67C5E8015359}"/>
              </a:ext>
            </a:extLst>
          </p:cNvPr>
          <p:cNvSpPr>
            <a:spLocks noGrp="1"/>
          </p:cNvSpPr>
          <p:nvPr>
            <p:ph type="sldNum" sz="quarter" idx="5"/>
          </p:nvPr>
        </p:nvSpPr>
        <p:spPr/>
        <p:txBody>
          <a:bodyPr/>
          <a:lstStyle/>
          <a:p>
            <a:fld id="{80B5AFB7-2ABE-417B-8510-D05D067B6E93}" type="slidenum">
              <a:rPr lang="en-US" smtClean="0"/>
              <a:t>23</a:t>
            </a:fld>
            <a:endParaRPr lang="en-US"/>
          </a:p>
        </p:txBody>
      </p:sp>
    </p:spTree>
    <p:extLst>
      <p:ext uri="{BB962C8B-B14F-4D97-AF65-F5344CB8AC3E}">
        <p14:creationId xmlns:p14="http://schemas.microsoft.com/office/powerpoint/2010/main" val="1670240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3CA96-26FE-58CB-FB09-F6E1273E9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04BCF-D832-A9CA-83C2-86EAF6CC52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E082E-3D19-7BA9-71BE-5FA7112BB107}"/>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F0F4A3B6-B4EF-C5E1-3DA0-3B6A72545783}"/>
              </a:ext>
            </a:extLst>
          </p:cNvPr>
          <p:cNvSpPr>
            <a:spLocks noGrp="1"/>
          </p:cNvSpPr>
          <p:nvPr>
            <p:ph type="sldNum" sz="quarter" idx="5"/>
          </p:nvPr>
        </p:nvSpPr>
        <p:spPr/>
        <p:txBody>
          <a:bodyPr/>
          <a:lstStyle/>
          <a:p>
            <a:fld id="{80B5AFB7-2ABE-417B-8510-D05D067B6E93}" type="slidenum">
              <a:rPr lang="en-US" smtClean="0"/>
              <a:t>24</a:t>
            </a:fld>
            <a:endParaRPr lang="en-US"/>
          </a:p>
        </p:txBody>
      </p:sp>
    </p:spTree>
    <p:extLst>
      <p:ext uri="{BB962C8B-B14F-4D97-AF65-F5344CB8AC3E}">
        <p14:creationId xmlns:p14="http://schemas.microsoft.com/office/powerpoint/2010/main" val="2545191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096C8-D7E1-06A0-5692-7EAA7A68C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F71F0-BAB4-041D-A31F-9C2B357361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52F0A-9B24-5DD2-F9A8-44454E265C05}"/>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BF6CD5FC-4A0F-2428-C011-9D231BCEE6E8}"/>
              </a:ext>
            </a:extLst>
          </p:cNvPr>
          <p:cNvSpPr>
            <a:spLocks noGrp="1"/>
          </p:cNvSpPr>
          <p:nvPr>
            <p:ph type="sldNum" sz="quarter" idx="5"/>
          </p:nvPr>
        </p:nvSpPr>
        <p:spPr/>
        <p:txBody>
          <a:bodyPr/>
          <a:lstStyle/>
          <a:p>
            <a:fld id="{80B5AFB7-2ABE-417B-8510-D05D067B6E93}" type="slidenum">
              <a:rPr lang="en-US" smtClean="0"/>
              <a:t>25</a:t>
            </a:fld>
            <a:endParaRPr lang="en-US"/>
          </a:p>
        </p:txBody>
      </p:sp>
    </p:spTree>
    <p:extLst>
      <p:ext uri="{BB962C8B-B14F-4D97-AF65-F5344CB8AC3E}">
        <p14:creationId xmlns:p14="http://schemas.microsoft.com/office/powerpoint/2010/main" val="4035721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990A4-72A9-664F-6EE4-766FF3868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4B9F6-3787-5984-45EA-4E933E017C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9CA07A-0877-380E-4CE7-D995198CA51A}"/>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ED31D6EB-717B-F4DE-2BC2-5613A3BB707B}"/>
              </a:ext>
            </a:extLst>
          </p:cNvPr>
          <p:cNvSpPr>
            <a:spLocks noGrp="1"/>
          </p:cNvSpPr>
          <p:nvPr>
            <p:ph type="sldNum" sz="quarter" idx="5"/>
          </p:nvPr>
        </p:nvSpPr>
        <p:spPr/>
        <p:txBody>
          <a:bodyPr/>
          <a:lstStyle/>
          <a:p>
            <a:fld id="{80B5AFB7-2ABE-417B-8510-D05D067B6E93}" type="slidenum">
              <a:rPr lang="en-US" smtClean="0"/>
              <a:t>26</a:t>
            </a:fld>
            <a:endParaRPr lang="en-US"/>
          </a:p>
        </p:txBody>
      </p:sp>
    </p:spTree>
    <p:extLst>
      <p:ext uri="{BB962C8B-B14F-4D97-AF65-F5344CB8AC3E}">
        <p14:creationId xmlns:p14="http://schemas.microsoft.com/office/powerpoint/2010/main" val="2165069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BFA1B-31ED-6DB7-C85A-2A60525BDD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1ED65-C763-BC88-8B66-87A585CC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E0AF4-6477-7ED0-9CC6-94FFE33ABDAD}"/>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4DFBDC35-97E3-2891-A21C-5198887DDEFE}"/>
              </a:ext>
            </a:extLst>
          </p:cNvPr>
          <p:cNvSpPr>
            <a:spLocks noGrp="1"/>
          </p:cNvSpPr>
          <p:nvPr>
            <p:ph type="sldNum" sz="quarter" idx="5"/>
          </p:nvPr>
        </p:nvSpPr>
        <p:spPr/>
        <p:txBody>
          <a:bodyPr/>
          <a:lstStyle/>
          <a:p>
            <a:fld id="{80B5AFB7-2ABE-417B-8510-D05D067B6E93}" type="slidenum">
              <a:rPr lang="en-US" smtClean="0"/>
              <a:t>27</a:t>
            </a:fld>
            <a:endParaRPr lang="en-US"/>
          </a:p>
        </p:txBody>
      </p:sp>
    </p:spTree>
    <p:extLst>
      <p:ext uri="{BB962C8B-B14F-4D97-AF65-F5344CB8AC3E}">
        <p14:creationId xmlns:p14="http://schemas.microsoft.com/office/powerpoint/2010/main" val="283563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Depending on the size and scope of a business, ERP implementations can take months or years to complete. Knowing that core implementation teams will need to dedicate at least half of their time to the project and that staff might come and go during the implementation process, businesses must plan and ensure that they have enough resources to bring their ERP vision to life on time without affecting their other business objectives, such as meeting seasonal sales targets. Businesses should also factor training times into their resource planning, as different employees and teams will come on board at different stages of the ERP implementation.</a:t>
            </a:r>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32</a:t>
            </a:fld>
            <a:endParaRPr lang="en-US"/>
          </a:p>
        </p:txBody>
      </p:sp>
    </p:spTree>
    <p:extLst>
      <p:ext uri="{BB962C8B-B14F-4D97-AF65-F5344CB8AC3E}">
        <p14:creationId xmlns:p14="http://schemas.microsoft.com/office/powerpoint/2010/main" val="123188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1549-4DD3-A62A-0FE9-B345BFF502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B2567-61C1-3DD8-A58D-7BDCD62C1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29F9EA-C705-7266-87D5-33EEB1AA866E}"/>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77F5E08C-9D9B-CC60-AB86-17CAE4FA1092}"/>
              </a:ext>
            </a:extLst>
          </p:cNvPr>
          <p:cNvSpPr>
            <a:spLocks noGrp="1"/>
          </p:cNvSpPr>
          <p:nvPr>
            <p:ph type="sldNum" sz="quarter" idx="5"/>
          </p:nvPr>
        </p:nvSpPr>
        <p:spPr/>
        <p:txBody>
          <a:bodyPr/>
          <a:lstStyle/>
          <a:p>
            <a:fld id="{80B5AFB7-2ABE-417B-8510-D05D067B6E93}" type="slidenum">
              <a:rPr lang="en-US" smtClean="0"/>
              <a:t>39</a:t>
            </a:fld>
            <a:endParaRPr lang="en-US"/>
          </a:p>
        </p:txBody>
      </p:sp>
    </p:spTree>
    <p:extLst>
      <p:ext uri="{BB962C8B-B14F-4D97-AF65-F5344CB8AC3E}">
        <p14:creationId xmlns:p14="http://schemas.microsoft.com/office/powerpoint/2010/main" val="29596896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80B5AFB7-2ABE-417B-8510-D05D067B6E93}" type="slidenum">
              <a:rPr lang="en-US" smtClean="0"/>
              <a:t>40</a:t>
            </a:fld>
            <a:endParaRPr lang="en-US"/>
          </a:p>
        </p:txBody>
      </p:sp>
    </p:spTree>
    <p:extLst>
      <p:ext uri="{BB962C8B-B14F-4D97-AF65-F5344CB8AC3E}">
        <p14:creationId xmlns:p14="http://schemas.microsoft.com/office/powerpoint/2010/main" val="2774389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8CBAA-637C-84B2-1898-B7AAD511F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55EE9-0CD8-907D-3C7B-4C488F91D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56B85D-863D-4FE8-20FC-FDC4B6AA71E7}"/>
              </a:ext>
            </a:extLst>
          </p:cNvPr>
          <p:cNvSpPr>
            <a:spLocks noGrp="1"/>
          </p:cNvSpPr>
          <p:nvPr>
            <p:ph type="body" idx="1"/>
          </p:nvPr>
        </p:nvSpPr>
        <p:spPr/>
        <p:txBody>
          <a:bodyPr>
            <a:normAutofit/>
          </a:bodyPr>
          <a:lstStyle/>
          <a:p>
            <a:endParaRPr lang="en-MY"/>
          </a:p>
        </p:txBody>
      </p:sp>
      <p:sp>
        <p:nvSpPr>
          <p:cNvPr id="4" name="Slide Number Placeholder 3">
            <a:extLst>
              <a:ext uri="{FF2B5EF4-FFF2-40B4-BE49-F238E27FC236}">
                <a16:creationId xmlns:a16="http://schemas.microsoft.com/office/drawing/2014/main" id="{8057636A-2F7E-450A-EC75-2FA6B9FF3974}"/>
              </a:ext>
            </a:extLst>
          </p:cNvPr>
          <p:cNvSpPr>
            <a:spLocks noGrp="1"/>
          </p:cNvSpPr>
          <p:nvPr>
            <p:ph type="sldNum" sz="quarter" idx="10"/>
          </p:nvPr>
        </p:nvSpPr>
        <p:spPr/>
        <p:txBody>
          <a:bodyPr/>
          <a:lstStyle/>
          <a:p>
            <a:fld id="{01689685-8061-44B8-B783-C49AE9D568E3}" type="slidenum">
              <a:rPr lang="en-MY" smtClean="0"/>
              <a:pPr/>
              <a:t>41</a:t>
            </a:fld>
            <a:endParaRPr lang="en-MY"/>
          </a:p>
        </p:txBody>
      </p:sp>
    </p:spTree>
    <p:extLst>
      <p:ext uri="{BB962C8B-B14F-4D97-AF65-F5344CB8AC3E}">
        <p14:creationId xmlns:p14="http://schemas.microsoft.com/office/powerpoint/2010/main" val="1954769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BB98B1-77DA-43CA-93B0-E8B97F7DD7D4}"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1288466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B98B1-77DA-43CA-93B0-E8B97F7DD7D4}"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741739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1BB98B1-77DA-43CA-93B0-E8B97F7DD7D4}"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547171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BB98B1-77DA-43CA-93B0-E8B97F7DD7D4}"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2520838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BB98B1-77DA-43CA-93B0-E8B97F7DD7D4}" type="datetimeFigureOut">
              <a:rPr lang="en-US" smtClean="0"/>
              <a:t>7/21/2025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2077979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BB98B1-77DA-43CA-93B0-E8B97F7DD7D4}" type="datetimeFigureOut">
              <a:rPr lang="en-US" smtClean="0"/>
              <a:t>7/21/2025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203386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BB98B1-77DA-43CA-93B0-E8B97F7DD7D4}" type="datetimeFigureOut">
              <a:rPr lang="en-US" smtClean="0"/>
              <a:t>7/21/2025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937556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1BB98B1-77DA-43CA-93B0-E8B97F7DD7D4}"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785531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1BB98B1-77DA-43CA-93B0-E8B97F7DD7D4}" type="datetimeFigureOut">
              <a:rPr lang="en-US" smtClean="0"/>
              <a:t>7/21/2025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601800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B98B1-77DA-43CA-93B0-E8B97F7DD7D4}"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2264025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BB98B1-77DA-43CA-93B0-E8B97F7DD7D4}" type="datetimeFigureOut">
              <a:rPr lang="en-US" smtClean="0"/>
              <a:t>7/21/2025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802632-74A4-455E-8EDF-9AED88E91F7B}" type="slidenum">
              <a:rPr lang="en-US" smtClean="0"/>
              <a:t>‹#›</a:t>
            </a:fld>
            <a:endParaRPr lang="en-US"/>
          </a:p>
        </p:txBody>
      </p:sp>
    </p:spTree>
    <p:extLst>
      <p:ext uri="{BB962C8B-B14F-4D97-AF65-F5344CB8AC3E}">
        <p14:creationId xmlns:p14="http://schemas.microsoft.com/office/powerpoint/2010/main" val="3788673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491" y="1828800"/>
            <a:ext cx="8231744" cy="28956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p:nvPr>
        </p:nvSpPr>
        <p:spPr>
          <a:xfrm>
            <a:off x="1065490" y="4800600"/>
            <a:ext cx="8231744" cy="1219200"/>
          </a:xfrm>
        </p:spPr>
        <p:txBody>
          <a:bodyPr>
            <a:normAutofit/>
          </a:bodyPr>
          <a:lstStyle>
            <a:lvl1pPr marL="0" indent="0" algn="l">
              <a:spcBef>
                <a:spcPts val="0"/>
              </a:spcBef>
              <a:buNone/>
              <a:defRPr sz="2000"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127652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78776" y="-434279"/>
            <a:ext cx="9146383" cy="1371600"/>
          </a:xfrm>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7/21/2025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992535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9891" y="2514600"/>
            <a:ext cx="8694663" cy="2819400"/>
          </a:xfrm>
        </p:spPr>
        <p:txBody>
          <a:bodyPr anchor="b">
            <a:normAutofit/>
          </a:bodyPr>
          <a:lstStyle>
            <a:lvl1pPr algn="l">
              <a:lnSpc>
                <a:spcPct val="80000"/>
              </a:lnSpc>
              <a:defRPr sz="4800" b="0" cap="none" baseline="0"/>
            </a:lvl1pPr>
          </a:lstStyle>
          <a:p>
            <a:r>
              <a:rPr lang="en-US"/>
              <a:t>Click to edit Master title style</a:t>
            </a:r>
            <a:endParaRPr/>
          </a:p>
        </p:txBody>
      </p:sp>
      <p:sp>
        <p:nvSpPr>
          <p:cNvPr id="3" name="Text Placeholder 2"/>
          <p:cNvSpPr>
            <a:spLocks noGrp="1"/>
          </p:cNvSpPr>
          <p:nvPr>
            <p:ph type="body" idx="1"/>
          </p:nvPr>
        </p:nvSpPr>
        <p:spPr>
          <a:xfrm>
            <a:off x="1065491" y="5410201"/>
            <a:ext cx="8689596"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03F41C87-7AD9-4845-A077-840E4A0F3F06}" type="datetimeFigureOut">
              <a:rPr lang="en-US"/>
              <a:t>7/21/2025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51148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05174" y="1905001"/>
            <a:ext cx="442075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30806" y="1905001"/>
            <a:ext cx="4420751"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t>7/21/2025</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77358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808"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808"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51489"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1489"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dirty="0"/>
          </a:p>
        </p:txBody>
      </p:sp>
      <p:sp>
        <p:nvSpPr>
          <p:cNvPr id="7" name="Date Placeholder 6"/>
          <p:cNvSpPr>
            <a:spLocks noGrp="1"/>
          </p:cNvSpPr>
          <p:nvPr>
            <p:ph type="dt" sz="half" idx="10"/>
          </p:nvPr>
        </p:nvSpPr>
        <p:spPr/>
        <p:txBody>
          <a:bodyPr/>
          <a:lstStyle/>
          <a:p>
            <a:fld id="{03F41C87-7AD9-4845-A077-840E4A0F3F06}" type="datetimeFigureOut">
              <a:rPr lang="en-US"/>
              <a:t>7/21/2025</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410930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14261" y="-387424"/>
            <a:ext cx="9146383" cy="1371600"/>
          </a:xfrm>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03F41C87-7AD9-4845-A077-840E4A0F3F06}" type="datetimeFigureOut">
              <a:rPr lang="en-US"/>
              <a:t>7/21/2025</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967972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03F41C87-7AD9-4845-A077-840E4A0F3F06}" type="datetimeFigureOut">
              <a:rPr lang="en-US"/>
              <a:t>7/21/2025</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57671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952704" y="685800"/>
            <a:ext cx="6402467"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03F41C87-7AD9-4845-A077-840E4A0F3F06}" type="datetimeFigureOut">
              <a:rPr lang="en-US"/>
              <a:t>7/21/2025</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899841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952704" y="685800"/>
            <a:ext cx="6402466"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6" name="Footer Placeholder 5"/>
          <p:cNvSpPr>
            <a:spLocks noGrp="1"/>
          </p:cNvSpPr>
          <p:nvPr>
            <p:ph type="ftr" sz="quarter" idx="11"/>
          </p:nvPr>
        </p:nvSpPr>
        <p:spPr/>
        <p:txBody>
          <a:bodyPr/>
          <a:lstStyle/>
          <a:p>
            <a:endParaRPr dirty="0"/>
          </a:p>
        </p:txBody>
      </p:sp>
      <p:sp>
        <p:nvSpPr>
          <p:cNvPr id="5" name="Date Placeholder 4"/>
          <p:cNvSpPr>
            <a:spLocks noGrp="1"/>
          </p:cNvSpPr>
          <p:nvPr>
            <p:ph type="dt" sz="half" idx="10"/>
          </p:nvPr>
        </p:nvSpPr>
        <p:spPr/>
        <p:txBody>
          <a:bodyPr/>
          <a:lstStyle/>
          <a:p>
            <a:fld id="{03F41C87-7AD9-4845-A077-840E4A0F3F06}" type="datetimeFigureOut">
              <a:rPr lang="en-US"/>
              <a:pPr/>
              <a:t>7/21/2025</a:t>
            </a:fld>
            <a:endParaRPr/>
          </a:p>
        </p:txBody>
      </p:sp>
      <p:sp>
        <p:nvSpPr>
          <p:cNvPr id="7" name="Slide Number Placeholder 6"/>
          <p:cNvSpPr>
            <a:spLocks noGrp="1"/>
          </p:cNvSpPr>
          <p:nvPr>
            <p:ph type="sldNum" sz="quarter" idx="12"/>
          </p:nvPr>
        </p:nvSpPr>
        <p:spPr/>
        <p:txBody>
          <a:bodyPr/>
          <a:lstStyle/>
          <a:p>
            <a:fld id="{2A013F82-EE5E-44EE-A61D-E31C6657F26F}" type="slidenum">
              <a:rPr/>
              <a:pPr/>
              <a:t>‹#›</a:t>
            </a:fld>
            <a:endParaRPr/>
          </a:p>
        </p:txBody>
      </p:sp>
    </p:spTree>
    <p:extLst>
      <p:ext uri="{BB962C8B-B14F-4D97-AF65-F5344CB8AC3E}">
        <p14:creationId xmlns:p14="http://schemas.microsoft.com/office/powerpoint/2010/main" val="860777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7/21/2025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14475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794" y="381001"/>
            <a:ext cx="1524398" cy="56388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22809" y="381001"/>
            <a:ext cx="7393324"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03F41C87-7AD9-4845-A077-840E4A0F3F06}" type="datetimeFigureOut">
              <a:rPr lang="en-US"/>
              <a:t>7/21/2025</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2593865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951E7-37CA-CCAD-8338-DCFD18AED0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CA9A9FD1-E739-B770-DF57-0CCC7A24F8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D1664C09-538D-B288-ACBB-2A534E5DC44A}"/>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5" name="Footer Placeholder 4">
            <a:extLst>
              <a:ext uri="{FF2B5EF4-FFF2-40B4-BE49-F238E27FC236}">
                <a16:creationId xmlns:a16="http://schemas.microsoft.com/office/drawing/2014/main" id="{D6D6CE25-D0DB-916F-3B01-EDE0EBBADFE3}"/>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C1D5AB64-E077-8A1C-7948-EE76E9B2E204}"/>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12736770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88287-FF4E-0809-1BD8-2FAB8947B506}"/>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20E1EB12-7B74-B49E-C1B8-F48B37FE7817}"/>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4" name="Date Placeholder 3">
            <a:extLst>
              <a:ext uri="{FF2B5EF4-FFF2-40B4-BE49-F238E27FC236}">
                <a16:creationId xmlns:a16="http://schemas.microsoft.com/office/drawing/2014/main" id="{2EC82BE1-D806-C3AD-52BE-EFA3D31DA6C2}"/>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5" name="Footer Placeholder 4">
            <a:extLst>
              <a:ext uri="{FF2B5EF4-FFF2-40B4-BE49-F238E27FC236}">
                <a16:creationId xmlns:a16="http://schemas.microsoft.com/office/drawing/2014/main" id="{52553BE2-2259-4002-43F5-E58E9D9164E7}"/>
              </a:ext>
            </a:extLst>
          </p:cNvPr>
          <p:cNvSpPr>
            <a:spLocks noGrp="1"/>
          </p:cNvSpPr>
          <p:nvPr>
            <p:ph type="ftr" sz="quarter" idx="11"/>
          </p:nvPr>
        </p:nvSpPr>
        <p:spPr/>
        <p:txBody>
          <a:bodyPr/>
          <a:lstStyle/>
          <a:p>
            <a:endParaRPr lang="en-MY" dirty="0"/>
          </a:p>
        </p:txBody>
      </p:sp>
      <p:sp>
        <p:nvSpPr>
          <p:cNvPr id="6" name="Slide Number Placeholder 5">
            <a:extLst>
              <a:ext uri="{FF2B5EF4-FFF2-40B4-BE49-F238E27FC236}">
                <a16:creationId xmlns:a16="http://schemas.microsoft.com/office/drawing/2014/main" id="{F8AD2FE6-34F2-38E2-216C-27DA871CA18C}"/>
              </a:ext>
            </a:extLst>
          </p:cNvPr>
          <p:cNvSpPr>
            <a:spLocks noGrp="1"/>
          </p:cNvSpPr>
          <p:nvPr>
            <p:ph type="sldNum" sz="quarter" idx="12"/>
          </p:nvPr>
        </p:nvSpPr>
        <p:spPr/>
        <p:txBody>
          <a:bodyPr/>
          <a:lstStyle/>
          <a:p>
            <a:fld id="{EF9117CB-EFA6-4059-9FD8-DEE51F1151A7}" type="slidenum">
              <a:rPr lang="en-MY" smtClean="0"/>
              <a:t>‹#›</a:t>
            </a:fld>
            <a:endParaRPr lang="en-MY" dirty="0"/>
          </a:p>
        </p:txBody>
      </p:sp>
      <p:pic>
        <p:nvPicPr>
          <p:cNvPr id="7" name="Picture 6">
            <a:extLst>
              <a:ext uri="{FF2B5EF4-FFF2-40B4-BE49-F238E27FC236}">
                <a16:creationId xmlns:a16="http://schemas.microsoft.com/office/drawing/2014/main" id="{E790B671-5421-6EC7-EEFE-1670CAD9AC0E}"/>
              </a:ext>
            </a:extLst>
          </p:cNvPr>
          <p:cNvPicPr>
            <a:picLocks noChangeAspect="1"/>
          </p:cNvPicPr>
          <p:nvPr userDrawn="1"/>
        </p:nvPicPr>
        <p:blipFill>
          <a:blip r:embed="rId2"/>
          <a:srcRect l="19715" t="10241" r="21429" b="10586"/>
          <a:stretch/>
        </p:blipFill>
        <p:spPr>
          <a:xfrm>
            <a:off x="11768470" y="105524"/>
            <a:ext cx="267569" cy="519201"/>
          </a:xfrm>
          <a:prstGeom prst="rect">
            <a:avLst/>
          </a:prstGeom>
        </p:spPr>
      </p:pic>
    </p:spTree>
    <p:extLst>
      <p:ext uri="{BB962C8B-B14F-4D97-AF65-F5344CB8AC3E}">
        <p14:creationId xmlns:p14="http://schemas.microsoft.com/office/powerpoint/2010/main" val="17809836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7E1C7-26B2-13ED-06D6-27810F03E8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32B31EE9-C29B-B9D2-5BD4-856E7CCDBB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D67321-5E3E-9540-E1B3-5B0F86519E31}"/>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5" name="Footer Placeholder 4">
            <a:extLst>
              <a:ext uri="{FF2B5EF4-FFF2-40B4-BE49-F238E27FC236}">
                <a16:creationId xmlns:a16="http://schemas.microsoft.com/office/drawing/2014/main" id="{678C4358-FBB0-4CB0-FB56-5F023654CFB1}"/>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1345CA26-5349-AE17-9E4F-BA58FFBF86DB}"/>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23658572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08438-09B7-DB0D-3BF1-3D4772BB1CEE}"/>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2E582570-FCA9-22E3-F6ED-63670C4DDB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530CB9B4-4CA1-10DE-9ECF-15E7038128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6838CCCA-3DD4-7B5E-AC99-CF1CA316648F}"/>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6" name="Footer Placeholder 5">
            <a:extLst>
              <a:ext uri="{FF2B5EF4-FFF2-40B4-BE49-F238E27FC236}">
                <a16:creationId xmlns:a16="http://schemas.microsoft.com/office/drawing/2014/main" id="{A92E1E5C-8AA6-19BC-B9B5-1C0DA2AC013E}"/>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73C482CE-4040-0B34-C475-542E7965CDC4}"/>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25161540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66D57-4C61-1190-6CD4-A7506942D052}"/>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6423CCBA-A2DE-3335-1FD6-A4F55E0B6A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59A4B4-D9EB-5CC4-7A34-F3F8A943CA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D21822C9-3987-237D-FED1-9C0B33B4C6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4F1F6A-2C6F-0893-8728-0264DFEE2A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F84C4B68-78AF-5E82-ABD0-DA9F41846AC3}"/>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8" name="Footer Placeholder 7">
            <a:extLst>
              <a:ext uri="{FF2B5EF4-FFF2-40B4-BE49-F238E27FC236}">
                <a16:creationId xmlns:a16="http://schemas.microsoft.com/office/drawing/2014/main" id="{14418855-98ED-5F80-7A1A-E97F87FBDEE9}"/>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3056E05D-18DF-5EA6-9AAE-2CC221A6F8FC}"/>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13308137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59650-5B8B-A0F8-578D-EBFACCB249D0}"/>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D9E96449-AACE-DEDD-211A-4C6220CF23C3}"/>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4" name="Footer Placeholder 3">
            <a:extLst>
              <a:ext uri="{FF2B5EF4-FFF2-40B4-BE49-F238E27FC236}">
                <a16:creationId xmlns:a16="http://schemas.microsoft.com/office/drawing/2014/main" id="{68B845EB-290D-C561-2D24-DFDB1790BDC1}"/>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C39E366F-6A68-2FBB-756E-2813D9958079}"/>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11671570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473B2B-EF6E-ECA1-F4E9-AAA079A7B074}"/>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3" name="Footer Placeholder 2">
            <a:extLst>
              <a:ext uri="{FF2B5EF4-FFF2-40B4-BE49-F238E27FC236}">
                <a16:creationId xmlns:a16="http://schemas.microsoft.com/office/drawing/2014/main" id="{B1BA905A-4C39-AEC9-8899-B1EDDC896452}"/>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B5E0631E-2983-A953-FAF9-A76D75E4824B}"/>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17225221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73548-A444-E859-7594-A007848707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901C893E-A342-B9F4-49DB-AF0D38E6E2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FF250364-9A18-A862-A7D4-20198CB43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A41D0C-7B64-2A41-DE3D-88FC91B1571B}"/>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6" name="Footer Placeholder 5">
            <a:extLst>
              <a:ext uri="{FF2B5EF4-FFF2-40B4-BE49-F238E27FC236}">
                <a16:creationId xmlns:a16="http://schemas.microsoft.com/office/drawing/2014/main" id="{EA1CB30B-73F6-7EFF-64F0-A5BD2D4FB5FC}"/>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745BF76E-C9D0-1E0E-63AE-9CA560966B25}"/>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38550709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018A0-7929-3917-2661-CBFEF90271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B2EAB25B-AAED-0000-4268-515EE2BB57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CBBA356D-2A0C-5067-2B03-1E2E9AF58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5D1C3-A45C-568B-DB73-7490351A4AA4}"/>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6" name="Footer Placeholder 5">
            <a:extLst>
              <a:ext uri="{FF2B5EF4-FFF2-40B4-BE49-F238E27FC236}">
                <a16:creationId xmlns:a16="http://schemas.microsoft.com/office/drawing/2014/main" id="{CE6EDF30-E160-85B0-AE5E-9D7753BC3A7E}"/>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F4D3E2CC-C0DC-0B21-0835-75B9FA6F209F}"/>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15577386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937B-84E8-6F38-9B56-BBF0F0EB3C35}"/>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E6A6373F-C9CA-73AE-4865-CF0C3E1AE0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B101948C-3AE0-533E-DE7E-5996F43978EF}"/>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5" name="Footer Placeholder 4">
            <a:extLst>
              <a:ext uri="{FF2B5EF4-FFF2-40B4-BE49-F238E27FC236}">
                <a16:creationId xmlns:a16="http://schemas.microsoft.com/office/drawing/2014/main" id="{2C2FBADA-8828-67ED-E194-CB66D39941D4}"/>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DCD3B321-2B0D-3C37-A742-FFBAC11B74DB}"/>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33818941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04B7CD-C72B-2B9D-1838-62F76719D6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5D77ABC8-B43F-9DE5-872F-3955854259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2470B1E1-DA84-E7B2-F15D-23C63DA057CC}"/>
              </a:ext>
            </a:extLst>
          </p:cNvPr>
          <p:cNvSpPr>
            <a:spLocks noGrp="1"/>
          </p:cNvSpPr>
          <p:nvPr>
            <p:ph type="dt" sz="half" idx="10"/>
          </p:nvPr>
        </p:nvSpPr>
        <p:spPr/>
        <p:txBody>
          <a:bodyPr/>
          <a:lstStyle/>
          <a:p>
            <a:fld id="{68611006-F1E1-4020-8104-2CCB05178943}" type="datetimeFigureOut">
              <a:rPr lang="en-MY" smtClean="0"/>
              <a:t>21/7/2025</a:t>
            </a:fld>
            <a:endParaRPr lang="en-MY"/>
          </a:p>
        </p:txBody>
      </p:sp>
      <p:sp>
        <p:nvSpPr>
          <p:cNvPr id="5" name="Footer Placeholder 4">
            <a:extLst>
              <a:ext uri="{FF2B5EF4-FFF2-40B4-BE49-F238E27FC236}">
                <a16:creationId xmlns:a16="http://schemas.microsoft.com/office/drawing/2014/main" id="{047C9C99-754E-A12A-F843-53F6E1690F01}"/>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21641EBF-47C3-797E-5FF5-87A0CD5FFA54}"/>
              </a:ext>
            </a:extLst>
          </p:cNvPr>
          <p:cNvSpPr>
            <a:spLocks noGrp="1"/>
          </p:cNvSpPr>
          <p:nvPr>
            <p:ph type="sldNum" sz="quarter" idx="12"/>
          </p:nvPr>
        </p:nvSpPr>
        <p:spPr/>
        <p:txBody>
          <a:bodyPr/>
          <a:lstStyle/>
          <a:p>
            <a:fld id="{EF9117CB-EFA6-4059-9FD8-DEE51F1151A7}" type="slidenum">
              <a:rPr lang="en-MY" smtClean="0"/>
              <a:t>‹#›</a:t>
            </a:fld>
            <a:endParaRPr lang="en-MY"/>
          </a:p>
        </p:txBody>
      </p:sp>
    </p:spTree>
    <p:extLst>
      <p:ext uri="{BB962C8B-B14F-4D97-AF65-F5344CB8AC3E}">
        <p14:creationId xmlns:p14="http://schemas.microsoft.com/office/powerpoint/2010/main" val="5496543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subtitle">
  <p:cSld name="Title + subtitle">
    <p:spTree>
      <p:nvGrpSpPr>
        <p:cNvPr id="1" name="Shape 35"/>
        <p:cNvGrpSpPr/>
        <p:nvPr/>
      </p:nvGrpSpPr>
      <p:grpSpPr>
        <a:xfrm>
          <a:off x="0" y="0"/>
          <a:ext cx="0" cy="0"/>
          <a:chOff x="0" y="0"/>
          <a:chExt cx="0" cy="0"/>
        </a:xfrm>
      </p:grpSpPr>
      <p:sp>
        <p:nvSpPr>
          <p:cNvPr id="36" name="Google Shape;36;p5"/>
          <p:cNvSpPr txBox="1">
            <a:spLocks noGrp="1"/>
          </p:cNvSpPr>
          <p:nvPr>
            <p:ph type="ctrTitle"/>
          </p:nvPr>
        </p:nvSpPr>
        <p:spPr>
          <a:xfrm>
            <a:off x="3517800" y="501997"/>
            <a:ext cx="5156400" cy="2738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a:lvl1pPr>
            <a:lvl2pPr lvl="1" rtl="0">
              <a:spcBef>
                <a:spcPts val="0"/>
              </a:spcBef>
              <a:spcAft>
                <a:spcPts val="0"/>
              </a:spcAft>
              <a:buClr>
                <a:schemeClr val="accent6"/>
              </a:buClr>
              <a:buSzPts val="1600"/>
              <a:buNone/>
              <a:defRPr sz="2133">
                <a:solidFill>
                  <a:schemeClr val="accent6"/>
                </a:solidFill>
              </a:defRPr>
            </a:lvl2pPr>
            <a:lvl3pPr lvl="2" rtl="0">
              <a:spcBef>
                <a:spcPts val="0"/>
              </a:spcBef>
              <a:spcAft>
                <a:spcPts val="0"/>
              </a:spcAft>
              <a:buClr>
                <a:schemeClr val="accent6"/>
              </a:buClr>
              <a:buSzPts val="1600"/>
              <a:buNone/>
              <a:defRPr sz="2133">
                <a:solidFill>
                  <a:schemeClr val="accent6"/>
                </a:solidFill>
              </a:defRPr>
            </a:lvl3pPr>
            <a:lvl4pPr lvl="3" rtl="0">
              <a:spcBef>
                <a:spcPts val="0"/>
              </a:spcBef>
              <a:spcAft>
                <a:spcPts val="0"/>
              </a:spcAft>
              <a:buClr>
                <a:schemeClr val="accent6"/>
              </a:buClr>
              <a:buSzPts val="1600"/>
              <a:buNone/>
              <a:defRPr sz="2133">
                <a:solidFill>
                  <a:schemeClr val="accent6"/>
                </a:solidFill>
              </a:defRPr>
            </a:lvl4pPr>
            <a:lvl5pPr lvl="4" rtl="0">
              <a:spcBef>
                <a:spcPts val="0"/>
              </a:spcBef>
              <a:spcAft>
                <a:spcPts val="0"/>
              </a:spcAft>
              <a:buClr>
                <a:schemeClr val="accent6"/>
              </a:buClr>
              <a:buSzPts val="1600"/>
              <a:buNone/>
              <a:defRPr sz="2133">
                <a:solidFill>
                  <a:schemeClr val="accent6"/>
                </a:solidFill>
              </a:defRPr>
            </a:lvl5pPr>
            <a:lvl6pPr lvl="5" rtl="0">
              <a:spcBef>
                <a:spcPts val="0"/>
              </a:spcBef>
              <a:spcAft>
                <a:spcPts val="0"/>
              </a:spcAft>
              <a:buClr>
                <a:schemeClr val="accent6"/>
              </a:buClr>
              <a:buSzPts val="1600"/>
              <a:buNone/>
              <a:defRPr sz="2133">
                <a:solidFill>
                  <a:schemeClr val="accent6"/>
                </a:solidFill>
              </a:defRPr>
            </a:lvl6pPr>
            <a:lvl7pPr lvl="6" rtl="0">
              <a:spcBef>
                <a:spcPts val="0"/>
              </a:spcBef>
              <a:spcAft>
                <a:spcPts val="0"/>
              </a:spcAft>
              <a:buClr>
                <a:schemeClr val="accent6"/>
              </a:buClr>
              <a:buSzPts val="1600"/>
              <a:buNone/>
              <a:defRPr sz="2133">
                <a:solidFill>
                  <a:schemeClr val="accent6"/>
                </a:solidFill>
              </a:defRPr>
            </a:lvl7pPr>
            <a:lvl8pPr lvl="7" rtl="0">
              <a:spcBef>
                <a:spcPts val="0"/>
              </a:spcBef>
              <a:spcAft>
                <a:spcPts val="0"/>
              </a:spcAft>
              <a:buClr>
                <a:schemeClr val="accent6"/>
              </a:buClr>
              <a:buSzPts val="1600"/>
              <a:buNone/>
              <a:defRPr sz="2133">
                <a:solidFill>
                  <a:schemeClr val="accent6"/>
                </a:solidFill>
              </a:defRPr>
            </a:lvl8pPr>
            <a:lvl9pPr lvl="8" rtl="0">
              <a:spcBef>
                <a:spcPts val="0"/>
              </a:spcBef>
              <a:spcAft>
                <a:spcPts val="0"/>
              </a:spcAft>
              <a:buClr>
                <a:schemeClr val="accent6"/>
              </a:buClr>
              <a:buSzPts val="1600"/>
              <a:buNone/>
              <a:defRPr sz="2133">
                <a:solidFill>
                  <a:schemeClr val="accent6"/>
                </a:solidFill>
              </a:defRPr>
            </a:lvl9pPr>
          </a:lstStyle>
          <a:p>
            <a:endParaRPr/>
          </a:p>
        </p:txBody>
      </p:sp>
      <p:sp>
        <p:nvSpPr>
          <p:cNvPr id="37" name="Google Shape;37;p5"/>
          <p:cNvSpPr txBox="1">
            <a:spLocks noGrp="1"/>
          </p:cNvSpPr>
          <p:nvPr>
            <p:ph type="subTitle" idx="1"/>
          </p:nvPr>
        </p:nvSpPr>
        <p:spPr>
          <a:xfrm>
            <a:off x="3279400" y="3085633"/>
            <a:ext cx="5633200" cy="237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67"/>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extLst>
      <p:ext uri="{BB962C8B-B14F-4D97-AF65-F5344CB8AC3E}">
        <p14:creationId xmlns:p14="http://schemas.microsoft.com/office/powerpoint/2010/main" val="1305863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BB98B1-77DA-43CA-93B0-E8B97F7DD7D4}" type="datetimeFigureOut">
              <a:rPr lang="en-US" smtClean="0"/>
              <a:t>7/21/2025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802632-74A4-455E-8EDF-9AED88E91F7B}" type="slidenum">
              <a:rPr lang="en-US" smtClean="0"/>
              <a:t>‹#›</a:t>
            </a:fld>
            <a:endParaRPr lang="en-US" dirty="0"/>
          </a:p>
        </p:txBody>
      </p:sp>
    </p:spTree>
    <p:extLst>
      <p:ext uri="{BB962C8B-B14F-4D97-AF65-F5344CB8AC3E}">
        <p14:creationId xmlns:p14="http://schemas.microsoft.com/office/powerpoint/2010/main" val="32506414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8944" y="-531440"/>
            <a:ext cx="9146383" cy="1371600"/>
          </a:xfrm>
          <a:prstGeom prst="rect">
            <a:avLst/>
          </a:prstGeom>
        </p:spPr>
        <p:txBody>
          <a:bodyPr vert="horz" lIns="91440" tIns="45720" rIns="91440" bIns="45720" rtlCol="0" anchor="b">
            <a:normAutofit/>
          </a:bodyPr>
          <a:lstStyle/>
          <a:p>
            <a:r>
              <a:rPr lang="en-US" dirty="0"/>
              <a:t>Click to edit Master title style</a:t>
            </a:r>
            <a:endParaRPr dirty="0"/>
          </a:p>
        </p:txBody>
      </p:sp>
      <p:sp>
        <p:nvSpPr>
          <p:cNvPr id="3" name="Text Placeholder 2"/>
          <p:cNvSpPr>
            <a:spLocks noGrp="1"/>
          </p:cNvSpPr>
          <p:nvPr>
            <p:ph type="body" idx="1"/>
          </p:nvPr>
        </p:nvSpPr>
        <p:spPr>
          <a:xfrm>
            <a:off x="1513445" y="1268761"/>
            <a:ext cx="913677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810" y="6400800"/>
            <a:ext cx="6554906"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228565" y="6400800"/>
            <a:ext cx="1449767"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03F41C87-7AD9-4845-A077-840E4A0F3F06}" type="datetimeFigureOut">
              <a:rPr lang="en-US" smtClean="0"/>
              <a:pPr/>
              <a:t>7/21/2025</a:t>
            </a:fld>
            <a:endParaRPr lang="en-US"/>
          </a:p>
        </p:txBody>
      </p:sp>
      <p:sp>
        <p:nvSpPr>
          <p:cNvPr id="6" name="Slide Number Placeholder 5"/>
          <p:cNvSpPr>
            <a:spLocks noGrp="1"/>
          </p:cNvSpPr>
          <p:nvPr>
            <p:ph type="sldNum" sz="quarter" idx="4"/>
          </p:nvPr>
        </p:nvSpPr>
        <p:spPr>
          <a:xfrm>
            <a:off x="9830772" y="6400800"/>
            <a:ext cx="83841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2A013F82-EE5E-44EE-A61D-E31C6657F26F}" type="slidenum">
              <a:rPr lang="en-US" smtClean="0"/>
              <a:pPr/>
              <a:t>‹#›</a:t>
            </a:fld>
            <a:endParaRPr lang="en-US"/>
          </a:p>
        </p:txBody>
      </p:sp>
    </p:spTree>
    <p:extLst>
      <p:ext uri="{BB962C8B-B14F-4D97-AF65-F5344CB8AC3E}">
        <p14:creationId xmlns:p14="http://schemas.microsoft.com/office/powerpoint/2010/main" val="2640409589"/>
      </p:ext>
    </p:extLst>
  </p:cSld>
  <p:clrMap bg1="dk1" tx1="lt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spc="100" baseline="0">
          <a:solidFill>
            <a:schemeClr val="tx1"/>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39">
          <p15:clr>
            <a:srgbClr val="F26B43"/>
          </p15:clr>
        </p15:guide>
        <p15:guide id="2"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CD32F6-3960-9BA1-BA65-9015F42BD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76A9301A-C765-F0EA-8DDA-20DABDA7D7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6D5F70F-7B14-8DC1-17AF-51C0992EAF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611006-F1E1-4020-8104-2CCB05178943}" type="datetimeFigureOut">
              <a:rPr lang="en-MY" smtClean="0"/>
              <a:t>21/7/2025</a:t>
            </a:fld>
            <a:endParaRPr lang="en-MY"/>
          </a:p>
        </p:txBody>
      </p:sp>
      <p:sp>
        <p:nvSpPr>
          <p:cNvPr id="5" name="Footer Placeholder 4">
            <a:extLst>
              <a:ext uri="{FF2B5EF4-FFF2-40B4-BE49-F238E27FC236}">
                <a16:creationId xmlns:a16="http://schemas.microsoft.com/office/drawing/2014/main" id="{CA4BFECF-CE45-729E-34C2-A3C609D557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MY"/>
          </a:p>
        </p:txBody>
      </p:sp>
      <p:sp>
        <p:nvSpPr>
          <p:cNvPr id="6" name="Slide Number Placeholder 5">
            <a:extLst>
              <a:ext uri="{FF2B5EF4-FFF2-40B4-BE49-F238E27FC236}">
                <a16:creationId xmlns:a16="http://schemas.microsoft.com/office/drawing/2014/main" id="{5F68857C-55D8-2838-CC51-26D7A46085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9117CB-EFA6-4059-9FD8-DEE51F1151A7}" type="slidenum">
              <a:rPr lang="en-MY" smtClean="0"/>
              <a:t>‹#›</a:t>
            </a:fld>
            <a:endParaRPr lang="en-MY"/>
          </a:p>
        </p:txBody>
      </p:sp>
      <p:sp>
        <p:nvSpPr>
          <p:cNvPr id="7" name="Rectangle 6">
            <a:extLst>
              <a:ext uri="{FF2B5EF4-FFF2-40B4-BE49-F238E27FC236}">
                <a16:creationId xmlns:a16="http://schemas.microsoft.com/office/drawing/2014/main" id="{0CB153AE-61F9-819E-9C4A-4A4F159147D0}"/>
              </a:ext>
            </a:extLst>
          </p:cNvPr>
          <p:cNvSpPr/>
          <p:nvPr userDrawn="1"/>
        </p:nvSpPr>
        <p:spPr>
          <a:xfrm>
            <a:off x="1" y="0"/>
            <a:ext cx="12192000" cy="6858000"/>
          </a:xfrm>
          <a:prstGeom prst="rect">
            <a:avLst/>
          </a:prstGeom>
          <a:noFill/>
          <a:ln w="111125">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704332307"/>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4.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2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24.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24.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6.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24.xml"/><Relationship Id="rId5" Type="http://schemas.openxmlformats.org/officeDocument/2006/relationships/image" Target="../media/image42.png"/><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10913" y="1440982"/>
            <a:ext cx="1708493" cy="3500394"/>
          </a:xfrm>
          <a:prstGeom prst="rect">
            <a:avLst/>
          </a:prstGeom>
        </p:spPr>
      </p:pic>
      <p:sp>
        <p:nvSpPr>
          <p:cNvPr id="3" name="Rectangle 2"/>
          <p:cNvSpPr/>
          <p:nvPr/>
        </p:nvSpPr>
        <p:spPr>
          <a:xfrm>
            <a:off x="8856278" y="1529905"/>
            <a:ext cx="118189" cy="3322547"/>
          </a:xfrm>
          <a:prstGeom prst="rect">
            <a:avLst/>
          </a:prstGeom>
          <a:solidFill>
            <a:srgbClr val="D08E0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TextBox 5"/>
          <p:cNvSpPr txBox="1"/>
          <p:nvPr/>
        </p:nvSpPr>
        <p:spPr>
          <a:xfrm>
            <a:off x="3572099" y="1529905"/>
            <a:ext cx="5343273" cy="3139321"/>
          </a:xfrm>
          <a:prstGeom prst="rect">
            <a:avLst/>
          </a:prstGeom>
          <a:noFill/>
        </p:spPr>
        <p:txBody>
          <a:bodyPr wrap="square" rtlCol="0">
            <a:spAutoFit/>
          </a:bodyPr>
          <a:lstStyle/>
          <a:p>
            <a:pPr algn="r"/>
            <a:endParaRPr lang="en-US" altLang="zh-CN" sz="3000" dirty="0">
              <a:solidFill>
                <a:srgbClr val="004B85"/>
              </a:solidFill>
              <a:latin typeface="Bahnschrift" panose="020B0502040204020203" pitchFamily="34" charset="0"/>
              <a:cs typeface="Times New Roman" panose="02020603050405020304" pitchFamily="18" charset="0"/>
            </a:endParaRPr>
          </a:p>
          <a:p>
            <a:pPr algn="r"/>
            <a:r>
              <a:rPr lang="en-US" altLang="zh-CN" sz="4800" dirty="0">
                <a:solidFill>
                  <a:schemeClr val="accent4">
                    <a:lumMod val="50000"/>
                  </a:schemeClr>
                </a:solidFill>
                <a:latin typeface="Bahnschrift" panose="020B0502040204020203" pitchFamily="34" charset="0"/>
                <a:cs typeface="Times New Roman" panose="02020603050405020304" pitchFamily="18" charset="0"/>
              </a:rPr>
              <a:t>ERP</a:t>
            </a:r>
          </a:p>
          <a:p>
            <a:pPr algn="r"/>
            <a:endParaRPr lang="en-US" altLang="zh-CN" sz="4000" dirty="0">
              <a:solidFill>
                <a:srgbClr val="004B85"/>
              </a:solidFill>
              <a:latin typeface="Bahnschrift" panose="020B0502040204020203" pitchFamily="34" charset="0"/>
              <a:cs typeface="Times New Roman" panose="02020603050405020304" pitchFamily="18" charset="0"/>
            </a:endParaRPr>
          </a:p>
          <a:p>
            <a:pPr algn="r"/>
            <a:r>
              <a:rPr lang="en-US" altLang="zh-CN" sz="4000" dirty="0">
                <a:solidFill>
                  <a:srgbClr val="004B85"/>
                </a:solidFill>
                <a:latin typeface="Bahnschrift" panose="020B0502040204020203" pitchFamily="34" charset="0"/>
                <a:cs typeface="Times New Roman" panose="02020603050405020304" pitchFamily="18" charset="0"/>
              </a:rPr>
              <a:t>The Implementation of ERP Systems</a:t>
            </a:r>
            <a:endParaRPr lang="it-IT" sz="3200" dirty="0">
              <a:solidFill>
                <a:srgbClr val="FFC000"/>
              </a:solidFill>
              <a:effectLst>
                <a:outerShdw blurRad="38100" dist="38100" dir="2700000" algn="tl">
                  <a:srgbClr val="000000">
                    <a:alpha val="43137"/>
                  </a:srgbClr>
                </a:outerShdw>
              </a:effectLst>
              <a:latin typeface="Bahnschrift" panose="020B0502040204020203" pitchFamily="34" charset="0"/>
            </a:endParaRPr>
          </a:p>
        </p:txBody>
      </p:sp>
      <p:pic>
        <p:nvPicPr>
          <p:cNvPr id="7" name="Picture 6">
            <a:extLst>
              <a:ext uri="{FF2B5EF4-FFF2-40B4-BE49-F238E27FC236}">
                <a16:creationId xmlns:a16="http://schemas.microsoft.com/office/drawing/2014/main" id="{928A8BB7-394B-9DB1-E979-831526F17AD9}"/>
              </a:ext>
            </a:extLst>
          </p:cNvPr>
          <p:cNvPicPr>
            <a:picLocks noChangeAspect="1"/>
          </p:cNvPicPr>
          <p:nvPr/>
        </p:nvPicPr>
        <p:blipFill>
          <a:blip r:embed="rId3"/>
          <a:stretch>
            <a:fillRect/>
          </a:stretch>
        </p:blipFill>
        <p:spPr>
          <a:xfrm>
            <a:off x="497253" y="2414052"/>
            <a:ext cx="2438400" cy="2438400"/>
          </a:xfrm>
          <a:prstGeom prst="rect">
            <a:avLst/>
          </a:prstGeom>
        </p:spPr>
      </p:pic>
    </p:spTree>
    <p:extLst>
      <p:ext uri="{BB962C8B-B14F-4D97-AF65-F5344CB8AC3E}">
        <p14:creationId xmlns:p14="http://schemas.microsoft.com/office/powerpoint/2010/main" val="2018928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556995"/>
            <a:ext cx="10515600" cy="1133693"/>
          </a:xfrm>
        </p:spPr>
        <p:txBody>
          <a:bodyPr>
            <a:normAutofit/>
          </a:bodyPr>
          <a:lstStyle/>
          <a:p>
            <a:r>
              <a:rPr lang="en-MY" sz="5200"/>
              <a:t>OUTLINE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1452996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4815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24001" y="-13185"/>
            <a:ext cx="9144001" cy="1371600"/>
          </a:xfrm>
        </p:spPr>
        <p:txBody>
          <a:bodyPr>
            <a:normAutofit/>
          </a:bodyPr>
          <a:lstStyle/>
          <a:p>
            <a:r>
              <a:rPr lang="en-MY" sz="4800" dirty="0">
                <a:latin typeface="Bahnschrift" panose="020B0502040204020203" pitchFamily="34" charset="0"/>
              </a:rPr>
              <a:t>Learning Objectives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107476578"/>
              </p:ext>
            </p:extLst>
          </p:nvPr>
        </p:nvGraphicFramePr>
        <p:xfrm>
          <a:off x="1775520" y="1772816"/>
          <a:ext cx="97661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4790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7C46A-89FE-E3EA-5F9E-D2B79F15837A}"/>
              </a:ext>
            </a:extLst>
          </p:cNvPr>
          <p:cNvSpPr>
            <a:spLocks noGrp="1"/>
          </p:cNvSpPr>
          <p:nvPr>
            <p:ph type="title"/>
          </p:nvPr>
        </p:nvSpPr>
        <p:spPr/>
        <p:txBody>
          <a:bodyPr/>
          <a:lstStyle/>
          <a:p>
            <a:r>
              <a:rPr lang="en-US" b="1" dirty="0">
                <a:solidFill>
                  <a:schemeClr val="tx2">
                    <a:lumMod val="75000"/>
                    <a:lumOff val="25000"/>
                  </a:schemeClr>
                </a:solidFill>
              </a:rPr>
              <a:t>Recap</a:t>
            </a:r>
            <a:endParaRPr lang="en-MY" b="1" dirty="0">
              <a:solidFill>
                <a:schemeClr val="tx2">
                  <a:lumMod val="75000"/>
                  <a:lumOff val="25000"/>
                </a:schemeClr>
              </a:solidFill>
            </a:endParaRPr>
          </a:p>
        </p:txBody>
      </p:sp>
    </p:spTree>
    <p:extLst>
      <p:ext uri="{BB962C8B-B14F-4D97-AF65-F5344CB8AC3E}">
        <p14:creationId xmlns:p14="http://schemas.microsoft.com/office/powerpoint/2010/main" val="2717226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D66A5E6-B46D-BD94-A9B2-B3F2B840AEFD}"/>
              </a:ext>
            </a:extLst>
          </p:cNvPr>
          <p:cNvSpPr>
            <a:spLocks noGrp="1"/>
          </p:cNvSpPr>
          <p:nvPr>
            <p:ph type="title"/>
          </p:nvPr>
        </p:nvSpPr>
        <p:spPr/>
        <p:txBody>
          <a:bodyPr/>
          <a:lstStyle/>
          <a:p>
            <a:r>
              <a:rPr lang="en-MY" b="1" dirty="0">
                <a:solidFill>
                  <a:srgbClr val="215F9A"/>
                </a:solidFill>
              </a:rPr>
              <a:t>Enterprise Resource Planning (ERP)</a:t>
            </a:r>
          </a:p>
        </p:txBody>
      </p:sp>
      <p:sp>
        <p:nvSpPr>
          <p:cNvPr id="5" name="Content Placeholder 4">
            <a:extLst>
              <a:ext uri="{FF2B5EF4-FFF2-40B4-BE49-F238E27FC236}">
                <a16:creationId xmlns:a16="http://schemas.microsoft.com/office/drawing/2014/main" id="{9AECE07F-A1D9-27AC-98EC-9FCA12A3CD05}"/>
              </a:ext>
            </a:extLst>
          </p:cNvPr>
          <p:cNvSpPr>
            <a:spLocks noGrp="1"/>
          </p:cNvSpPr>
          <p:nvPr>
            <p:ph idx="1"/>
          </p:nvPr>
        </p:nvSpPr>
        <p:spPr>
          <a:xfrm>
            <a:off x="838200" y="1934113"/>
            <a:ext cx="9292525" cy="4351338"/>
          </a:xfrm>
        </p:spPr>
        <p:txBody>
          <a:bodyPr>
            <a:normAutofit fontScale="92500"/>
          </a:bodyPr>
          <a:lstStyle/>
          <a:p>
            <a:pPr algn="just"/>
            <a:r>
              <a:rPr lang="en-US" dirty="0"/>
              <a:t>Enterprise Resource Planning (ERP) programs are </a:t>
            </a:r>
            <a:r>
              <a:rPr lang="en-US" b="1" dirty="0">
                <a:solidFill>
                  <a:srgbClr val="C88B11"/>
                </a:solidFill>
              </a:rPr>
              <a:t>software</a:t>
            </a:r>
            <a:r>
              <a:rPr lang="en-US" b="1" dirty="0">
                <a:solidFill>
                  <a:srgbClr val="215F9A"/>
                </a:solidFill>
              </a:rPr>
              <a:t> used by companies to manage information in every area of the business</a:t>
            </a:r>
            <a:r>
              <a:rPr lang="en-US" dirty="0"/>
              <a:t>.​</a:t>
            </a:r>
          </a:p>
          <a:p>
            <a:pPr algn="just"/>
            <a:endParaRPr lang="en-US" dirty="0"/>
          </a:p>
          <a:p>
            <a:pPr algn="just"/>
            <a:r>
              <a:rPr lang="en-US" dirty="0"/>
              <a:t>ERP programs help </a:t>
            </a:r>
            <a:r>
              <a:rPr lang="en-US" b="1" dirty="0">
                <a:solidFill>
                  <a:srgbClr val="215F9A"/>
                </a:solidFill>
              </a:rPr>
              <a:t>manage company-wide business processes using a </a:t>
            </a:r>
            <a:r>
              <a:rPr lang="en-US" b="1" dirty="0">
                <a:solidFill>
                  <a:srgbClr val="C88B11"/>
                </a:solidFill>
              </a:rPr>
              <a:t>common database </a:t>
            </a:r>
            <a:r>
              <a:rPr lang="en-US" b="1" dirty="0">
                <a:solidFill>
                  <a:srgbClr val="215F9A"/>
                </a:solidFill>
              </a:rPr>
              <a:t>and </a:t>
            </a:r>
            <a:r>
              <a:rPr lang="en-US" b="1" dirty="0">
                <a:solidFill>
                  <a:srgbClr val="C88B11"/>
                </a:solidFill>
              </a:rPr>
              <a:t>shared management reporting tools</a:t>
            </a:r>
            <a:r>
              <a:rPr lang="en-US" dirty="0">
                <a:solidFill>
                  <a:srgbClr val="C88B11"/>
                </a:solidFill>
              </a:rPr>
              <a:t>.​</a:t>
            </a:r>
          </a:p>
          <a:p>
            <a:pPr algn="just"/>
            <a:endParaRPr lang="en-US" dirty="0"/>
          </a:p>
          <a:p>
            <a:pPr algn="just"/>
            <a:r>
              <a:rPr lang="en-US" dirty="0"/>
              <a:t>ERP software supports the efficient operation of business processes by </a:t>
            </a:r>
            <a:r>
              <a:rPr lang="en-US" b="1" dirty="0">
                <a:solidFill>
                  <a:srgbClr val="C88B11"/>
                </a:solidFill>
              </a:rPr>
              <a:t>integrating activities </a:t>
            </a:r>
            <a:r>
              <a:rPr lang="en-US" b="1" dirty="0">
                <a:solidFill>
                  <a:srgbClr val="215F9A"/>
                </a:solidFill>
              </a:rPr>
              <a:t>throughout a business</a:t>
            </a:r>
            <a:r>
              <a:rPr lang="en-US" dirty="0"/>
              <a:t>.</a:t>
            </a:r>
            <a:endParaRPr lang="en-MY" dirty="0"/>
          </a:p>
        </p:txBody>
      </p:sp>
      <p:pic>
        <p:nvPicPr>
          <p:cNvPr id="8" name="Picture 7">
            <a:extLst>
              <a:ext uri="{FF2B5EF4-FFF2-40B4-BE49-F238E27FC236}">
                <a16:creationId xmlns:a16="http://schemas.microsoft.com/office/drawing/2014/main" id="{4F0C88F4-58F2-361D-A72E-4BA9728F76DC}"/>
              </a:ext>
            </a:extLst>
          </p:cNvPr>
          <p:cNvPicPr>
            <a:picLocks noChangeAspect="1"/>
          </p:cNvPicPr>
          <p:nvPr/>
        </p:nvPicPr>
        <p:blipFill>
          <a:blip r:embed="rId3"/>
          <a:stretch>
            <a:fillRect/>
          </a:stretch>
        </p:blipFill>
        <p:spPr>
          <a:xfrm>
            <a:off x="10765994" y="2100119"/>
            <a:ext cx="900000" cy="900000"/>
          </a:xfrm>
          <a:prstGeom prst="rect">
            <a:avLst/>
          </a:prstGeom>
        </p:spPr>
      </p:pic>
      <p:pic>
        <p:nvPicPr>
          <p:cNvPr id="10" name="Picture 9">
            <a:extLst>
              <a:ext uri="{FF2B5EF4-FFF2-40B4-BE49-F238E27FC236}">
                <a16:creationId xmlns:a16="http://schemas.microsoft.com/office/drawing/2014/main" id="{AE2DF186-C85C-7376-CB90-0AD4BE9F6DEA}"/>
              </a:ext>
            </a:extLst>
          </p:cNvPr>
          <p:cNvPicPr>
            <a:picLocks noChangeAspect="1"/>
          </p:cNvPicPr>
          <p:nvPr/>
        </p:nvPicPr>
        <p:blipFill>
          <a:blip r:embed="rId4"/>
          <a:stretch>
            <a:fillRect/>
          </a:stretch>
        </p:blipFill>
        <p:spPr>
          <a:xfrm>
            <a:off x="10765994" y="3627848"/>
            <a:ext cx="914400" cy="914400"/>
          </a:xfrm>
          <a:prstGeom prst="rect">
            <a:avLst/>
          </a:prstGeom>
        </p:spPr>
      </p:pic>
      <p:pic>
        <p:nvPicPr>
          <p:cNvPr id="12" name="Picture 11">
            <a:extLst>
              <a:ext uri="{FF2B5EF4-FFF2-40B4-BE49-F238E27FC236}">
                <a16:creationId xmlns:a16="http://schemas.microsoft.com/office/drawing/2014/main" id="{367893B0-C8E1-BA9B-2BA8-21294BD68B3A}"/>
              </a:ext>
            </a:extLst>
          </p:cNvPr>
          <p:cNvPicPr>
            <a:picLocks noChangeAspect="1"/>
          </p:cNvPicPr>
          <p:nvPr/>
        </p:nvPicPr>
        <p:blipFill>
          <a:blip r:embed="rId5"/>
          <a:stretch>
            <a:fillRect/>
          </a:stretch>
        </p:blipFill>
        <p:spPr>
          <a:xfrm flipV="1">
            <a:off x="10765994" y="5169977"/>
            <a:ext cx="914400" cy="914400"/>
          </a:xfrm>
          <a:prstGeom prst="rect">
            <a:avLst/>
          </a:prstGeom>
        </p:spPr>
      </p:pic>
    </p:spTree>
    <p:extLst>
      <p:ext uri="{BB962C8B-B14F-4D97-AF65-F5344CB8AC3E}">
        <p14:creationId xmlns:p14="http://schemas.microsoft.com/office/powerpoint/2010/main" val="168343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C5C0F-F171-2F65-01FD-AE867E15D0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B3C08-ABFA-EF20-08F7-9A6E46932E9C}"/>
              </a:ext>
            </a:extLst>
          </p:cNvPr>
          <p:cNvSpPr>
            <a:spLocks noGrp="1"/>
          </p:cNvSpPr>
          <p:nvPr>
            <p:ph type="title"/>
          </p:nvPr>
        </p:nvSpPr>
        <p:spPr/>
        <p:txBody>
          <a:bodyPr/>
          <a:lstStyle/>
          <a:p>
            <a:r>
              <a:rPr lang="en-MY" b="1" dirty="0">
                <a:solidFill>
                  <a:schemeClr val="tx2">
                    <a:lumMod val="75000"/>
                    <a:lumOff val="25000"/>
                  </a:schemeClr>
                </a:solidFill>
              </a:rPr>
              <a:t>Business Function vs Business Process</a:t>
            </a:r>
            <a:endParaRPr lang="en-MY" dirty="0"/>
          </a:p>
        </p:txBody>
      </p:sp>
      <p:graphicFrame>
        <p:nvGraphicFramePr>
          <p:cNvPr id="8" name="Table 7">
            <a:extLst>
              <a:ext uri="{FF2B5EF4-FFF2-40B4-BE49-F238E27FC236}">
                <a16:creationId xmlns:a16="http://schemas.microsoft.com/office/drawing/2014/main" id="{77689441-587E-5494-ADED-2C3497A6FFD9}"/>
              </a:ext>
            </a:extLst>
          </p:cNvPr>
          <p:cNvGraphicFramePr>
            <a:graphicFrameLocks noGrp="1"/>
          </p:cNvGraphicFramePr>
          <p:nvPr/>
        </p:nvGraphicFramePr>
        <p:xfrm>
          <a:off x="838200" y="1690688"/>
          <a:ext cx="10706100" cy="4681536"/>
        </p:xfrm>
        <a:graphic>
          <a:graphicData uri="http://schemas.openxmlformats.org/drawingml/2006/table">
            <a:tbl>
              <a:tblPr>
                <a:tableStyleId>{00A15C55-8517-42AA-B614-E9B94910E393}</a:tableStyleId>
              </a:tblPr>
              <a:tblGrid>
                <a:gridCol w="2117884">
                  <a:extLst>
                    <a:ext uri="{9D8B030D-6E8A-4147-A177-3AD203B41FA5}">
                      <a16:colId xmlns:a16="http://schemas.microsoft.com/office/drawing/2014/main" val="2456476159"/>
                    </a:ext>
                  </a:extLst>
                </a:gridCol>
                <a:gridCol w="4294108">
                  <a:extLst>
                    <a:ext uri="{9D8B030D-6E8A-4147-A177-3AD203B41FA5}">
                      <a16:colId xmlns:a16="http://schemas.microsoft.com/office/drawing/2014/main" val="2733930625"/>
                    </a:ext>
                  </a:extLst>
                </a:gridCol>
                <a:gridCol w="4294108">
                  <a:extLst>
                    <a:ext uri="{9D8B030D-6E8A-4147-A177-3AD203B41FA5}">
                      <a16:colId xmlns:a16="http://schemas.microsoft.com/office/drawing/2014/main" val="3075874390"/>
                    </a:ext>
                  </a:extLst>
                </a:gridCol>
              </a:tblGrid>
              <a:tr h="720236">
                <a:tc>
                  <a:txBody>
                    <a:bodyPr/>
                    <a:lstStyle/>
                    <a:p>
                      <a:r>
                        <a:rPr lang="en-MY" sz="2400" b="1" dirty="0">
                          <a:solidFill>
                            <a:schemeClr val="tx2">
                              <a:lumMod val="75000"/>
                              <a:lumOff val="25000"/>
                            </a:schemeClr>
                          </a:solidFill>
                        </a:rPr>
                        <a:t>Aspect</a:t>
                      </a:r>
                    </a:p>
                  </a:txBody>
                  <a:tcPr anchor="ctr"/>
                </a:tc>
                <a:tc>
                  <a:txBody>
                    <a:bodyPr/>
                    <a:lstStyle/>
                    <a:p>
                      <a:r>
                        <a:rPr lang="en-MY" sz="2400" b="1" dirty="0">
                          <a:solidFill>
                            <a:schemeClr val="tx2">
                              <a:lumMod val="75000"/>
                              <a:lumOff val="25000"/>
                            </a:schemeClr>
                          </a:solidFill>
                        </a:rPr>
                        <a:t>Business Function</a:t>
                      </a:r>
                    </a:p>
                  </a:txBody>
                  <a:tcPr anchor="ctr"/>
                </a:tc>
                <a:tc>
                  <a:txBody>
                    <a:bodyPr/>
                    <a:lstStyle/>
                    <a:p>
                      <a:r>
                        <a:rPr lang="en-MY" sz="2400" b="1" dirty="0">
                          <a:solidFill>
                            <a:schemeClr val="tx2">
                              <a:lumMod val="75000"/>
                              <a:lumOff val="25000"/>
                            </a:schemeClr>
                          </a:solidFill>
                        </a:rPr>
                        <a:t>Business Process</a:t>
                      </a:r>
                    </a:p>
                  </a:txBody>
                  <a:tcPr anchor="ctr"/>
                </a:tc>
                <a:extLst>
                  <a:ext uri="{0D108BD9-81ED-4DB2-BD59-A6C34878D82A}">
                    <a16:rowId xmlns:a16="http://schemas.microsoft.com/office/drawing/2014/main" val="947077275"/>
                  </a:ext>
                </a:extLst>
              </a:tr>
              <a:tr h="720236">
                <a:tc>
                  <a:txBody>
                    <a:bodyPr/>
                    <a:lstStyle/>
                    <a:p>
                      <a:r>
                        <a:rPr lang="en-MY" sz="2400" b="1"/>
                        <a:t>Focus</a:t>
                      </a:r>
                      <a:endParaRPr lang="en-MY" sz="2400"/>
                    </a:p>
                  </a:txBody>
                  <a:tcPr anchor="ctr"/>
                </a:tc>
                <a:tc>
                  <a:txBody>
                    <a:bodyPr/>
                    <a:lstStyle/>
                    <a:p>
                      <a:r>
                        <a:rPr lang="en-MY" sz="2400"/>
                        <a:t>Department or role</a:t>
                      </a:r>
                    </a:p>
                  </a:txBody>
                  <a:tcPr anchor="ctr"/>
                </a:tc>
                <a:tc>
                  <a:txBody>
                    <a:bodyPr/>
                    <a:lstStyle/>
                    <a:p>
                      <a:r>
                        <a:rPr lang="en-MY" sz="2400"/>
                        <a:t>Workflow or activity flow</a:t>
                      </a:r>
                    </a:p>
                  </a:txBody>
                  <a:tcPr anchor="ctr"/>
                </a:tc>
                <a:extLst>
                  <a:ext uri="{0D108BD9-81ED-4DB2-BD59-A6C34878D82A}">
                    <a16:rowId xmlns:a16="http://schemas.microsoft.com/office/drawing/2014/main" val="1379838439"/>
                  </a:ext>
                </a:extLst>
              </a:tr>
              <a:tr h="1260414">
                <a:tc>
                  <a:txBody>
                    <a:bodyPr/>
                    <a:lstStyle/>
                    <a:p>
                      <a:r>
                        <a:rPr lang="en-MY" sz="2400" b="1"/>
                        <a:t>Boundaries</a:t>
                      </a:r>
                      <a:endParaRPr lang="en-MY" sz="2400"/>
                    </a:p>
                  </a:txBody>
                  <a:tcPr anchor="ctr"/>
                </a:tc>
                <a:tc>
                  <a:txBody>
                    <a:bodyPr/>
                    <a:lstStyle/>
                    <a:p>
                      <a:r>
                        <a:rPr lang="en-US" sz="2400" dirty="0"/>
                        <a:t>Usually stays within one department</a:t>
                      </a:r>
                    </a:p>
                  </a:txBody>
                  <a:tcPr anchor="ctr"/>
                </a:tc>
                <a:tc>
                  <a:txBody>
                    <a:bodyPr/>
                    <a:lstStyle/>
                    <a:p>
                      <a:r>
                        <a:rPr lang="en-MY" sz="2400"/>
                        <a:t>Often spans multiple departments</a:t>
                      </a:r>
                    </a:p>
                  </a:txBody>
                  <a:tcPr anchor="ctr"/>
                </a:tc>
                <a:extLst>
                  <a:ext uri="{0D108BD9-81ED-4DB2-BD59-A6C34878D82A}">
                    <a16:rowId xmlns:a16="http://schemas.microsoft.com/office/drawing/2014/main" val="4038271824"/>
                  </a:ext>
                </a:extLst>
              </a:tr>
              <a:tr h="720236">
                <a:tc>
                  <a:txBody>
                    <a:bodyPr/>
                    <a:lstStyle/>
                    <a:p>
                      <a:r>
                        <a:rPr lang="en-MY" sz="2400" b="1"/>
                        <a:t>Goal</a:t>
                      </a:r>
                      <a:endParaRPr lang="en-MY" sz="2400"/>
                    </a:p>
                  </a:txBody>
                  <a:tcPr anchor="ctr"/>
                </a:tc>
                <a:tc>
                  <a:txBody>
                    <a:bodyPr/>
                    <a:lstStyle/>
                    <a:p>
                      <a:r>
                        <a:rPr lang="en-MY" sz="2400"/>
                        <a:t>Performs specialized tasks</a:t>
                      </a:r>
                    </a:p>
                  </a:txBody>
                  <a:tcPr anchor="ctr"/>
                </a:tc>
                <a:tc>
                  <a:txBody>
                    <a:bodyPr/>
                    <a:lstStyle/>
                    <a:p>
                      <a:r>
                        <a:rPr lang="en-MY" sz="2400"/>
                        <a:t>Achieves a business outcome</a:t>
                      </a:r>
                    </a:p>
                  </a:txBody>
                  <a:tcPr anchor="ctr"/>
                </a:tc>
                <a:extLst>
                  <a:ext uri="{0D108BD9-81ED-4DB2-BD59-A6C34878D82A}">
                    <a16:rowId xmlns:a16="http://schemas.microsoft.com/office/drawing/2014/main" val="3408319975"/>
                  </a:ext>
                </a:extLst>
              </a:tr>
              <a:tr h="1260414">
                <a:tc>
                  <a:txBody>
                    <a:bodyPr/>
                    <a:lstStyle/>
                    <a:p>
                      <a:r>
                        <a:rPr lang="en-MY" sz="2400" b="1"/>
                        <a:t>Example</a:t>
                      </a:r>
                      <a:endParaRPr lang="en-MY" sz="2400"/>
                    </a:p>
                  </a:txBody>
                  <a:tcPr anchor="ctr"/>
                </a:tc>
                <a:tc>
                  <a:txBody>
                    <a:bodyPr/>
                    <a:lstStyle/>
                    <a:p>
                      <a:r>
                        <a:rPr lang="en-US" sz="2400"/>
                        <a:t>HR department managing employee records</a:t>
                      </a:r>
                    </a:p>
                  </a:txBody>
                  <a:tcPr anchor="ctr"/>
                </a:tc>
                <a:tc>
                  <a:txBody>
                    <a:bodyPr/>
                    <a:lstStyle/>
                    <a:p>
                      <a:r>
                        <a:rPr lang="en-US" sz="2400" dirty="0"/>
                        <a:t>Onboarding a new employee (HR + IT + Payroll)</a:t>
                      </a:r>
                    </a:p>
                  </a:txBody>
                  <a:tcPr anchor="ctr"/>
                </a:tc>
                <a:extLst>
                  <a:ext uri="{0D108BD9-81ED-4DB2-BD59-A6C34878D82A}">
                    <a16:rowId xmlns:a16="http://schemas.microsoft.com/office/drawing/2014/main" val="1967352799"/>
                  </a:ext>
                </a:extLst>
              </a:tr>
            </a:tbl>
          </a:graphicData>
        </a:graphic>
      </p:graphicFrame>
    </p:spTree>
    <p:extLst>
      <p:ext uri="{BB962C8B-B14F-4D97-AF65-F5344CB8AC3E}">
        <p14:creationId xmlns:p14="http://schemas.microsoft.com/office/powerpoint/2010/main" val="3371399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99211-2B4B-B9C9-DD30-A569BA22C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F31E23-6FB4-FBB2-6D78-10AA216B2D8A}"/>
              </a:ext>
            </a:extLst>
          </p:cNvPr>
          <p:cNvSpPr>
            <a:spLocks noGrp="1"/>
          </p:cNvSpPr>
          <p:nvPr>
            <p:ph type="title"/>
          </p:nvPr>
        </p:nvSpPr>
        <p:spPr/>
        <p:txBody>
          <a:bodyPr/>
          <a:lstStyle/>
          <a:p>
            <a:pPr lvl="0"/>
            <a:r>
              <a:rPr lang="en-MY" b="1" dirty="0">
                <a:solidFill>
                  <a:schemeClr val="tx2">
                    <a:lumMod val="75000"/>
                    <a:lumOff val="25000"/>
                  </a:schemeClr>
                </a:solidFill>
              </a:rPr>
              <a:t>ERP Implementation</a:t>
            </a:r>
          </a:p>
        </p:txBody>
      </p:sp>
    </p:spTree>
    <p:extLst>
      <p:ext uri="{BB962C8B-B14F-4D97-AF65-F5344CB8AC3E}">
        <p14:creationId xmlns:p14="http://schemas.microsoft.com/office/powerpoint/2010/main" val="1211516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8A3A6-B34B-894D-0B5E-426C6C563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150E3-D8DA-4D02-2A7C-FF5A581F306E}"/>
              </a:ext>
            </a:extLst>
          </p:cNvPr>
          <p:cNvSpPr>
            <a:spLocks noGrp="1"/>
          </p:cNvSpPr>
          <p:nvPr>
            <p:ph type="title"/>
          </p:nvPr>
        </p:nvSpPr>
        <p:spPr>
          <a:xfrm>
            <a:off x="838200" y="365125"/>
            <a:ext cx="10515600" cy="1325563"/>
          </a:xfrm>
        </p:spPr>
        <p:txBody>
          <a:bodyPr anchor="ctr">
            <a:normAutofit/>
          </a:bodyPr>
          <a:lstStyle/>
          <a:p>
            <a:r>
              <a:rPr lang="en-US" b="1" dirty="0">
                <a:solidFill>
                  <a:schemeClr val="tx2">
                    <a:lumMod val="75000"/>
                    <a:lumOff val="25000"/>
                  </a:schemeClr>
                </a:solidFill>
              </a:rPr>
              <a:t>What is ERP Implementation?</a:t>
            </a:r>
            <a:br>
              <a:rPr lang="en-US" b="1" dirty="0">
                <a:solidFill>
                  <a:schemeClr val="tx2">
                    <a:lumMod val="75000"/>
                    <a:lumOff val="25000"/>
                  </a:schemeClr>
                </a:solidFill>
              </a:rPr>
            </a:br>
            <a:endParaRPr lang="en-MY" b="1" dirty="0">
              <a:solidFill>
                <a:schemeClr val="tx2">
                  <a:lumMod val="75000"/>
                  <a:lumOff val="25000"/>
                </a:schemeClr>
              </a:solidFill>
            </a:endParaRPr>
          </a:p>
        </p:txBody>
      </p:sp>
      <p:pic>
        <p:nvPicPr>
          <p:cNvPr id="3" name="Picture 2">
            <a:extLst>
              <a:ext uri="{FF2B5EF4-FFF2-40B4-BE49-F238E27FC236}">
                <a16:creationId xmlns:a16="http://schemas.microsoft.com/office/drawing/2014/main" id="{36E3868F-5465-1E92-C410-971A323EF3A5}"/>
              </a:ext>
            </a:extLst>
          </p:cNvPr>
          <p:cNvPicPr>
            <a:picLocks noChangeAspect="1"/>
          </p:cNvPicPr>
          <p:nvPr/>
        </p:nvPicPr>
        <p:blipFill>
          <a:blip r:embed="rId3"/>
          <a:stretch>
            <a:fillRect/>
          </a:stretch>
        </p:blipFill>
        <p:spPr>
          <a:xfrm>
            <a:off x="722085" y="1825624"/>
            <a:ext cx="5181600" cy="3472089"/>
          </a:xfrm>
          <a:prstGeom prst="rect">
            <a:avLst/>
          </a:prstGeom>
          <a:noFill/>
        </p:spPr>
      </p:pic>
      <p:sp>
        <p:nvSpPr>
          <p:cNvPr id="5" name="Content Placeholder 4">
            <a:extLst>
              <a:ext uri="{FF2B5EF4-FFF2-40B4-BE49-F238E27FC236}">
                <a16:creationId xmlns:a16="http://schemas.microsoft.com/office/drawing/2014/main" id="{393D3BF7-1CEC-EB19-C3C7-BD95CFA98F76}"/>
              </a:ext>
            </a:extLst>
          </p:cNvPr>
          <p:cNvSpPr>
            <a:spLocks noGrp="1"/>
          </p:cNvSpPr>
          <p:nvPr>
            <p:ph sz="half" idx="2"/>
          </p:nvPr>
        </p:nvSpPr>
        <p:spPr>
          <a:xfrm>
            <a:off x="6172199" y="1825625"/>
            <a:ext cx="5787571" cy="4351338"/>
          </a:xfrm>
        </p:spPr>
        <p:txBody>
          <a:bodyPr>
            <a:normAutofit/>
          </a:bodyPr>
          <a:lstStyle/>
          <a:p>
            <a:pPr algn="just"/>
            <a:r>
              <a:rPr lang="en-US" dirty="0"/>
              <a:t>ERP implementation is the process of planning, configuring, and deploying an Enterprise Resource Planning (ERP) system to integrate core business processes such as finance, human resources, procurement, inventory, and production into a unified software platform.</a:t>
            </a:r>
            <a:endParaRPr lang="en-MY" dirty="0"/>
          </a:p>
        </p:txBody>
      </p:sp>
    </p:spTree>
    <p:extLst>
      <p:ext uri="{BB962C8B-B14F-4D97-AF65-F5344CB8AC3E}">
        <p14:creationId xmlns:p14="http://schemas.microsoft.com/office/powerpoint/2010/main" val="1971314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3C7-5C0D-E848-FF83-C1252DD1F7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ACDDD7-1285-249B-6A41-2A5E795FA911}"/>
              </a:ext>
            </a:extLst>
          </p:cNvPr>
          <p:cNvSpPr>
            <a:spLocks noGrp="1"/>
          </p:cNvSpPr>
          <p:nvPr>
            <p:ph type="title"/>
          </p:nvPr>
        </p:nvSpPr>
        <p:spPr>
          <a:xfrm>
            <a:off x="838200" y="365125"/>
            <a:ext cx="10515600" cy="1325563"/>
          </a:xfrm>
        </p:spPr>
        <p:txBody>
          <a:bodyPr anchor="ctr">
            <a:normAutofit/>
          </a:bodyPr>
          <a:lstStyle/>
          <a:p>
            <a:r>
              <a:rPr lang="en-US" b="1"/>
              <a:t>What is ERP Implementation Process?</a:t>
            </a:r>
            <a:br>
              <a:rPr lang="en-US" b="1"/>
            </a:br>
            <a:endParaRPr lang="en-MY" b="1"/>
          </a:p>
        </p:txBody>
      </p:sp>
      <p:pic>
        <p:nvPicPr>
          <p:cNvPr id="8" name="Picture 7">
            <a:extLst>
              <a:ext uri="{FF2B5EF4-FFF2-40B4-BE49-F238E27FC236}">
                <a16:creationId xmlns:a16="http://schemas.microsoft.com/office/drawing/2014/main" id="{07A9AD88-8865-5032-795E-18DE2411495B}"/>
              </a:ext>
            </a:extLst>
          </p:cNvPr>
          <p:cNvPicPr>
            <a:picLocks noChangeAspect="1"/>
          </p:cNvPicPr>
          <p:nvPr/>
        </p:nvPicPr>
        <p:blipFill>
          <a:blip r:embed="rId3"/>
          <a:stretch>
            <a:fillRect/>
          </a:stretch>
        </p:blipFill>
        <p:spPr>
          <a:xfrm>
            <a:off x="838200" y="1056926"/>
            <a:ext cx="9844314" cy="5120037"/>
          </a:xfrm>
          <a:prstGeom prst="rect">
            <a:avLst/>
          </a:prstGeom>
          <a:noFill/>
        </p:spPr>
      </p:pic>
    </p:spTree>
    <p:extLst>
      <p:ext uri="{BB962C8B-B14F-4D97-AF65-F5344CB8AC3E}">
        <p14:creationId xmlns:p14="http://schemas.microsoft.com/office/powerpoint/2010/main" val="1765399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1A6F6-751F-F7D1-4090-A84F6AEA60AB}"/>
              </a:ext>
            </a:extLst>
          </p:cNvPr>
          <p:cNvSpPr>
            <a:spLocks noGrp="1"/>
          </p:cNvSpPr>
          <p:nvPr>
            <p:ph type="title"/>
          </p:nvPr>
        </p:nvSpPr>
        <p:spPr/>
        <p:txBody>
          <a:bodyPr/>
          <a:lstStyle/>
          <a:p>
            <a:r>
              <a:rPr lang="en-US" b="1" dirty="0">
                <a:solidFill>
                  <a:schemeClr val="tx2">
                    <a:lumMod val="75000"/>
                    <a:lumOff val="25000"/>
                  </a:schemeClr>
                </a:solidFill>
              </a:rPr>
              <a:t>ERP Implementation</a:t>
            </a:r>
            <a:endParaRPr lang="en-MY" dirty="0"/>
          </a:p>
        </p:txBody>
      </p:sp>
      <p:sp>
        <p:nvSpPr>
          <p:cNvPr id="3" name="Content Placeholder 2">
            <a:extLst>
              <a:ext uri="{FF2B5EF4-FFF2-40B4-BE49-F238E27FC236}">
                <a16:creationId xmlns:a16="http://schemas.microsoft.com/office/drawing/2014/main" id="{1E73BBF2-7CCE-5701-CA4D-1A73AD81E90C}"/>
              </a:ext>
            </a:extLst>
          </p:cNvPr>
          <p:cNvSpPr>
            <a:spLocks noGrp="1"/>
          </p:cNvSpPr>
          <p:nvPr>
            <p:ph idx="1"/>
          </p:nvPr>
        </p:nvSpPr>
        <p:spPr>
          <a:xfrm>
            <a:off x="838200" y="1825625"/>
            <a:ext cx="7391400" cy="4351338"/>
          </a:xfrm>
        </p:spPr>
        <p:txBody>
          <a:bodyPr/>
          <a:lstStyle/>
          <a:p>
            <a:r>
              <a:rPr lang="en-MY" b="1" dirty="0">
                <a:solidFill>
                  <a:schemeClr val="tx2">
                    <a:lumMod val="75000"/>
                    <a:lumOff val="25000"/>
                  </a:schemeClr>
                </a:solidFill>
              </a:rPr>
              <a:t>STEP 1  : </a:t>
            </a:r>
            <a:r>
              <a:rPr lang="en-US" b="1" dirty="0">
                <a:solidFill>
                  <a:schemeClr val="tx2">
                    <a:lumMod val="75000"/>
                    <a:lumOff val="25000"/>
                  </a:schemeClr>
                </a:solidFill>
              </a:rPr>
              <a:t>Planning &amp; Organization</a:t>
            </a:r>
          </a:p>
          <a:p>
            <a:r>
              <a:rPr lang="en-US" b="1" dirty="0">
                <a:solidFill>
                  <a:schemeClr val="tx2">
                    <a:lumMod val="75000"/>
                    <a:lumOff val="25000"/>
                  </a:schemeClr>
                </a:solidFill>
              </a:rPr>
              <a:t>Objective: </a:t>
            </a:r>
            <a:r>
              <a:rPr lang="en-US" dirty="0"/>
              <a:t>Set goals, form a project team, and prepare a strategy.</a:t>
            </a:r>
          </a:p>
          <a:p>
            <a:r>
              <a:rPr lang="en-US" b="1" dirty="0">
                <a:solidFill>
                  <a:schemeClr val="tx2">
                    <a:lumMod val="75000"/>
                    <a:lumOff val="25000"/>
                  </a:schemeClr>
                </a:solidFill>
              </a:rPr>
              <a:t>Sub-steps:</a:t>
            </a:r>
          </a:p>
          <a:p>
            <a:pPr marL="971550" lvl="1" indent="-514350">
              <a:buFont typeface="+mj-lt"/>
              <a:buAutoNum type="arabicPeriod"/>
            </a:pPr>
            <a:r>
              <a:rPr lang="en-US" dirty="0"/>
              <a:t>Identify business problems and needs</a:t>
            </a:r>
          </a:p>
          <a:p>
            <a:pPr marL="971550" lvl="1" indent="-514350">
              <a:buFont typeface="+mj-lt"/>
              <a:buAutoNum type="arabicPeriod"/>
            </a:pPr>
            <a:r>
              <a:rPr lang="en-US" dirty="0"/>
              <a:t>Define project scope and timeline</a:t>
            </a:r>
          </a:p>
          <a:p>
            <a:pPr marL="971550" lvl="1" indent="-514350">
              <a:buFont typeface="+mj-lt"/>
              <a:buAutoNum type="arabicPeriod"/>
            </a:pPr>
            <a:r>
              <a:rPr lang="en-US" dirty="0"/>
              <a:t>Assign roles (project manager, team leads)</a:t>
            </a:r>
          </a:p>
          <a:p>
            <a:r>
              <a:rPr lang="en-US" b="1" dirty="0">
                <a:solidFill>
                  <a:schemeClr val="tx2">
                    <a:lumMod val="75000"/>
                    <a:lumOff val="25000"/>
                  </a:schemeClr>
                </a:solidFill>
              </a:rPr>
              <a:t>Outcome: </a:t>
            </a:r>
            <a:r>
              <a:rPr lang="en-US" dirty="0"/>
              <a:t>A clear ERP implementation plan with defined responsibilities and timeline.</a:t>
            </a:r>
            <a:endParaRPr lang="en-MY" dirty="0"/>
          </a:p>
        </p:txBody>
      </p:sp>
      <p:pic>
        <p:nvPicPr>
          <p:cNvPr id="5" name="Picture 4">
            <a:extLst>
              <a:ext uri="{FF2B5EF4-FFF2-40B4-BE49-F238E27FC236}">
                <a16:creationId xmlns:a16="http://schemas.microsoft.com/office/drawing/2014/main" id="{9D49A7CD-2CA0-028D-90AA-C630B9CE1075}"/>
              </a:ext>
            </a:extLst>
          </p:cNvPr>
          <p:cNvPicPr>
            <a:picLocks noChangeAspect="1"/>
          </p:cNvPicPr>
          <p:nvPr/>
        </p:nvPicPr>
        <p:blipFill>
          <a:blip r:embed="rId2"/>
          <a:stretch>
            <a:fillRect/>
          </a:stretch>
        </p:blipFill>
        <p:spPr>
          <a:xfrm>
            <a:off x="8903015" y="2086882"/>
            <a:ext cx="2664869" cy="3208192"/>
          </a:xfrm>
          <a:prstGeom prst="rect">
            <a:avLst/>
          </a:prstGeom>
        </p:spPr>
      </p:pic>
    </p:spTree>
    <p:extLst>
      <p:ext uri="{BB962C8B-B14F-4D97-AF65-F5344CB8AC3E}">
        <p14:creationId xmlns:p14="http://schemas.microsoft.com/office/powerpoint/2010/main" val="1917221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C9399-8BA6-E1D2-1940-89E3FE34FF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CED65F-9946-2F58-F9FA-2923BE9F7AAE}"/>
              </a:ext>
            </a:extLst>
          </p:cNvPr>
          <p:cNvSpPr>
            <a:spLocks noGrp="1"/>
          </p:cNvSpPr>
          <p:nvPr>
            <p:ph type="title"/>
          </p:nvPr>
        </p:nvSpPr>
        <p:spPr/>
        <p:txBody>
          <a:bodyPr/>
          <a:lstStyle/>
          <a:p>
            <a:r>
              <a:rPr lang="en-US" b="1" dirty="0">
                <a:solidFill>
                  <a:schemeClr val="tx2">
                    <a:lumMod val="75000"/>
                    <a:lumOff val="25000"/>
                  </a:schemeClr>
                </a:solidFill>
              </a:rPr>
              <a:t>ERP Implementation</a:t>
            </a:r>
            <a:endParaRPr lang="en-MY" dirty="0"/>
          </a:p>
        </p:txBody>
      </p:sp>
      <p:sp>
        <p:nvSpPr>
          <p:cNvPr id="3" name="Content Placeholder 2">
            <a:extLst>
              <a:ext uri="{FF2B5EF4-FFF2-40B4-BE49-F238E27FC236}">
                <a16:creationId xmlns:a16="http://schemas.microsoft.com/office/drawing/2014/main" id="{A447610B-AD44-99F5-14B0-C953C90842BD}"/>
              </a:ext>
            </a:extLst>
          </p:cNvPr>
          <p:cNvSpPr>
            <a:spLocks noGrp="1"/>
          </p:cNvSpPr>
          <p:nvPr>
            <p:ph idx="1"/>
          </p:nvPr>
        </p:nvSpPr>
        <p:spPr>
          <a:xfrm>
            <a:off x="838200" y="1825625"/>
            <a:ext cx="7391400" cy="4351338"/>
          </a:xfrm>
        </p:spPr>
        <p:txBody>
          <a:bodyPr>
            <a:normAutofit/>
          </a:bodyPr>
          <a:lstStyle/>
          <a:p>
            <a:pPr algn="just"/>
            <a:r>
              <a:rPr lang="en-MY" b="1" dirty="0">
                <a:solidFill>
                  <a:schemeClr val="tx2">
                    <a:lumMod val="75000"/>
                    <a:lumOff val="25000"/>
                  </a:schemeClr>
                </a:solidFill>
              </a:rPr>
              <a:t>STEP 2  : </a:t>
            </a:r>
            <a:r>
              <a:rPr lang="en-US" b="1" dirty="0">
                <a:solidFill>
                  <a:schemeClr val="tx2">
                    <a:lumMod val="75000"/>
                    <a:lumOff val="25000"/>
                  </a:schemeClr>
                </a:solidFill>
              </a:rPr>
              <a:t>System Selection</a:t>
            </a:r>
          </a:p>
          <a:p>
            <a:pPr algn="just"/>
            <a:r>
              <a:rPr lang="en-US" b="1" dirty="0">
                <a:solidFill>
                  <a:schemeClr val="tx2">
                    <a:lumMod val="75000"/>
                    <a:lumOff val="25000"/>
                  </a:schemeClr>
                </a:solidFill>
              </a:rPr>
              <a:t>Objective: </a:t>
            </a:r>
            <a:r>
              <a:rPr lang="en-US" b="1" dirty="0"/>
              <a:t>Choose the right ERP system that fits the company’s needs</a:t>
            </a:r>
            <a:r>
              <a:rPr lang="en-US" b="1" dirty="0">
                <a:solidFill>
                  <a:schemeClr val="tx2">
                    <a:lumMod val="75000"/>
                    <a:lumOff val="25000"/>
                  </a:schemeClr>
                </a:solidFill>
              </a:rPr>
              <a:t>.</a:t>
            </a:r>
          </a:p>
          <a:p>
            <a:pPr algn="just"/>
            <a:r>
              <a:rPr lang="en-US" b="1" dirty="0">
                <a:solidFill>
                  <a:schemeClr val="tx2">
                    <a:lumMod val="75000"/>
                    <a:lumOff val="25000"/>
                  </a:schemeClr>
                </a:solidFill>
              </a:rPr>
              <a:t>Sub-steps:</a:t>
            </a:r>
          </a:p>
          <a:p>
            <a:pPr marL="914400" lvl="1" indent="-457200" algn="just">
              <a:buFont typeface="+mj-lt"/>
              <a:buAutoNum type="arabicPeriod"/>
            </a:pPr>
            <a:r>
              <a:rPr lang="en-US" b="1" dirty="0"/>
              <a:t>List required features (finance, HR, inventory, etc.)</a:t>
            </a:r>
          </a:p>
          <a:p>
            <a:pPr marL="914400" lvl="1" indent="-457200" algn="just">
              <a:buFont typeface="+mj-lt"/>
              <a:buAutoNum type="arabicPeriod"/>
            </a:pPr>
            <a:r>
              <a:rPr lang="en-US" b="1" dirty="0"/>
              <a:t>Compare ERP vendors (SAP, Oracle, Odoo)</a:t>
            </a:r>
          </a:p>
          <a:p>
            <a:pPr marL="914400" lvl="1" indent="-457200" algn="just">
              <a:buFont typeface="+mj-lt"/>
              <a:buAutoNum type="arabicPeriod"/>
            </a:pPr>
            <a:r>
              <a:rPr lang="en-US" b="1" dirty="0"/>
              <a:t>Get feedback from departments</a:t>
            </a:r>
          </a:p>
          <a:p>
            <a:pPr algn="just"/>
            <a:r>
              <a:rPr lang="en-US" b="1" dirty="0">
                <a:solidFill>
                  <a:schemeClr val="tx2">
                    <a:lumMod val="75000"/>
                    <a:lumOff val="25000"/>
                  </a:schemeClr>
                </a:solidFill>
              </a:rPr>
              <a:t>Outcome: </a:t>
            </a:r>
            <a:r>
              <a:rPr lang="en-US" b="1" dirty="0"/>
              <a:t>ERP software selected that meets business requirements.</a:t>
            </a:r>
            <a:endParaRPr lang="en-MY" dirty="0"/>
          </a:p>
        </p:txBody>
      </p:sp>
      <p:pic>
        <p:nvPicPr>
          <p:cNvPr id="6" name="Picture 5">
            <a:extLst>
              <a:ext uri="{FF2B5EF4-FFF2-40B4-BE49-F238E27FC236}">
                <a16:creationId xmlns:a16="http://schemas.microsoft.com/office/drawing/2014/main" id="{6163C456-046A-327E-ED38-96434C240673}"/>
              </a:ext>
            </a:extLst>
          </p:cNvPr>
          <p:cNvPicPr>
            <a:picLocks noChangeAspect="1"/>
          </p:cNvPicPr>
          <p:nvPr/>
        </p:nvPicPr>
        <p:blipFill>
          <a:blip r:embed="rId2"/>
          <a:stretch>
            <a:fillRect/>
          </a:stretch>
        </p:blipFill>
        <p:spPr>
          <a:xfrm>
            <a:off x="8597971" y="2030920"/>
            <a:ext cx="2588808" cy="3760280"/>
          </a:xfrm>
          <a:prstGeom prst="rect">
            <a:avLst/>
          </a:prstGeom>
        </p:spPr>
      </p:pic>
    </p:spTree>
    <p:extLst>
      <p:ext uri="{BB962C8B-B14F-4D97-AF65-F5344CB8AC3E}">
        <p14:creationId xmlns:p14="http://schemas.microsoft.com/office/powerpoint/2010/main" val="887228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AA4E1-1BCF-E742-D94B-2251AB698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CEF7E-3385-4E8B-E0B4-4DF90867DFCD}"/>
              </a:ext>
            </a:extLst>
          </p:cNvPr>
          <p:cNvSpPr>
            <a:spLocks noGrp="1"/>
          </p:cNvSpPr>
          <p:nvPr>
            <p:ph type="title"/>
          </p:nvPr>
        </p:nvSpPr>
        <p:spPr/>
        <p:txBody>
          <a:bodyPr/>
          <a:lstStyle/>
          <a:p>
            <a:r>
              <a:rPr lang="en-US" b="1" dirty="0">
                <a:solidFill>
                  <a:schemeClr val="tx2">
                    <a:lumMod val="75000"/>
                    <a:lumOff val="25000"/>
                  </a:schemeClr>
                </a:solidFill>
              </a:rPr>
              <a:t>ERP Implementation</a:t>
            </a:r>
            <a:endParaRPr lang="en-MY" dirty="0"/>
          </a:p>
        </p:txBody>
      </p:sp>
      <p:sp>
        <p:nvSpPr>
          <p:cNvPr id="3" name="Content Placeholder 2">
            <a:extLst>
              <a:ext uri="{FF2B5EF4-FFF2-40B4-BE49-F238E27FC236}">
                <a16:creationId xmlns:a16="http://schemas.microsoft.com/office/drawing/2014/main" id="{C51F778D-D9B9-B1D5-F973-AFFE60653552}"/>
              </a:ext>
            </a:extLst>
          </p:cNvPr>
          <p:cNvSpPr>
            <a:spLocks noGrp="1"/>
          </p:cNvSpPr>
          <p:nvPr>
            <p:ph idx="1"/>
          </p:nvPr>
        </p:nvSpPr>
        <p:spPr>
          <a:xfrm>
            <a:off x="838200" y="1825625"/>
            <a:ext cx="7391400" cy="4351338"/>
          </a:xfrm>
        </p:spPr>
        <p:txBody>
          <a:bodyPr>
            <a:normAutofit/>
          </a:bodyPr>
          <a:lstStyle/>
          <a:p>
            <a:pPr algn="just"/>
            <a:r>
              <a:rPr lang="en-MY" b="1" dirty="0">
                <a:solidFill>
                  <a:schemeClr val="tx2">
                    <a:lumMod val="75000"/>
                    <a:lumOff val="25000"/>
                  </a:schemeClr>
                </a:solidFill>
              </a:rPr>
              <a:t>STEP 3  : </a:t>
            </a:r>
            <a:r>
              <a:rPr lang="en-US" b="1" dirty="0">
                <a:solidFill>
                  <a:schemeClr val="tx2">
                    <a:lumMod val="75000"/>
                    <a:lumOff val="25000"/>
                  </a:schemeClr>
                </a:solidFill>
              </a:rPr>
              <a:t>Installation</a:t>
            </a:r>
          </a:p>
          <a:p>
            <a:pPr algn="just"/>
            <a:r>
              <a:rPr lang="en-US" b="1" dirty="0">
                <a:solidFill>
                  <a:schemeClr val="tx2">
                    <a:lumMod val="75000"/>
                    <a:lumOff val="25000"/>
                  </a:schemeClr>
                </a:solidFill>
              </a:rPr>
              <a:t>Objective: </a:t>
            </a:r>
            <a:r>
              <a:rPr lang="en-US" b="1" dirty="0"/>
              <a:t>Set up the ERP software on servers or cloud.</a:t>
            </a:r>
          </a:p>
          <a:p>
            <a:pPr algn="just"/>
            <a:r>
              <a:rPr lang="en-US" b="1" dirty="0">
                <a:solidFill>
                  <a:schemeClr val="tx2">
                    <a:lumMod val="75000"/>
                    <a:lumOff val="25000"/>
                  </a:schemeClr>
                </a:solidFill>
              </a:rPr>
              <a:t>Sub-steps:</a:t>
            </a:r>
          </a:p>
          <a:p>
            <a:pPr marL="914400" lvl="1" indent="-457200" algn="just">
              <a:buFont typeface="+mj-lt"/>
              <a:buAutoNum type="arabicPeriod"/>
            </a:pPr>
            <a:r>
              <a:rPr lang="en-US" b="1" dirty="0"/>
              <a:t>Install ERP on company servers or subscribe to cloud ERP</a:t>
            </a:r>
          </a:p>
          <a:p>
            <a:pPr marL="914400" lvl="1" indent="-457200" algn="just">
              <a:buFont typeface="+mj-lt"/>
              <a:buAutoNum type="arabicPeriod"/>
            </a:pPr>
            <a:r>
              <a:rPr lang="en-US" b="1" dirty="0"/>
              <a:t>Set up user access and permissions</a:t>
            </a:r>
          </a:p>
          <a:p>
            <a:pPr algn="just"/>
            <a:r>
              <a:rPr lang="en-US" b="1" dirty="0">
                <a:solidFill>
                  <a:schemeClr val="tx2">
                    <a:lumMod val="75000"/>
                    <a:lumOff val="25000"/>
                  </a:schemeClr>
                </a:solidFill>
              </a:rPr>
              <a:t>Outcome: </a:t>
            </a:r>
            <a:r>
              <a:rPr lang="en-US" b="1" dirty="0"/>
              <a:t>ERP system is technically ready for configuration and use.</a:t>
            </a:r>
            <a:endParaRPr lang="en-MY" dirty="0"/>
          </a:p>
        </p:txBody>
      </p:sp>
      <p:pic>
        <p:nvPicPr>
          <p:cNvPr id="5" name="Picture 4">
            <a:extLst>
              <a:ext uri="{FF2B5EF4-FFF2-40B4-BE49-F238E27FC236}">
                <a16:creationId xmlns:a16="http://schemas.microsoft.com/office/drawing/2014/main" id="{A01FC198-2C12-D41B-B085-A4DC9A0D946C}"/>
              </a:ext>
            </a:extLst>
          </p:cNvPr>
          <p:cNvPicPr>
            <a:picLocks noChangeAspect="1"/>
          </p:cNvPicPr>
          <p:nvPr/>
        </p:nvPicPr>
        <p:blipFill>
          <a:blip r:embed="rId2"/>
          <a:stretch>
            <a:fillRect/>
          </a:stretch>
        </p:blipFill>
        <p:spPr>
          <a:xfrm>
            <a:off x="8944623" y="1825625"/>
            <a:ext cx="2637776" cy="3776889"/>
          </a:xfrm>
          <a:prstGeom prst="rect">
            <a:avLst/>
          </a:prstGeom>
        </p:spPr>
      </p:pic>
    </p:spTree>
    <p:extLst>
      <p:ext uri="{BB962C8B-B14F-4D97-AF65-F5344CB8AC3E}">
        <p14:creationId xmlns:p14="http://schemas.microsoft.com/office/powerpoint/2010/main" val="48685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D058B-452A-9069-95D9-3926D0F74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D722F-0BD9-BA87-9F98-A2163E139E1A}"/>
              </a:ext>
            </a:extLst>
          </p:cNvPr>
          <p:cNvSpPr>
            <a:spLocks noGrp="1"/>
          </p:cNvSpPr>
          <p:nvPr>
            <p:ph type="title"/>
          </p:nvPr>
        </p:nvSpPr>
        <p:spPr/>
        <p:txBody>
          <a:bodyPr/>
          <a:lstStyle/>
          <a:p>
            <a:r>
              <a:rPr lang="en-US" b="1" dirty="0">
                <a:solidFill>
                  <a:schemeClr val="tx2">
                    <a:lumMod val="75000"/>
                    <a:lumOff val="25000"/>
                  </a:schemeClr>
                </a:solidFill>
              </a:rPr>
              <a:t>ERP Implementation</a:t>
            </a:r>
            <a:endParaRPr lang="en-MY" dirty="0"/>
          </a:p>
        </p:txBody>
      </p:sp>
      <p:sp>
        <p:nvSpPr>
          <p:cNvPr id="3" name="Content Placeholder 2">
            <a:extLst>
              <a:ext uri="{FF2B5EF4-FFF2-40B4-BE49-F238E27FC236}">
                <a16:creationId xmlns:a16="http://schemas.microsoft.com/office/drawing/2014/main" id="{7737FAF9-A376-74DF-A44E-9BF3CD761572}"/>
              </a:ext>
            </a:extLst>
          </p:cNvPr>
          <p:cNvSpPr>
            <a:spLocks noGrp="1"/>
          </p:cNvSpPr>
          <p:nvPr>
            <p:ph idx="1"/>
          </p:nvPr>
        </p:nvSpPr>
        <p:spPr>
          <a:xfrm>
            <a:off x="838200" y="1825624"/>
            <a:ext cx="7681686" cy="4459057"/>
          </a:xfrm>
        </p:spPr>
        <p:txBody>
          <a:bodyPr>
            <a:normAutofit/>
          </a:bodyPr>
          <a:lstStyle/>
          <a:p>
            <a:pPr algn="just"/>
            <a:r>
              <a:rPr lang="en-MY" b="1" dirty="0">
                <a:solidFill>
                  <a:schemeClr val="tx2">
                    <a:lumMod val="75000"/>
                    <a:lumOff val="25000"/>
                  </a:schemeClr>
                </a:solidFill>
              </a:rPr>
              <a:t>STEP 4  : </a:t>
            </a:r>
            <a:r>
              <a:rPr lang="en-US" b="1" dirty="0">
                <a:solidFill>
                  <a:schemeClr val="tx2">
                    <a:lumMod val="75000"/>
                    <a:lumOff val="25000"/>
                  </a:schemeClr>
                </a:solidFill>
              </a:rPr>
              <a:t>Data Migration</a:t>
            </a:r>
          </a:p>
          <a:p>
            <a:pPr algn="just"/>
            <a:r>
              <a:rPr lang="en-US" b="1" dirty="0">
                <a:solidFill>
                  <a:schemeClr val="tx2">
                    <a:lumMod val="75000"/>
                    <a:lumOff val="25000"/>
                  </a:schemeClr>
                </a:solidFill>
              </a:rPr>
              <a:t>Objective: </a:t>
            </a:r>
            <a:r>
              <a:rPr lang="en-US" b="1" dirty="0"/>
              <a:t>Transfer existing business data (like customer lists, invoices) into the ERP system.</a:t>
            </a:r>
          </a:p>
          <a:p>
            <a:pPr algn="just"/>
            <a:r>
              <a:rPr lang="en-US" b="1" dirty="0">
                <a:solidFill>
                  <a:schemeClr val="tx2">
                    <a:lumMod val="75000"/>
                    <a:lumOff val="25000"/>
                  </a:schemeClr>
                </a:solidFill>
              </a:rPr>
              <a:t>Sub-steps:</a:t>
            </a:r>
          </a:p>
          <a:p>
            <a:pPr marL="914400" lvl="1" indent="-457200" algn="just">
              <a:buFont typeface="+mj-lt"/>
              <a:buAutoNum type="arabicPeriod"/>
            </a:pPr>
            <a:r>
              <a:rPr lang="en-US" b="1" dirty="0"/>
              <a:t>Clean old data (remove duplicates/errors)</a:t>
            </a:r>
          </a:p>
          <a:p>
            <a:pPr marL="914400" lvl="1" indent="-457200" algn="just">
              <a:buFont typeface="+mj-lt"/>
              <a:buAutoNum type="arabicPeriod"/>
            </a:pPr>
            <a:r>
              <a:rPr lang="en-US" b="1" dirty="0"/>
              <a:t>Map old data to new ERP fields</a:t>
            </a:r>
          </a:p>
          <a:p>
            <a:pPr marL="914400" lvl="1" indent="-457200" algn="just">
              <a:buFont typeface="+mj-lt"/>
              <a:buAutoNum type="arabicPeriod"/>
            </a:pPr>
            <a:r>
              <a:rPr lang="en-US" b="1" dirty="0"/>
              <a:t>Test the migrated data</a:t>
            </a:r>
          </a:p>
          <a:p>
            <a:pPr algn="just"/>
            <a:r>
              <a:rPr lang="en-US" b="1" dirty="0">
                <a:solidFill>
                  <a:schemeClr val="tx2">
                    <a:lumMod val="75000"/>
                    <a:lumOff val="25000"/>
                  </a:schemeClr>
                </a:solidFill>
              </a:rPr>
              <a:t>Outcome: </a:t>
            </a:r>
            <a:r>
              <a:rPr lang="en-US" b="1" dirty="0"/>
              <a:t>Accurate business data is loaded into the ERP system.</a:t>
            </a:r>
            <a:endParaRPr lang="en-MY" dirty="0"/>
          </a:p>
        </p:txBody>
      </p:sp>
      <p:pic>
        <p:nvPicPr>
          <p:cNvPr id="6" name="Picture 5">
            <a:extLst>
              <a:ext uri="{FF2B5EF4-FFF2-40B4-BE49-F238E27FC236}">
                <a16:creationId xmlns:a16="http://schemas.microsoft.com/office/drawing/2014/main" id="{F2D58859-89FA-7A6E-9EF0-EEC80A3BC577}"/>
              </a:ext>
            </a:extLst>
          </p:cNvPr>
          <p:cNvPicPr>
            <a:picLocks noChangeAspect="1"/>
          </p:cNvPicPr>
          <p:nvPr/>
        </p:nvPicPr>
        <p:blipFill>
          <a:blip r:embed="rId2"/>
          <a:stretch>
            <a:fillRect/>
          </a:stretch>
        </p:blipFill>
        <p:spPr>
          <a:xfrm>
            <a:off x="8766629" y="2055812"/>
            <a:ext cx="3007450" cy="3439371"/>
          </a:xfrm>
          <a:prstGeom prst="rect">
            <a:avLst/>
          </a:prstGeom>
        </p:spPr>
      </p:pic>
    </p:spTree>
    <p:extLst>
      <p:ext uri="{BB962C8B-B14F-4D97-AF65-F5344CB8AC3E}">
        <p14:creationId xmlns:p14="http://schemas.microsoft.com/office/powerpoint/2010/main" val="30063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D812B-9531-BEB4-C9CF-D9606574E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467C9-21F8-F230-2B59-1F3ED3897794}"/>
              </a:ext>
            </a:extLst>
          </p:cNvPr>
          <p:cNvSpPr>
            <a:spLocks noGrp="1"/>
          </p:cNvSpPr>
          <p:nvPr>
            <p:ph type="title"/>
          </p:nvPr>
        </p:nvSpPr>
        <p:spPr/>
        <p:txBody>
          <a:bodyPr/>
          <a:lstStyle/>
          <a:p>
            <a:r>
              <a:rPr lang="en-US" b="1" dirty="0">
                <a:solidFill>
                  <a:schemeClr val="tx2">
                    <a:lumMod val="75000"/>
                    <a:lumOff val="25000"/>
                  </a:schemeClr>
                </a:solidFill>
              </a:rPr>
              <a:t>ERP Implementation</a:t>
            </a:r>
            <a:endParaRPr lang="en-MY" dirty="0"/>
          </a:p>
        </p:txBody>
      </p:sp>
      <p:sp>
        <p:nvSpPr>
          <p:cNvPr id="3" name="Content Placeholder 2">
            <a:extLst>
              <a:ext uri="{FF2B5EF4-FFF2-40B4-BE49-F238E27FC236}">
                <a16:creationId xmlns:a16="http://schemas.microsoft.com/office/drawing/2014/main" id="{10D88367-5B40-4A2D-6C7E-E0FFF61698BB}"/>
              </a:ext>
            </a:extLst>
          </p:cNvPr>
          <p:cNvSpPr>
            <a:spLocks noGrp="1"/>
          </p:cNvSpPr>
          <p:nvPr>
            <p:ph idx="1"/>
          </p:nvPr>
        </p:nvSpPr>
        <p:spPr>
          <a:xfrm>
            <a:off x="838200" y="1825624"/>
            <a:ext cx="7681686" cy="4459057"/>
          </a:xfrm>
        </p:spPr>
        <p:txBody>
          <a:bodyPr>
            <a:normAutofit/>
          </a:bodyPr>
          <a:lstStyle/>
          <a:p>
            <a:pPr algn="just"/>
            <a:r>
              <a:rPr lang="en-MY" b="1" dirty="0">
                <a:solidFill>
                  <a:schemeClr val="tx2">
                    <a:lumMod val="75000"/>
                    <a:lumOff val="25000"/>
                  </a:schemeClr>
                </a:solidFill>
              </a:rPr>
              <a:t>STEP 5  : </a:t>
            </a:r>
            <a:r>
              <a:rPr lang="en-US" b="1" dirty="0">
                <a:solidFill>
                  <a:schemeClr val="tx2">
                    <a:lumMod val="75000"/>
                    <a:lumOff val="25000"/>
                  </a:schemeClr>
                </a:solidFill>
              </a:rPr>
              <a:t>Training</a:t>
            </a:r>
          </a:p>
          <a:p>
            <a:pPr algn="just"/>
            <a:r>
              <a:rPr lang="en-US" b="1" dirty="0">
                <a:solidFill>
                  <a:schemeClr val="tx2">
                    <a:lumMod val="75000"/>
                    <a:lumOff val="25000"/>
                  </a:schemeClr>
                </a:solidFill>
              </a:rPr>
              <a:t>Objective: </a:t>
            </a:r>
            <a:r>
              <a:rPr lang="en-US" b="1" dirty="0"/>
              <a:t>Teach users how to use the new ERP system.</a:t>
            </a:r>
          </a:p>
          <a:p>
            <a:pPr algn="just"/>
            <a:r>
              <a:rPr lang="en-US" b="1" dirty="0">
                <a:solidFill>
                  <a:schemeClr val="tx2">
                    <a:lumMod val="75000"/>
                    <a:lumOff val="25000"/>
                  </a:schemeClr>
                </a:solidFill>
              </a:rPr>
              <a:t>Sub-steps:</a:t>
            </a:r>
          </a:p>
          <a:p>
            <a:pPr marL="914400" lvl="1" indent="-457200" algn="just">
              <a:buFont typeface="+mj-lt"/>
              <a:buAutoNum type="arabicPeriod"/>
            </a:pPr>
            <a:r>
              <a:rPr lang="en-US" b="1" dirty="0"/>
              <a:t>Prepare training materials</a:t>
            </a:r>
          </a:p>
          <a:p>
            <a:pPr marL="914400" lvl="1" indent="-457200" algn="just">
              <a:buFont typeface="+mj-lt"/>
              <a:buAutoNum type="arabicPeriod"/>
            </a:pPr>
            <a:r>
              <a:rPr lang="en-US" b="1" dirty="0"/>
              <a:t>Conduct workshops or hands-on training</a:t>
            </a:r>
          </a:p>
          <a:p>
            <a:pPr marL="914400" lvl="1" indent="-457200" algn="just">
              <a:buFont typeface="+mj-lt"/>
              <a:buAutoNum type="arabicPeriod"/>
            </a:pPr>
            <a:r>
              <a:rPr lang="en-US" b="1" dirty="0"/>
              <a:t>Provide user manuals</a:t>
            </a:r>
          </a:p>
          <a:p>
            <a:pPr algn="just"/>
            <a:r>
              <a:rPr lang="en-US" b="1" dirty="0">
                <a:solidFill>
                  <a:schemeClr val="tx2">
                    <a:lumMod val="75000"/>
                    <a:lumOff val="25000"/>
                  </a:schemeClr>
                </a:solidFill>
              </a:rPr>
              <a:t>Outcome: </a:t>
            </a:r>
            <a:r>
              <a:rPr lang="en-US" b="1" dirty="0"/>
              <a:t>Staff are confident and capable of using the ERP system.</a:t>
            </a:r>
            <a:endParaRPr lang="en-MY" dirty="0"/>
          </a:p>
        </p:txBody>
      </p:sp>
      <p:pic>
        <p:nvPicPr>
          <p:cNvPr id="5" name="Picture 4">
            <a:extLst>
              <a:ext uri="{FF2B5EF4-FFF2-40B4-BE49-F238E27FC236}">
                <a16:creationId xmlns:a16="http://schemas.microsoft.com/office/drawing/2014/main" id="{C2F4EC74-4ABE-09BA-8B1E-F6AC21908F3A}"/>
              </a:ext>
            </a:extLst>
          </p:cNvPr>
          <p:cNvPicPr>
            <a:picLocks noChangeAspect="1"/>
          </p:cNvPicPr>
          <p:nvPr/>
        </p:nvPicPr>
        <p:blipFill>
          <a:blip r:embed="rId2"/>
          <a:stretch>
            <a:fillRect/>
          </a:stretch>
        </p:blipFill>
        <p:spPr>
          <a:xfrm>
            <a:off x="8766718" y="1825624"/>
            <a:ext cx="3245801" cy="3326947"/>
          </a:xfrm>
          <a:prstGeom prst="rect">
            <a:avLst/>
          </a:prstGeom>
        </p:spPr>
      </p:pic>
    </p:spTree>
    <p:extLst>
      <p:ext uri="{BB962C8B-B14F-4D97-AF65-F5344CB8AC3E}">
        <p14:creationId xmlns:p14="http://schemas.microsoft.com/office/powerpoint/2010/main" val="1838252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D0490-9A53-19F3-8D96-C3174AF33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17927-BA18-E9FB-03E6-7AAE85533B82}"/>
              </a:ext>
            </a:extLst>
          </p:cNvPr>
          <p:cNvSpPr>
            <a:spLocks noGrp="1"/>
          </p:cNvSpPr>
          <p:nvPr>
            <p:ph type="title"/>
          </p:nvPr>
        </p:nvSpPr>
        <p:spPr/>
        <p:txBody>
          <a:bodyPr/>
          <a:lstStyle/>
          <a:p>
            <a:r>
              <a:rPr lang="en-US" b="1" dirty="0">
                <a:solidFill>
                  <a:schemeClr val="tx2">
                    <a:lumMod val="75000"/>
                    <a:lumOff val="25000"/>
                  </a:schemeClr>
                </a:solidFill>
              </a:rPr>
              <a:t>ERP Implementation</a:t>
            </a:r>
            <a:endParaRPr lang="en-MY" dirty="0"/>
          </a:p>
        </p:txBody>
      </p:sp>
      <p:sp>
        <p:nvSpPr>
          <p:cNvPr id="3" name="Content Placeholder 2">
            <a:extLst>
              <a:ext uri="{FF2B5EF4-FFF2-40B4-BE49-F238E27FC236}">
                <a16:creationId xmlns:a16="http://schemas.microsoft.com/office/drawing/2014/main" id="{D3842AB7-B2E6-3FD6-BF59-92230A36821B}"/>
              </a:ext>
            </a:extLst>
          </p:cNvPr>
          <p:cNvSpPr>
            <a:spLocks noGrp="1"/>
          </p:cNvSpPr>
          <p:nvPr>
            <p:ph idx="1"/>
          </p:nvPr>
        </p:nvSpPr>
        <p:spPr>
          <a:xfrm>
            <a:off x="838200" y="1825624"/>
            <a:ext cx="7681686" cy="4459057"/>
          </a:xfrm>
        </p:spPr>
        <p:txBody>
          <a:bodyPr>
            <a:normAutofit/>
          </a:bodyPr>
          <a:lstStyle/>
          <a:p>
            <a:pPr algn="just"/>
            <a:r>
              <a:rPr lang="en-MY" b="1" dirty="0">
                <a:solidFill>
                  <a:schemeClr val="tx2">
                    <a:lumMod val="75000"/>
                    <a:lumOff val="25000"/>
                  </a:schemeClr>
                </a:solidFill>
              </a:rPr>
              <a:t>STEP 6  : </a:t>
            </a:r>
            <a:r>
              <a:rPr lang="en-US" b="1" dirty="0">
                <a:solidFill>
                  <a:schemeClr val="tx2">
                    <a:lumMod val="75000"/>
                    <a:lumOff val="25000"/>
                  </a:schemeClr>
                </a:solidFill>
              </a:rPr>
              <a:t>Testing &amp; Validation</a:t>
            </a:r>
          </a:p>
          <a:p>
            <a:pPr algn="just"/>
            <a:r>
              <a:rPr lang="en-US" b="1" dirty="0">
                <a:solidFill>
                  <a:schemeClr val="tx2">
                    <a:lumMod val="75000"/>
                    <a:lumOff val="25000"/>
                  </a:schemeClr>
                </a:solidFill>
              </a:rPr>
              <a:t>Objective: </a:t>
            </a:r>
            <a:r>
              <a:rPr lang="en-US" b="1" dirty="0"/>
              <a:t>Ensure the system works correctly before going live.</a:t>
            </a:r>
          </a:p>
          <a:p>
            <a:pPr algn="just"/>
            <a:r>
              <a:rPr lang="en-US" b="1" dirty="0">
                <a:solidFill>
                  <a:schemeClr val="tx2">
                    <a:lumMod val="75000"/>
                    <a:lumOff val="25000"/>
                  </a:schemeClr>
                </a:solidFill>
              </a:rPr>
              <a:t>Sub-steps:</a:t>
            </a:r>
          </a:p>
          <a:p>
            <a:pPr marL="914400" lvl="1" indent="-457200" algn="just">
              <a:buFont typeface="+mj-lt"/>
              <a:buAutoNum type="arabicPeriod"/>
            </a:pPr>
            <a:r>
              <a:rPr lang="en-US" b="1" dirty="0"/>
              <a:t>Run test scenarios (purchase order, salary processing)</a:t>
            </a:r>
          </a:p>
          <a:p>
            <a:pPr marL="914400" lvl="1" indent="-457200" algn="just">
              <a:buFont typeface="+mj-lt"/>
              <a:buAutoNum type="arabicPeriod"/>
            </a:pPr>
            <a:r>
              <a:rPr lang="en-US" b="1" dirty="0"/>
              <a:t>Identify bugs or errors</a:t>
            </a:r>
          </a:p>
          <a:p>
            <a:pPr marL="914400" lvl="1" indent="-457200" algn="just">
              <a:buFont typeface="+mj-lt"/>
              <a:buAutoNum type="arabicPeriod"/>
            </a:pPr>
            <a:r>
              <a:rPr lang="en-US" b="1" dirty="0"/>
              <a:t>Fix and re-test</a:t>
            </a:r>
          </a:p>
          <a:p>
            <a:pPr algn="just"/>
            <a:r>
              <a:rPr lang="en-US" b="1" dirty="0">
                <a:solidFill>
                  <a:schemeClr val="tx2">
                    <a:lumMod val="75000"/>
                    <a:lumOff val="25000"/>
                  </a:schemeClr>
                </a:solidFill>
              </a:rPr>
              <a:t>Outcome: </a:t>
            </a:r>
            <a:r>
              <a:rPr lang="en-US" b="1" dirty="0"/>
              <a:t>Verified and reliable ERP system ready for use.</a:t>
            </a:r>
            <a:endParaRPr lang="en-MY" dirty="0"/>
          </a:p>
        </p:txBody>
      </p:sp>
      <p:pic>
        <p:nvPicPr>
          <p:cNvPr id="6" name="Picture 5">
            <a:extLst>
              <a:ext uri="{FF2B5EF4-FFF2-40B4-BE49-F238E27FC236}">
                <a16:creationId xmlns:a16="http://schemas.microsoft.com/office/drawing/2014/main" id="{1077CB9B-3B7D-62BC-9A5A-813F1FEF341B}"/>
              </a:ext>
            </a:extLst>
          </p:cNvPr>
          <p:cNvPicPr>
            <a:picLocks noChangeAspect="1"/>
          </p:cNvPicPr>
          <p:nvPr/>
        </p:nvPicPr>
        <p:blipFill>
          <a:blip r:embed="rId2"/>
          <a:stretch>
            <a:fillRect/>
          </a:stretch>
        </p:blipFill>
        <p:spPr>
          <a:xfrm>
            <a:off x="8708571" y="1429048"/>
            <a:ext cx="3338638" cy="4133552"/>
          </a:xfrm>
          <a:prstGeom prst="rect">
            <a:avLst/>
          </a:prstGeom>
        </p:spPr>
      </p:pic>
    </p:spTree>
    <p:extLst>
      <p:ext uri="{BB962C8B-B14F-4D97-AF65-F5344CB8AC3E}">
        <p14:creationId xmlns:p14="http://schemas.microsoft.com/office/powerpoint/2010/main" val="440263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9E78D-5928-42C0-0BEB-AD475DEDA4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50024-FC50-525E-CEC4-CE0BE0845F02}"/>
              </a:ext>
            </a:extLst>
          </p:cNvPr>
          <p:cNvSpPr>
            <a:spLocks noGrp="1"/>
          </p:cNvSpPr>
          <p:nvPr>
            <p:ph type="title"/>
          </p:nvPr>
        </p:nvSpPr>
        <p:spPr/>
        <p:txBody>
          <a:bodyPr/>
          <a:lstStyle/>
          <a:p>
            <a:r>
              <a:rPr lang="en-US" b="1" dirty="0">
                <a:solidFill>
                  <a:schemeClr val="tx2">
                    <a:lumMod val="75000"/>
                    <a:lumOff val="25000"/>
                  </a:schemeClr>
                </a:solidFill>
              </a:rPr>
              <a:t>ERP Implementation</a:t>
            </a:r>
            <a:endParaRPr lang="en-MY" dirty="0"/>
          </a:p>
        </p:txBody>
      </p:sp>
      <p:sp>
        <p:nvSpPr>
          <p:cNvPr id="3" name="Content Placeholder 2">
            <a:extLst>
              <a:ext uri="{FF2B5EF4-FFF2-40B4-BE49-F238E27FC236}">
                <a16:creationId xmlns:a16="http://schemas.microsoft.com/office/drawing/2014/main" id="{773C83D6-D3E3-0705-3C2F-C70F18E829F2}"/>
              </a:ext>
            </a:extLst>
          </p:cNvPr>
          <p:cNvSpPr>
            <a:spLocks noGrp="1"/>
          </p:cNvSpPr>
          <p:nvPr>
            <p:ph idx="1"/>
          </p:nvPr>
        </p:nvSpPr>
        <p:spPr>
          <a:xfrm>
            <a:off x="344715" y="1394746"/>
            <a:ext cx="9815286" cy="4459057"/>
          </a:xfrm>
        </p:spPr>
        <p:txBody>
          <a:bodyPr>
            <a:noAutofit/>
          </a:bodyPr>
          <a:lstStyle/>
          <a:p>
            <a:pPr algn="just"/>
            <a:r>
              <a:rPr lang="en-MY" sz="2400" b="1" dirty="0">
                <a:solidFill>
                  <a:schemeClr val="tx2">
                    <a:lumMod val="75000"/>
                    <a:lumOff val="25000"/>
                  </a:schemeClr>
                </a:solidFill>
              </a:rPr>
              <a:t>STEP 7  : </a:t>
            </a:r>
            <a:r>
              <a:rPr lang="en-US" sz="2400" b="1" dirty="0">
                <a:solidFill>
                  <a:schemeClr val="tx2">
                    <a:lumMod val="75000"/>
                    <a:lumOff val="25000"/>
                  </a:schemeClr>
                </a:solidFill>
              </a:rPr>
              <a:t>Go Live</a:t>
            </a:r>
          </a:p>
          <a:p>
            <a:pPr algn="just"/>
            <a:r>
              <a:rPr lang="en-US" sz="2400" b="1" dirty="0">
                <a:solidFill>
                  <a:schemeClr val="tx2">
                    <a:lumMod val="75000"/>
                    <a:lumOff val="25000"/>
                  </a:schemeClr>
                </a:solidFill>
              </a:rPr>
              <a:t>Objective: </a:t>
            </a:r>
            <a:r>
              <a:rPr lang="en-US" sz="2400" b="1" dirty="0"/>
              <a:t>Launch the ERP system in the real business environment.</a:t>
            </a:r>
          </a:p>
          <a:p>
            <a:r>
              <a:rPr lang="en-US" sz="2400" b="1" dirty="0"/>
              <a:t>    </a:t>
            </a:r>
            <a:r>
              <a:rPr lang="en-US" sz="2000" dirty="0"/>
              <a:t>There are three main options.</a:t>
            </a:r>
          </a:p>
          <a:p>
            <a:pPr lvl="2"/>
            <a:r>
              <a:rPr lang="en-US" b="1" dirty="0">
                <a:solidFill>
                  <a:schemeClr val="tx2">
                    <a:lumMod val="75000"/>
                    <a:lumOff val="25000"/>
                  </a:schemeClr>
                </a:solidFill>
              </a:rPr>
              <a:t>Big Bang</a:t>
            </a:r>
            <a:r>
              <a:rPr lang="en-US" dirty="0"/>
              <a:t>: The new ERP system is activated and used exclusively going forward.</a:t>
            </a:r>
          </a:p>
          <a:p>
            <a:pPr lvl="2"/>
            <a:r>
              <a:rPr lang="en-US" b="1" dirty="0">
                <a:solidFill>
                  <a:schemeClr val="tx2">
                    <a:lumMod val="75000"/>
                    <a:lumOff val="25000"/>
                  </a:schemeClr>
                </a:solidFill>
              </a:rPr>
              <a:t>Phased: </a:t>
            </a:r>
            <a:r>
              <a:rPr lang="en-US" dirty="0"/>
              <a:t>The new ERP system is activated in phases to minimize disruptions in operations.</a:t>
            </a:r>
          </a:p>
          <a:p>
            <a:pPr lvl="2"/>
            <a:r>
              <a:rPr lang="en-US" b="1" dirty="0">
                <a:solidFill>
                  <a:schemeClr val="tx2">
                    <a:lumMod val="75000"/>
                    <a:lumOff val="25000"/>
                  </a:schemeClr>
                </a:solidFill>
              </a:rPr>
              <a:t>Parallel: </a:t>
            </a:r>
            <a:r>
              <a:rPr lang="en-US" dirty="0"/>
              <a:t>Both the legacy system and the new ERP system run at the same time.</a:t>
            </a:r>
          </a:p>
          <a:p>
            <a:pPr algn="just"/>
            <a:r>
              <a:rPr lang="en-US" sz="2400" b="1" dirty="0">
                <a:solidFill>
                  <a:schemeClr val="tx2">
                    <a:lumMod val="75000"/>
                    <a:lumOff val="25000"/>
                  </a:schemeClr>
                </a:solidFill>
              </a:rPr>
              <a:t>Sub-steps:</a:t>
            </a:r>
          </a:p>
          <a:p>
            <a:pPr marL="914400" lvl="1" indent="-457200" algn="just">
              <a:buFont typeface="+mj-lt"/>
              <a:buAutoNum type="arabicPeriod"/>
            </a:pPr>
            <a:r>
              <a:rPr lang="en-US" b="1" dirty="0"/>
              <a:t>Switch from old system to ERP</a:t>
            </a:r>
          </a:p>
          <a:p>
            <a:pPr marL="914400" lvl="1" indent="-457200" algn="just">
              <a:buFont typeface="+mj-lt"/>
              <a:buAutoNum type="arabicPeriod"/>
            </a:pPr>
            <a:r>
              <a:rPr lang="en-US" b="1" dirty="0"/>
              <a:t>Monitor real transactions</a:t>
            </a:r>
          </a:p>
          <a:p>
            <a:pPr marL="914400" lvl="1" indent="-457200" algn="just">
              <a:buFont typeface="+mj-lt"/>
              <a:buAutoNum type="arabicPeriod"/>
            </a:pPr>
            <a:r>
              <a:rPr lang="en-US" b="1" dirty="0"/>
              <a:t>Offer quick user support</a:t>
            </a:r>
          </a:p>
          <a:p>
            <a:pPr algn="just"/>
            <a:r>
              <a:rPr lang="en-US" sz="2400" b="1" dirty="0">
                <a:solidFill>
                  <a:schemeClr val="tx2">
                    <a:lumMod val="75000"/>
                    <a:lumOff val="25000"/>
                  </a:schemeClr>
                </a:solidFill>
              </a:rPr>
              <a:t>Outcome: </a:t>
            </a:r>
            <a:r>
              <a:rPr lang="en-US" sz="2400" b="1" dirty="0"/>
              <a:t>ERP system is now in active use.</a:t>
            </a:r>
            <a:endParaRPr lang="en-MY" sz="2400" dirty="0"/>
          </a:p>
        </p:txBody>
      </p:sp>
      <p:pic>
        <p:nvPicPr>
          <p:cNvPr id="7" name="Picture 6">
            <a:extLst>
              <a:ext uri="{FF2B5EF4-FFF2-40B4-BE49-F238E27FC236}">
                <a16:creationId xmlns:a16="http://schemas.microsoft.com/office/drawing/2014/main" id="{459A74FB-E5B5-D2F0-3EF4-A8470EC5118C}"/>
              </a:ext>
            </a:extLst>
          </p:cNvPr>
          <p:cNvPicPr>
            <a:picLocks noChangeAspect="1"/>
          </p:cNvPicPr>
          <p:nvPr/>
        </p:nvPicPr>
        <p:blipFill>
          <a:blip r:embed="rId2"/>
          <a:stretch>
            <a:fillRect/>
          </a:stretch>
        </p:blipFill>
        <p:spPr>
          <a:xfrm>
            <a:off x="10001958" y="1954303"/>
            <a:ext cx="2002382" cy="3198268"/>
          </a:xfrm>
          <a:prstGeom prst="rect">
            <a:avLst/>
          </a:prstGeom>
        </p:spPr>
      </p:pic>
    </p:spTree>
    <p:extLst>
      <p:ext uri="{BB962C8B-B14F-4D97-AF65-F5344CB8AC3E}">
        <p14:creationId xmlns:p14="http://schemas.microsoft.com/office/powerpoint/2010/main" val="1888654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DB481-DE91-630C-177C-00E6F923F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4BAAC-3F00-D529-9FB4-739697B045E9}"/>
              </a:ext>
            </a:extLst>
          </p:cNvPr>
          <p:cNvSpPr>
            <a:spLocks noGrp="1"/>
          </p:cNvSpPr>
          <p:nvPr>
            <p:ph type="title"/>
          </p:nvPr>
        </p:nvSpPr>
        <p:spPr/>
        <p:txBody>
          <a:bodyPr/>
          <a:lstStyle/>
          <a:p>
            <a:r>
              <a:rPr lang="en-US" b="1" dirty="0">
                <a:solidFill>
                  <a:schemeClr val="tx2">
                    <a:lumMod val="75000"/>
                    <a:lumOff val="25000"/>
                  </a:schemeClr>
                </a:solidFill>
              </a:rPr>
              <a:t>ERP Implementation</a:t>
            </a:r>
            <a:endParaRPr lang="en-MY" dirty="0"/>
          </a:p>
        </p:txBody>
      </p:sp>
      <p:sp>
        <p:nvSpPr>
          <p:cNvPr id="3" name="Content Placeholder 2">
            <a:extLst>
              <a:ext uri="{FF2B5EF4-FFF2-40B4-BE49-F238E27FC236}">
                <a16:creationId xmlns:a16="http://schemas.microsoft.com/office/drawing/2014/main" id="{3881E50B-6765-E7A0-4C31-6FF21DCC7CDA}"/>
              </a:ext>
            </a:extLst>
          </p:cNvPr>
          <p:cNvSpPr>
            <a:spLocks noGrp="1"/>
          </p:cNvSpPr>
          <p:nvPr>
            <p:ph idx="1"/>
          </p:nvPr>
        </p:nvSpPr>
        <p:spPr>
          <a:xfrm>
            <a:off x="838200" y="1825624"/>
            <a:ext cx="7681686" cy="4459057"/>
          </a:xfrm>
        </p:spPr>
        <p:txBody>
          <a:bodyPr>
            <a:normAutofit/>
          </a:bodyPr>
          <a:lstStyle/>
          <a:p>
            <a:pPr algn="just"/>
            <a:r>
              <a:rPr lang="en-MY" b="1" dirty="0">
                <a:solidFill>
                  <a:schemeClr val="tx2">
                    <a:lumMod val="75000"/>
                    <a:lumOff val="25000"/>
                  </a:schemeClr>
                </a:solidFill>
              </a:rPr>
              <a:t>STEP 8  : Ongoing Improvements &amp; Feedback</a:t>
            </a:r>
            <a:endParaRPr lang="en-US" b="1" dirty="0">
              <a:solidFill>
                <a:schemeClr val="tx2">
                  <a:lumMod val="75000"/>
                  <a:lumOff val="25000"/>
                </a:schemeClr>
              </a:solidFill>
            </a:endParaRPr>
          </a:p>
          <a:p>
            <a:pPr algn="just"/>
            <a:r>
              <a:rPr lang="en-US" b="1" dirty="0">
                <a:solidFill>
                  <a:schemeClr val="tx2">
                    <a:lumMod val="75000"/>
                    <a:lumOff val="25000"/>
                  </a:schemeClr>
                </a:solidFill>
              </a:rPr>
              <a:t>Objective: </a:t>
            </a:r>
            <a:r>
              <a:rPr lang="en-US" b="1" dirty="0"/>
              <a:t>Improve the system based on user experience.</a:t>
            </a:r>
          </a:p>
          <a:p>
            <a:pPr algn="just"/>
            <a:r>
              <a:rPr lang="en-US" b="1" dirty="0">
                <a:solidFill>
                  <a:schemeClr val="tx2">
                    <a:lumMod val="75000"/>
                    <a:lumOff val="25000"/>
                  </a:schemeClr>
                </a:solidFill>
              </a:rPr>
              <a:t>Sub-steps:</a:t>
            </a:r>
          </a:p>
          <a:p>
            <a:pPr marL="914400" lvl="1" indent="-457200" algn="just">
              <a:buFont typeface="+mj-lt"/>
              <a:buAutoNum type="arabicPeriod"/>
            </a:pPr>
            <a:r>
              <a:rPr lang="en-US" b="1" dirty="0"/>
              <a:t>Gather feedback from users</a:t>
            </a:r>
          </a:p>
          <a:p>
            <a:pPr marL="914400" lvl="1" indent="-457200" algn="just">
              <a:buFont typeface="+mj-lt"/>
              <a:buAutoNum type="arabicPeriod"/>
            </a:pPr>
            <a:r>
              <a:rPr lang="en-US" b="1" dirty="0"/>
              <a:t>Identify new requirements or issues</a:t>
            </a:r>
          </a:p>
          <a:p>
            <a:pPr marL="914400" lvl="1" indent="-457200" algn="just">
              <a:buFont typeface="+mj-lt"/>
              <a:buAutoNum type="arabicPeriod"/>
            </a:pPr>
            <a:r>
              <a:rPr lang="en-US" b="1" dirty="0"/>
              <a:t>Apply updates or enhancements</a:t>
            </a:r>
          </a:p>
          <a:p>
            <a:pPr algn="just"/>
            <a:r>
              <a:rPr lang="en-US" b="1" dirty="0">
                <a:solidFill>
                  <a:schemeClr val="tx2">
                    <a:lumMod val="75000"/>
                    <a:lumOff val="25000"/>
                  </a:schemeClr>
                </a:solidFill>
              </a:rPr>
              <a:t>Outcome: </a:t>
            </a:r>
            <a:r>
              <a:rPr lang="en-US" b="1" dirty="0"/>
              <a:t>ERP system becomes more efficient and aligned with changing business needs.</a:t>
            </a:r>
            <a:endParaRPr lang="en-MY" dirty="0"/>
          </a:p>
        </p:txBody>
      </p:sp>
      <p:pic>
        <p:nvPicPr>
          <p:cNvPr id="5" name="Picture 4">
            <a:extLst>
              <a:ext uri="{FF2B5EF4-FFF2-40B4-BE49-F238E27FC236}">
                <a16:creationId xmlns:a16="http://schemas.microsoft.com/office/drawing/2014/main" id="{77D62006-EB86-AAD2-897A-5FF1015CDB18}"/>
              </a:ext>
            </a:extLst>
          </p:cNvPr>
          <p:cNvPicPr>
            <a:picLocks noChangeAspect="1"/>
          </p:cNvPicPr>
          <p:nvPr/>
        </p:nvPicPr>
        <p:blipFill>
          <a:blip r:embed="rId2"/>
          <a:stretch>
            <a:fillRect/>
          </a:stretch>
        </p:blipFill>
        <p:spPr>
          <a:xfrm>
            <a:off x="9233041" y="1690687"/>
            <a:ext cx="2576672" cy="3563483"/>
          </a:xfrm>
          <a:prstGeom prst="rect">
            <a:avLst/>
          </a:prstGeom>
        </p:spPr>
      </p:pic>
    </p:spTree>
    <p:extLst>
      <p:ext uri="{BB962C8B-B14F-4D97-AF65-F5344CB8AC3E}">
        <p14:creationId xmlns:p14="http://schemas.microsoft.com/office/powerpoint/2010/main" val="4003768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048C4-48D0-E0B4-E87A-0BEC99F7AF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BD2A4B-36A7-F44D-13EE-C0CFD2D0B390}"/>
              </a:ext>
            </a:extLst>
          </p:cNvPr>
          <p:cNvSpPr>
            <a:spLocks noGrp="1"/>
          </p:cNvSpPr>
          <p:nvPr>
            <p:ph type="title"/>
          </p:nvPr>
        </p:nvSpPr>
        <p:spPr/>
        <p:txBody>
          <a:bodyPr/>
          <a:lstStyle/>
          <a:p>
            <a:r>
              <a:rPr lang="en-US" b="1" dirty="0">
                <a:solidFill>
                  <a:schemeClr val="tx2">
                    <a:lumMod val="75000"/>
                    <a:lumOff val="25000"/>
                  </a:schemeClr>
                </a:solidFill>
              </a:rPr>
              <a:t>ERP Success Factors</a:t>
            </a:r>
            <a:endParaRPr lang="en-MY" b="1" dirty="0">
              <a:solidFill>
                <a:schemeClr val="tx2">
                  <a:lumMod val="75000"/>
                  <a:lumOff val="25000"/>
                </a:schemeClr>
              </a:solidFill>
            </a:endParaRPr>
          </a:p>
        </p:txBody>
      </p:sp>
    </p:spTree>
    <p:extLst>
      <p:ext uri="{BB962C8B-B14F-4D97-AF65-F5344CB8AC3E}">
        <p14:creationId xmlns:p14="http://schemas.microsoft.com/office/powerpoint/2010/main" val="6143181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7717-4185-9C94-23DA-4316EE38F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B0234-5CC1-D931-D8C0-53AB08DFA150}"/>
              </a:ext>
            </a:extLst>
          </p:cNvPr>
          <p:cNvSpPr>
            <a:spLocks noGrp="1"/>
          </p:cNvSpPr>
          <p:nvPr>
            <p:ph type="title"/>
          </p:nvPr>
        </p:nvSpPr>
        <p:spPr>
          <a:xfrm>
            <a:off x="341244" y="225977"/>
            <a:ext cx="10515600" cy="1325563"/>
          </a:xfrm>
        </p:spPr>
        <p:txBody>
          <a:bodyPr/>
          <a:lstStyle/>
          <a:p>
            <a:r>
              <a:rPr lang="en-MY" b="1" dirty="0">
                <a:solidFill>
                  <a:schemeClr val="tx2">
                    <a:lumMod val="90000"/>
                    <a:lumOff val="10000"/>
                  </a:schemeClr>
                </a:solidFill>
              </a:rPr>
              <a:t>ERP Success Factors</a:t>
            </a:r>
          </a:p>
        </p:txBody>
      </p:sp>
      <p:graphicFrame>
        <p:nvGraphicFramePr>
          <p:cNvPr id="3" name="Diagram 2">
            <a:extLst>
              <a:ext uri="{FF2B5EF4-FFF2-40B4-BE49-F238E27FC236}">
                <a16:creationId xmlns:a16="http://schemas.microsoft.com/office/drawing/2014/main" id="{8F3F54C3-B542-4B1F-1EE0-BB4B84244A1B}"/>
              </a:ext>
            </a:extLst>
          </p:cNvPr>
          <p:cNvGraphicFramePr/>
          <p:nvPr>
            <p:extLst>
              <p:ext uri="{D42A27DB-BD31-4B8C-83A1-F6EECF244321}">
                <p14:modId xmlns:p14="http://schemas.microsoft.com/office/powerpoint/2010/main" val="1448319447"/>
              </p:ext>
            </p:extLst>
          </p:nvPr>
        </p:nvGraphicFramePr>
        <p:xfrm>
          <a:off x="827314" y="123975"/>
          <a:ext cx="10885715" cy="6508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47461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784E9-D252-AD70-A174-7D1569EDB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91389-7FA3-4D3B-F553-96C6E2A6D14B}"/>
              </a:ext>
            </a:extLst>
          </p:cNvPr>
          <p:cNvSpPr>
            <a:spLocks noGrp="1"/>
          </p:cNvSpPr>
          <p:nvPr>
            <p:ph type="title"/>
          </p:nvPr>
        </p:nvSpPr>
        <p:spPr>
          <a:xfrm>
            <a:off x="341244" y="225977"/>
            <a:ext cx="10515600" cy="1325563"/>
          </a:xfrm>
        </p:spPr>
        <p:txBody>
          <a:bodyPr/>
          <a:lstStyle/>
          <a:p>
            <a:r>
              <a:rPr lang="en-MY" b="1" dirty="0">
                <a:solidFill>
                  <a:schemeClr val="tx2">
                    <a:lumMod val="90000"/>
                    <a:lumOff val="10000"/>
                  </a:schemeClr>
                </a:solidFill>
              </a:rPr>
              <a:t>ERP Success Factors</a:t>
            </a:r>
          </a:p>
        </p:txBody>
      </p:sp>
      <p:graphicFrame>
        <p:nvGraphicFramePr>
          <p:cNvPr id="3" name="Diagram 2">
            <a:extLst>
              <a:ext uri="{FF2B5EF4-FFF2-40B4-BE49-F238E27FC236}">
                <a16:creationId xmlns:a16="http://schemas.microsoft.com/office/drawing/2014/main" id="{9CF5F8AE-3F08-54D0-1C4D-DD049F89F193}"/>
              </a:ext>
            </a:extLst>
          </p:cNvPr>
          <p:cNvGraphicFramePr/>
          <p:nvPr>
            <p:extLst>
              <p:ext uri="{D42A27DB-BD31-4B8C-83A1-F6EECF244321}">
                <p14:modId xmlns:p14="http://schemas.microsoft.com/office/powerpoint/2010/main" val="3595085538"/>
              </p:ext>
            </p:extLst>
          </p:nvPr>
        </p:nvGraphicFramePr>
        <p:xfrm>
          <a:off x="1016000" y="247952"/>
          <a:ext cx="10160000" cy="66100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82824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E3B98A-3001-F74F-D6B4-75E6ED1A9D5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551286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0B303-7976-A9FE-5405-4607FAC32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E4713-D504-1B3F-AA75-80E5010E474E}"/>
              </a:ext>
            </a:extLst>
          </p:cNvPr>
          <p:cNvSpPr>
            <a:spLocks noGrp="1"/>
          </p:cNvSpPr>
          <p:nvPr>
            <p:ph type="title"/>
          </p:nvPr>
        </p:nvSpPr>
        <p:spPr>
          <a:xfrm>
            <a:off x="341245" y="-112207"/>
            <a:ext cx="10515600" cy="1325563"/>
          </a:xfrm>
        </p:spPr>
        <p:txBody>
          <a:bodyPr/>
          <a:lstStyle/>
          <a:p>
            <a:r>
              <a:rPr lang="en-MY" b="1" dirty="0">
                <a:solidFill>
                  <a:schemeClr val="tx2">
                    <a:lumMod val="90000"/>
                    <a:lumOff val="10000"/>
                  </a:schemeClr>
                </a:solidFill>
              </a:rPr>
              <a:t>ERP Implementation KPIs</a:t>
            </a:r>
          </a:p>
        </p:txBody>
      </p:sp>
      <p:graphicFrame>
        <p:nvGraphicFramePr>
          <p:cNvPr id="3" name="Diagram 2">
            <a:extLst>
              <a:ext uri="{FF2B5EF4-FFF2-40B4-BE49-F238E27FC236}">
                <a16:creationId xmlns:a16="http://schemas.microsoft.com/office/drawing/2014/main" id="{70656224-845E-7F34-CE41-64BDEB8346A3}"/>
              </a:ext>
            </a:extLst>
          </p:cNvPr>
          <p:cNvGraphicFramePr/>
          <p:nvPr>
            <p:extLst>
              <p:ext uri="{D42A27DB-BD31-4B8C-83A1-F6EECF244321}">
                <p14:modId xmlns:p14="http://schemas.microsoft.com/office/powerpoint/2010/main" val="2409950899"/>
              </p:ext>
            </p:extLst>
          </p:nvPr>
        </p:nvGraphicFramePr>
        <p:xfrm>
          <a:off x="943428" y="1213356"/>
          <a:ext cx="1090732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86014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96773-4876-010C-9B28-70E07BB1F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41801-0558-246A-3F10-C77AE7ABDDD0}"/>
              </a:ext>
            </a:extLst>
          </p:cNvPr>
          <p:cNvSpPr>
            <a:spLocks noGrp="1"/>
          </p:cNvSpPr>
          <p:nvPr>
            <p:ph type="title"/>
          </p:nvPr>
        </p:nvSpPr>
        <p:spPr>
          <a:xfrm>
            <a:off x="341245" y="-112207"/>
            <a:ext cx="10515600" cy="1325563"/>
          </a:xfrm>
        </p:spPr>
        <p:txBody>
          <a:bodyPr/>
          <a:lstStyle/>
          <a:p>
            <a:r>
              <a:rPr lang="en-MY" b="1" dirty="0">
                <a:solidFill>
                  <a:schemeClr val="tx2">
                    <a:lumMod val="90000"/>
                    <a:lumOff val="10000"/>
                  </a:schemeClr>
                </a:solidFill>
              </a:rPr>
              <a:t>ERP Implementation KPIs</a:t>
            </a:r>
          </a:p>
        </p:txBody>
      </p:sp>
      <p:graphicFrame>
        <p:nvGraphicFramePr>
          <p:cNvPr id="3" name="Diagram 2">
            <a:extLst>
              <a:ext uri="{FF2B5EF4-FFF2-40B4-BE49-F238E27FC236}">
                <a16:creationId xmlns:a16="http://schemas.microsoft.com/office/drawing/2014/main" id="{7DE0BCC6-61BE-0822-252A-A62EF76CD013}"/>
              </a:ext>
            </a:extLst>
          </p:cNvPr>
          <p:cNvGraphicFramePr/>
          <p:nvPr/>
        </p:nvGraphicFramePr>
        <p:xfrm>
          <a:off x="943428" y="1213356"/>
          <a:ext cx="10907327"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9904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C08D0-5206-D2BA-EFF2-42105AF7A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2F4E6B-E663-9DA4-09B9-4B3789085216}"/>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MY" b="1"/>
              <a:t>ERP Implementation KPIs</a:t>
            </a:r>
          </a:p>
        </p:txBody>
      </p:sp>
      <p:graphicFrame>
        <p:nvGraphicFramePr>
          <p:cNvPr id="7" name="TextBox 4">
            <a:extLst>
              <a:ext uri="{FF2B5EF4-FFF2-40B4-BE49-F238E27FC236}">
                <a16:creationId xmlns:a16="http://schemas.microsoft.com/office/drawing/2014/main" id="{6B9C4E0A-A5D0-8ABD-04BE-A9E0DE98D8C5}"/>
              </a:ext>
            </a:extLst>
          </p:cNvPr>
          <p:cNvGraphicFramePr/>
          <p:nvPr>
            <p:extLst>
              <p:ext uri="{D42A27DB-BD31-4B8C-83A1-F6EECF244321}">
                <p14:modId xmlns:p14="http://schemas.microsoft.com/office/powerpoint/2010/main" val="345536221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53590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64833-800F-0446-D36F-5B3F256CE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FF7DF-0416-3295-0684-E5280CE55756}"/>
              </a:ext>
            </a:extLst>
          </p:cNvPr>
          <p:cNvSpPr>
            <a:spLocks noGrp="1"/>
          </p:cNvSpPr>
          <p:nvPr>
            <p:ph type="title"/>
          </p:nvPr>
        </p:nvSpPr>
        <p:spPr/>
        <p:txBody>
          <a:bodyPr/>
          <a:lstStyle/>
          <a:p>
            <a:r>
              <a:rPr lang="en-US" b="1" dirty="0">
                <a:solidFill>
                  <a:schemeClr val="tx2">
                    <a:lumMod val="75000"/>
                    <a:lumOff val="25000"/>
                  </a:schemeClr>
                </a:solidFill>
              </a:rPr>
              <a:t>ERP Failure Factors</a:t>
            </a:r>
            <a:endParaRPr lang="en-MY" b="1" dirty="0">
              <a:solidFill>
                <a:schemeClr val="tx2">
                  <a:lumMod val="75000"/>
                  <a:lumOff val="25000"/>
                </a:schemeClr>
              </a:solidFill>
            </a:endParaRPr>
          </a:p>
        </p:txBody>
      </p:sp>
    </p:spTree>
    <p:extLst>
      <p:ext uri="{BB962C8B-B14F-4D97-AF65-F5344CB8AC3E}">
        <p14:creationId xmlns:p14="http://schemas.microsoft.com/office/powerpoint/2010/main" val="4001897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91C87-0FC8-BB25-7F9C-AFF9ACBA9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BD38F-25F3-38B0-BE60-851AA81B4648}"/>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MY" b="1" dirty="0">
                <a:solidFill>
                  <a:schemeClr val="tx2">
                    <a:lumMod val="75000"/>
                    <a:lumOff val="25000"/>
                  </a:schemeClr>
                </a:solidFill>
              </a:rPr>
              <a:t>ERP Failure</a:t>
            </a:r>
          </a:p>
        </p:txBody>
      </p:sp>
      <p:sp>
        <p:nvSpPr>
          <p:cNvPr id="4" name="Content Placeholder 3">
            <a:extLst>
              <a:ext uri="{FF2B5EF4-FFF2-40B4-BE49-F238E27FC236}">
                <a16:creationId xmlns:a16="http://schemas.microsoft.com/office/drawing/2014/main" id="{EBC44827-C94E-B003-B5CC-6CEB2029CD2B}"/>
              </a:ext>
            </a:extLst>
          </p:cNvPr>
          <p:cNvSpPr txBox="1">
            <a:spLocks/>
          </p:cNvSpPr>
          <p:nvPr/>
        </p:nvSpPr>
        <p:spPr>
          <a:xfrm>
            <a:off x="838200" y="1825625"/>
            <a:ext cx="518160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fontAlgn="auto">
              <a:spcAft>
                <a:spcPts val="0"/>
              </a:spcAft>
              <a:buClrTx/>
              <a:buSzTx/>
              <a:tabLst/>
              <a:defRPr/>
            </a:pPr>
            <a:r>
              <a:rPr kumimoji="0" lang="en-US" b="0" i="0" u="none" strike="noStrike" cap="none" spc="0" normalizeH="0" baseline="0" noProof="0" dirty="0">
                <a:ln>
                  <a:noFill/>
                </a:ln>
                <a:effectLst/>
                <a:uLnTx/>
                <a:uFillTx/>
              </a:rPr>
              <a:t>Failures in implementing new ERP systems can reach millions of dollars. </a:t>
            </a:r>
          </a:p>
          <a:p>
            <a:pPr marR="0" lvl="0" algn="just" fontAlgn="auto">
              <a:spcAft>
                <a:spcPts val="0"/>
              </a:spcAft>
              <a:buClrTx/>
              <a:buSzTx/>
              <a:tabLst/>
              <a:defRPr/>
            </a:pPr>
            <a:r>
              <a:rPr kumimoji="0" lang="en-US" b="0" i="0" u="none" strike="noStrike" cap="none" spc="0" normalizeH="0" baseline="0" noProof="0" dirty="0">
                <a:ln>
                  <a:noFill/>
                </a:ln>
                <a:effectLst/>
                <a:uLnTx/>
                <a:uFillTx/>
              </a:rPr>
              <a:t>As a result of the complexity of installing new systems, development costs can quickly rise, and if there are problems with the implementation, the money is lost, and more funds need to be spent to repair the damage.</a:t>
            </a:r>
          </a:p>
        </p:txBody>
      </p:sp>
      <p:pic>
        <p:nvPicPr>
          <p:cNvPr id="5" name="Picture 4">
            <a:extLst>
              <a:ext uri="{FF2B5EF4-FFF2-40B4-BE49-F238E27FC236}">
                <a16:creationId xmlns:a16="http://schemas.microsoft.com/office/drawing/2014/main" id="{F3B90957-90E7-F335-E7C8-F2C52B8A813B}"/>
              </a:ext>
            </a:extLst>
          </p:cNvPr>
          <p:cNvPicPr>
            <a:picLocks noChangeAspect="1"/>
          </p:cNvPicPr>
          <p:nvPr/>
        </p:nvPicPr>
        <p:blipFill>
          <a:blip r:embed="rId3"/>
          <a:srcRect l="17758" r="16074" b="15529"/>
          <a:stretch>
            <a:fillRect/>
          </a:stretch>
        </p:blipFill>
        <p:spPr>
          <a:xfrm>
            <a:off x="6615314" y="1927225"/>
            <a:ext cx="5228343" cy="3820432"/>
          </a:xfrm>
          <a:prstGeom prst="rect">
            <a:avLst/>
          </a:prstGeom>
          <a:noFill/>
        </p:spPr>
      </p:pic>
    </p:spTree>
    <p:extLst>
      <p:ext uri="{BB962C8B-B14F-4D97-AF65-F5344CB8AC3E}">
        <p14:creationId xmlns:p14="http://schemas.microsoft.com/office/powerpoint/2010/main" val="1475767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7018F-D160-4593-5194-F9A50D909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710AF-28D0-3D72-A5E7-FF4F0A31E8FA}"/>
              </a:ext>
            </a:extLst>
          </p:cNvPr>
          <p:cNvSpPr>
            <a:spLocks noGrp="1"/>
          </p:cNvSpPr>
          <p:nvPr>
            <p:ph type="title"/>
          </p:nvPr>
        </p:nvSpPr>
        <p:spPr>
          <a:xfrm>
            <a:off x="838200" y="365125"/>
            <a:ext cx="10515600" cy="1325563"/>
          </a:xfrm>
        </p:spPr>
        <p:txBody>
          <a:bodyPr anchor="ctr">
            <a:normAutofit/>
          </a:bodyPr>
          <a:lstStyle/>
          <a:p>
            <a:r>
              <a:rPr lang="en-MY" b="1" dirty="0">
                <a:solidFill>
                  <a:schemeClr val="tx2">
                    <a:lumMod val="75000"/>
                    <a:lumOff val="25000"/>
                  </a:schemeClr>
                </a:solidFill>
              </a:rPr>
              <a:t>ERP Failure Factors</a:t>
            </a:r>
          </a:p>
        </p:txBody>
      </p:sp>
      <p:pic>
        <p:nvPicPr>
          <p:cNvPr id="4" name="Picture 3" descr="A diagram of erp software&#10;&#10;AI-generated content may be incorrect.">
            <a:extLst>
              <a:ext uri="{FF2B5EF4-FFF2-40B4-BE49-F238E27FC236}">
                <a16:creationId xmlns:a16="http://schemas.microsoft.com/office/drawing/2014/main" id="{8B3B84C9-CC1B-DFE4-833F-E42B8C0BCB36}"/>
              </a:ext>
            </a:extLst>
          </p:cNvPr>
          <p:cNvPicPr>
            <a:picLocks noChangeAspect="1"/>
          </p:cNvPicPr>
          <p:nvPr/>
        </p:nvPicPr>
        <p:blipFill>
          <a:blip r:embed="rId3"/>
          <a:stretch>
            <a:fillRect/>
          </a:stretch>
        </p:blipFill>
        <p:spPr>
          <a:xfrm>
            <a:off x="1951868" y="1825625"/>
            <a:ext cx="8288264" cy="4351338"/>
          </a:xfrm>
          <a:prstGeom prst="rect">
            <a:avLst/>
          </a:prstGeom>
          <a:noFill/>
        </p:spPr>
      </p:pic>
    </p:spTree>
    <p:extLst>
      <p:ext uri="{BB962C8B-B14F-4D97-AF65-F5344CB8AC3E}">
        <p14:creationId xmlns:p14="http://schemas.microsoft.com/office/powerpoint/2010/main" val="2156450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lumMod val="75000"/>
                    <a:lumOff val="25000"/>
                  </a:schemeClr>
                </a:solidFill>
              </a:rPr>
              <a:t>Insufficient Testing</a:t>
            </a:r>
          </a:p>
        </p:txBody>
      </p:sp>
      <p:sp>
        <p:nvSpPr>
          <p:cNvPr id="3" name="Content Placeholder 2"/>
          <p:cNvSpPr>
            <a:spLocks noGrp="1"/>
          </p:cNvSpPr>
          <p:nvPr>
            <p:ph idx="1"/>
          </p:nvPr>
        </p:nvSpPr>
        <p:spPr>
          <a:xfrm>
            <a:off x="838200" y="1825625"/>
            <a:ext cx="6926943" cy="4351338"/>
          </a:xfrm>
        </p:spPr>
        <p:txBody>
          <a:bodyPr/>
          <a:lstStyle/>
          <a:p>
            <a:r>
              <a:rPr b="1" dirty="0">
                <a:solidFill>
                  <a:schemeClr val="tx2">
                    <a:lumMod val="75000"/>
                    <a:lumOff val="25000"/>
                  </a:schemeClr>
                </a:solidFill>
              </a:rPr>
              <a:t>Explanation:</a:t>
            </a:r>
          </a:p>
          <a:p>
            <a:pPr lvl="1"/>
            <a:r>
              <a:rPr dirty="0"/>
              <a:t>Not enough testing before going live can result in undetected bugs or configuration issues.</a:t>
            </a:r>
          </a:p>
          <a:p>
            <a:endParaRPr dirty="0"/>
          </a:p>
          <a:p>
            <a:r>
              <a:rPr b="1" dirty="0">
                <a:solidFill>
                  <a:schemeClr val="tx2">
                    <a:lumMod val="75000"/>
                    <a:lumOff val="25000"/>
                  </a:schemeClr>
                </a:solidFill>
              </a:rPr>
              <a:t>Example:</a:t>
            </a:r>
          </a:p>
          <a:p>
            <a:pPr lvl="1"/>
            <a:r>
              <a:rPr dirty="0"/>
              <a:t>Company skips UAT and miscalculates stock post-launch.</a:t>
            </a:r>
          </a:p>
        </p:txBody>
      </p:sp>
      <p:pic>
        <p:nvPicPr>
          <p:cNvPr id="6" name="Picture 5">
            <a:extLst>
              <a:ext uri="{FF2B5EF4-FFF2-40B4-BE49-F238E27FC236}">
                <a16:creationId xmlns:a16="http://schemas.microsoft.com/office/drawing/2014/main" id="{8F68E82F-5556-6152-29BB-A5FC416518BD}"/>
              </a:ext>
            </a:extLst>
          </p:cNvPr>
          <p:cNvPicPr>
            <a:picLocks noChangeAspect="1"/>
          </p:cNvPicPr>
          <p:nvPr/>
        </p:nvPicPr>
        <p:blipFill>
          <a:blip r:embed="rId2"/>
          <a:srcRect l="19723" r="17980" b="13838"/>
          <a:stretch>
            <a:fillRect/>
          </a:stretch>
        </p:blipFill>
        <p:spPr>
          <a:xfrm>
            <a:off x="8465968" y="1690688"/>
            <a:ext cx="3381318" cy="359874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MY" b="1" dirty="0">
                <a:solidFill>
                  <a:schemeClr val="tx2">
                    <a:lumMod val="75000"/>
                    <a:lumOff val="25000"/>
                  </a:schemeClr>
                </a:solidFill>
              </a:rPr>
              <a:t>Improper Planning</a:t>
            </a:r>
          </a:p>
        </p:txBody>
      </p:sp>
      <p:sp>
        <p:nvSpPr>
          <p:cNvPr id="3" name="Content Placeholder 2"/>
          <p:cNvSpPr>
            <a:spLocks noGrp="1"/>
          </p:cNvSpPr>
          <p:nvPr>
            <p:ph sz="half" idx="1"/>
          </p:nvPr>
        </p:nvSpPr>
        <p:spPr>
          <a:xfrm>
            <a:off x="838200" y="1825625"/>
            <a:ext cx="6389914" cy="4351338"/>
          </a:xfrm>
        </p:spPr>
        <p:txBody>
          <a:bodyPr>
            <a:normAutofit/>
          </a:bodyPr>
          <a:lstStyle/>
          <a:p>
            <a:r>
              <a:rPr lang="en-US" b="1" dirty="0">
                <a:solidFill>
                  <a:schemeClr val="tx2">
                    <a:lumMod val="75000"/>
                    <a:lumOff val="25000"/>
                  </a:schemeClr>
                </a:solidFill>
              </a:rPr>
              <a:t>Explanation:</a:t>
            </a:r>
          </a:p>
          <a:p>
            <a:pPr lvl="1"/>
            <a:r>
              <a:rPr lang="en-US" sz="2800" dirty="0"/>
              <a:t>Failure to define goals, scope, budget, and timelines clearly from the start.</a:t>
            </a:r>
          </a:p>
          <a:p>
            <a:endParaRPr lang="en-US" dirty="0"/>
          </a:p>
          <a:p>
            <a:r>
              <a:rPr lang="en-US" b="1" dirty="0">
                <a:solidFill>
                  <a:schemeClr val="tx2">
                    <a:lumMod val="75000"/>
                    <a:lumOff val="25000"/>
                  </a:schemeClr>
                </a:solidFill>
              </a:rPr>
              <a:t>Example:</a:t>
            </a:r>
          </a:p>
          <a:p>
            <a:pPr lvl="1"/>
            <a:r>
              <a:rPr lang="en-US" sz="2800" dirty="0"/>
              <a:t>University starts ERP implementation without proper planning and overspends.</a:t>
            </a:r>
          </a:p>
        </p:txBody>
      </p:sp>
      <p:pic>
        <p:nvPicPr>
          <p:cNvPr id="4" name="Picture 3" descr="A group of people standing next to a calendar&#10;&#10;AI-generated content may be incorrect.">
            <a:extLst>
              <a:ext uri="{FF2B5EF4-FFF2-40B4-BE49-F238E27FC236}">
                <a16:creationId xmlns:a16="http://schemas.microsoft.com/office/drawing/2014/main" id="{0257B82B-F2D9-F287-7D15-2FA0BB6079B3}"/>
              </a:ext>
            </a:extLst>
          </p:cNvPr>
          <p:cNvPicPr>
            <a:picLocks noChangeAspect="1"/>
          </p:cNvPicPr>
          <p:nvPr/>
        </p:nvPicPr>
        <p:blipFill>
          <a:blip r:embed="rId2"/>
          <a:srcRect l="2739" r="30576" b="1"/>
          <a:stretch>
            <a:fillRect/>
          </a:stretch>
        </p:blipFill>
        <p:spPr>
          <a:xfrm>
            <a:off x="7755010" y="1825625"/>
            <a:ext cx="3598790" cy="3022146"/>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b="1" dirty="0">
                <a:solidFill>
                  <a:schemeClr val="tx2">
                    <a:lumMod val="75000"/>
                    <a:lumOff val="25000"/>
                  </a:schemeClr>
                </a:solidFill>
              </a:rPr>
              <a:t>Wrong Decisions</a:t>
            </a:r>
          </a:p>
        </p:txBody>
      </p:sp>
      <p:sp>
        <p:nvSpPr>
          <p:cNvPr id="3" name="Content Placeholder 2"/>
          <p:cNvSpPr>
            <a:spLocks noGrp="1"/>
          </p:cNvSpPr>
          <p:nvPr>
            <p:ph sz="half" idx="1"/>
          </p:nvPr>
        </p:nvSpPr>
        <p:spPr>
          <a:xfrm>
            <a:off x="838199" y="1825625"/>
            <a:ext cx="5900057" cy="4351338"/>
          </a:xfrm>
        </p:spPr>
        <p:txBody>
          <a:bodyPr>
            <a:normAutofit fontScale="85000" lnSpcReduction="10000"/>
          </a:bodyPr>
          <a:lstStyle/>
          <a:p>
            <a:r>
              <a:rPr b="1" dirty="0">
                <a:solidFill>
                  <a:schemeClr val="tx2">
                    <a:lumMod val="75000"/>
                    <a:lumOff val="25000"/>
                  </a:schemeClr>
                </a:solidFill>
              </a:rPr>
              <a:t>Explanation:</a:t>
            </a:r>
          </a:p>
          <a:p>
            <a:pPr lvl="1" algn="just"/>
            <a:r>
              <a:rPr lang="en-US" dirty="0"/>
              <a:t>Wrong decisions during ERP implementation refer to strategic or operational choices that negatively affect the project's success. These decisions may stem from poor judgment, lack of ERP knowledge, inadequate stakeholder involvement, or failure to align the ERP system with the organization’s actual needs.</a:t>
            </a:r>
            <a:endParaRPr dirty="0"/>
          </a:p>
          <a:p>
            <a:r>
              <a:rPr b="1" dirty="0">
                <a:solidFill>
                  <a:schemeClr val="tx2">
                    <a:lumMod val="75000"/>
                    <a:lumOff val="25000"/>
                  </a:schemeClr>
                </a:solidFill>
              </a:rPr>
              <a:t>Example:</a:t>
            </a:r>
          </a:p>
          <a:p>
            <a:pPr algn="just"/>
            <a:r>
              <a:rPr dirty="0"/>
              <a:t>Retail chain </a:t>
            </a:r>
            <a:r>
              <a:rPr lang="en-MY" dirty="0"/>
              <a:t>company </a:t>
            </a:r>
            <a:r>
              <a:rPr dirty="0"/>
              <a:t>chooses a manufacturing ERP, causing inefficiencies.</a:t>
            </a:r>
            <a:endParaRPr lang="en-MY" dirty="0"/>
          </a:p>
          <a:p>
            <a:r>
              <a:rPr lang="en-US" dirty="0"/>
              <a:t>Choosing the cheapest option without evaluating future needs</a:t>
            </a:r>
            <a:endParaRPr dirty="0"/>
          </a:p>
        </p:txBody>
      </p:sp>
      <p:pic>
        <p:nvPicPr>
          <p:cNvPr id="4" name="Picture 3" descr="A person in suit sitting at a desk and looking at a computer screen&#10;&#10;AI-generated content may be incorrect.">
            <a:extLst>
              <a:ext uri="{FF2B5EF4-FFF2-40B4-BE49-F238E27FC236}">
                <a16:creationId xmlns:a16="http://schemas.microsoft.com/office/drawing/2014/main" id="{9D7D940C-91A9-995F-3118-0ACD47A97FAF}"/>
              </a:ext>
            </a:extLst>
          </p:cNvPr>
          <p:cNvPicPr>
            <a:picLocks noChangeAspect="1"/>
          </p:cNvPicPr>
          <p:nvPr/>
        </p:nvPicPr>
        <p:blipFill>
          <a:blip r:embed="rId2"/>
          <a:srcRect t="16023"/>
          <a:stretch>
            <a:fillRect/>
          </a:stretch>
        </p:blipFill>
        <p:spPr>
          <a:xfrm>
            <a:off x="6738257" y="1825625"/>
            <a:ext cx="5181600" cy="4351338"/>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lumMod val="75000"/>
                    <a:lumOff val="25000"/>
                  </a:schemeClr>
                </a:solidFill>
              </a:rPr>
              <a:t>Management Issues</a:t>
            </a:r>
          </a:p>
        </p:txBody>
      </p:sp>
      <p:sp>
        <p:nvSpPr>
          <p:cNvPr id="3" name="Content Placeholder 2"/>
          <p:cNvSpPr>
            <a:spLocks noGrp="1"/>
          </p:cNvSpPr>
          <p:nvPr>
            <p:ph idx="1"/>
          </p:nvPr>
        </p:nvSpPr>
        <p:spPr>
          <a:xfrm>
            <a:off x="838200" y="1825625"/>
            <a:ext cx="6012543" cy="4351338"/>
          </a:xfrm>
        </p:spPr>
        <p:txBody>
          <a:bodyPr/>
          <a:lstStyle/>
          <a:p>
            <a:r>
              <a:rPr b="1" dirty="0">
                <a:solidFill>
                  <a:schemeClr val="tx2">
                    <a:lumMod val="75000"/>
                    <a:lumOff val="25000"/>
                  </a:schemeClr>
                </a:solidFill>
              </a:rPr>
              <a:t>Explanation:</a:t>
            </a:r>
          </a:p>
          <a:p>
            <a:pPr lvl="1"/>
            <a:r>
              <a:rPr dirty="0"/>
              <a:t>Lack of leadership support or unclear responsibilities.</a:t>
            </a:r>
          </a:p>
          <a:p>
            <a:endParaRPr dirty="0"/>
          </a:p>
          <a:p>
            <a:r>
              <a:rPr b="1" dirty="0">
                <a:solidFill>
                  <a:schemeClr val="tx2">
                    <a:lumMod val="75000"/>
                    <a:lumOff val="25000"/>
                  </a:schemeClr>
                </a:solidFill>
              </a:rPr>
              <a:t>Example</a:t>
            </a:r>
            <a:r>
              <a:rPr dirty="0"/>
              <a:t>:</a:t>
            </a:r>
          </a:p>
          <a:p>
            <a:pPr lvl="1"/>
            <a:r>
              <a:rPr dirty="0"/>
              <a:t>Leadership changes mid-project and fails to prioritize ERP.</a:t>
            </a:r>
          </a:p>
        </p:txBody>
      </p:sp>
      <p:pic>
        <p:nvPicPr>
          <p:cNvPr id="4" name="Picture 3">
            <a:extLst>
              <a:ext uri="{FF2B5EF4-FFF2-40B4-BE49-F238E27FC236}">
                <a16:creationId xmlns:a16="http://schemas.microsoft.com/office/drawing/2014/main" id="{AB0119C7-CF3B-8063-1467-121AF5014CF7}"/>
              </a:ext>
            </a:extLst>
          </p:cNvPr>
          <p:cNvPicPr>
            <a:picLocks noChangeAspect="1"/>
          </p:cNvPicPr>
          <p:nvPr/>
        </p:nvPicPr>
        <p:blipFill>
          <a:blip r:embed="rId2"/>
          <a:stretch>
            <a:fillRect/>
          </a:stretch>
        </p:blipFill>
        <p:spPr>
          <a:xfrm>
            <a:off x="6708298" y="1981370"/>
            <a:ext cx="4645502" cy="289526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lumMod val="75000"/>
                    <a:lumOff val="25000"/>
                  </a:schemeClr>
                </a:solidFill>
              </a:rPr>
              <a:t>Lack of Resources</a:t>
            </a:r>
          </a:p>
        </p:txBody>
      </p:sp>
      <p:sp>
        <p:nvSpPr>
          <p:cNvPr id="3" name="Content Placeholder 2"/>
          <p:cNvSpPr>
            <a:spLocks noGrp="1"/>
          </p:cNvSpPr>
          <p:nvPr>
            <p:ph idx="1"/>
          </p:nvPr>
        </p:nvSpPr>
        <p:spPr>
          <a:xfrm>
            <a:off x="838200" y="1825625"/>
            <a:ext cx="6477000" cy="4351338"/>
          </a:xfrm>
        </p:spPr>
        <p:txBody>
          <a:bodyPr>
            <a:normAutofit/>
          </a:bodyPr>
          <a:lstStyle/>
          <a:p>
            <a:r>
              <a:rPr sz="3200" b="1" dirty="0">
                <a:solidFill>
                  <a:schemeClr val="tx2">
                    <a:lumMod val="75000"/>
                    <a:lumOff val="25000"/>
                  </a:schemeClr>
                </a:solidFill>
              </a:rPr>
              <a:t>Explanation:</a:t>
            </a:r>
          </a:p>
          <a:p>
            <a:pPr lvl="1"/>
            <a:r>
              <a:rPr sz="2800" dirty="0"/>
              <a:t>No</a:t>
            </a:r>
            <a:r>
              <a:rPr lang="en-MY" sz="2800" dirty="0"/>
              <a:t>t </a:t>
            </a:r>
            <a:r>
              <a:rPr sz="2800" dirty="0"/>
              <a:t>enough time, staff, or budget to complete the project properly.</a:t>
            </a:r>
          </a:p>
          <a:p>
            <a:endParaRPr sz="3200" dirty="0"/>
          </a:p>
          <a:p>
            <a:r>
              <a:rPr sz="3200" b="1" dirty="0">
                <a:solidFill>
                  <a:schemeClr val="tx2">
                    <a:lumMod val="75000"/>
                    <a:lumOff val="25000"/>
                  </a:schemeClr>
                </a:solidFill>
              </a:rPr>
              <a:t>Example:</a:t>
            </a:r>
          </a:p>
          <a:p>
            <a:pPr lvl="1"/>
            <a:r>
              <a:rPr sz="2800" dirty="0"/>
              <a:t>IT staff is stretched thin, delaying the ERP project.</a:t>
            </a:r>
          </a:p>
        </p:txBody>
      </p:sp>
      <p:pic>
        <p:nvPicPr>
          <p:cNvPr id="4" name="Picture 3">
            <a:extLst>
              <a:ext uri="{FF2B5EF4-FFF2-40B4-BE49-F238E27FC236}">
                <a16:creationId xmlns:a16="http://schemas.microsoft.com/office/drawing/2014/main" id="{1798CFE7-B83A-A7DF-410F-F9FD81F53661}"/>
              </a:ext>
            </a:extLst>
          </p:cNvPr>
          <p:cNvPicPr>
            <a:picLocks noChangeAspect="1"/>
          </p:cNvPicPr>
          <p:nvPr/>
        </p:nvPicPr>
        <p:blipFill>
          <a:blip r:embed="rId3"/>
          <a:srcRect t="13752" b="7255"/>
          <a:stretch>
            <a:fillRect/>
          </a:stretch>
        </p:blipFill>
        <p:spPr>
          <a:xfrm>
            <a:off x="7790997" y="2041369"/>
            <a:ext cx="4067175" cy="321280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lumMod val="75000"/>
                    <a:lumOff val="25000"/>
                  </a:schemeClr>
                </a:solidFill>
              </a:rPr>
              <a:t>Consultants Dependency</a:t>
            </a:r>
          </a:p>
        </p:txBody>
      </p:sp>
      <p:sp>
        <p:nvSpPr>
          <p:cNvPr id="3" name="Content Placeholder 2"/>
          <p:cNvSpPr>
            <a:spLocks noGrp="1"/>
          </p:cNvSpPr>
          <p:nvPr>
            <p:ph idx="1"/>
          </p:nvPr>
        </p:nvSpPr>
        <p:spPr>
          <a:xfrm>
            <a:off x="838199" y="1825625"/>
            <a:ext cx="6201229" cy="4351338"/>
          </a:xfrm>
        </p:spPr>
        <p:txBody>
          <a:bodyPr>
            <a:normAutofit lnSpcReduction="10000"/>
          </a:bodyPr>
          <a:lstStyle/>
          <a:p>
            <a:r>
              <a:rPr sz="3600" b="1" dirty="0">
                <a:solidFill>
                  <a:schemeClr val="tx2">
                    <a:lumMod val="75000"/>
                    <a:lumOff val="25000"/>
                  </a:schemeClr>
                </a:solidFill>
              </a:rPr>
              <a:t>Explanation:</a:t>
            </a:r>
          </a:p>
          <a:p>
            <a:pPr lvl="1"/>
            <a:r>
              <a:rPr sz="3200" dirty="0"/>
              <a:t>Over-relying on external consultants without building internal knowledge.</a:t>
            </a:r>
          </a:p>
          <a:p>
            <a:endParaRPr sz="3600" dirty="0"/>
          </a:p>
          <a:p>
            <a:r>
              <a:rPr sz="3600" b="1" dirty="0">
                <a:solidFill>
                  <a:schemeClr val="tx2">
                    <a:lumMod val="75000"/>
                    <a:lumOff val="25000"/>
                  </a:schemeClr>
                </a:solidFill>
              </a:rPr>
              <a:t>Example:</a:t>
            </a:r>
          </a:p>
          <a:p>
            <a:pPr lvl="1"/>
            <a:r>
              <a:rPr sz="3200" dirty="0"/>
              <a:t>Consultants leave and no internal staff can maintain system.</a:t>
            </a:r>
          </a:p>
        </p:txBody>
      </p:sp>
      <p:pic>
        <p:nvPicPr>
          <p:cNvPr id="4" name="Picture 3">
            <a:extLst>
              <a:ext uri="{FF2B5EF4-FFF2-40B4-BE49-F238E27FC236}">
                <a16:creationId xmlns:a16="http://schemas.microsoft.com/office/drawing/2014/main" id="{9325A9E1-1631-A3E2-E8F5-C2B09BFEF08F}"/>
              </a:ext>
            </a:extLst>
          </p:cNvPr>
          <p:cNvPicPr>
            <a:picLocks noChangeAspect="1"/>
          </p:cNvPicPr>
          <p:nvPr/>
        </p:nvPicPr>
        <p:blipFill>
          <a:blip r:embed="rId2"/>
          <a:stretch>
            <a:fillRect/>
          </a:stretch>
        </p:blipFill>
        <p:spPr>
          <a:xfrm>
            <a:off x="6821714" y="1690688"/>
            <a:ext cx="5008677" cy="328771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chemeClr val="tx2">
                    <a:lumMod val="75000"/>
                    <a:lumOff val="25000"/>
                  </a:schemeClr>
                </a:solidFill>
              </a:rPr>
              <a:t>Insufficient Training</a:t>
            </a:r>
          </a:p>
        </p:txBody>
      </p:sp>
      <p:sp>
        <p:nvSpPr>
          <p:cNvPr id="3" name="Content Placeholder 2"/>
          <p:cNvSpPr>
            <a:spLocks noGrp="1"/>
          </p:cNvSpPr>
          <p:nvPr>
            <p:ph idx="1"/>
          </p:nvPr>
        </p:nvSpPr>
        <p:spPr>
          <a:xfrm>
            <a:off x="838200" y="1825625"/>
            <a:ext cx="6433457" cy="4351338"/>
          </a:xfrm>
        </p:spPr>
        <p:txBody>
          <a:bodyPr>
            <a:normAutofit lnSpcReduction="10000"/>
          </a:bodyPr>
          <a:lstStyle/>
          <a:p>
            <a:r>
              <a:rPr sz="3600" b="1" dirty="0">
                <a:solidFill>
                  <a:schemeClr val="tx2">
                    <a:lumMod val="75000"/>
                    <a:lumOff val="25000"/>
                  </a:schemeClr>
                </a:solidFill>
              </a:rPr>
              <a:t>Explanation:</a:t>
            </a:r>
          </a:p>
          <a:p>
            <a:pPr lvl="1"/>
            <a:r>
              <a:rPr sz="3200" dirty="0"/>
              <a:t>Users </a:t>
            </a:r>
            <a:r>
              <a:rPr lang="en-MY" sz="3200" dirty="0"/>
              <a:t>(employees) </a:t>
            </a:r>
            <a:r>
              <a:rPr sz="3200" dirty="0"/>
              <a:t>don’t understand how to use the ERP system effectively.</a:t>
            </a:r>
          </a:p>
          <a:p>
            <a:endParaRPr sz="3600" dirty="0"/>
          </a:p>
          <a:p>
            <a:r>
              <a:rPr sz="3600" b="1" dirty="0">
                <a:solidFill>
                  <a:schemeClr val="tx2">
                    <a:lumMod val="75000"/>
                    <a:lumOff val="25000"/>
                  </a:schemeClr>
                </a:solidFill>
              </a:rPr>
              <a:t>Example:</a:t>
            </a:r>
          </a:p>
          <a:p>
            <a:pPr lvl="1"/>
            <a:r>
              <a:rPr sz="3200" dirty="0"/>
              <a:t>Employees revert to manual spreadsheets due to poor training.</a:t>
            </a:r>
          </a:p>
        </p:txBody>
      </p:sp>
      <p:pic>
        <p:nvPicPr>
          <p:cNvPr id="4" name="Picture 3">
            <a:extLst>
              <a:ext uri="{FF2B5EF4-FFF2-40B4-BE49-F238E27FC236}">
                <a16:creationId xmlns:a16="http://schemas.microsoft.com/office/drawing/2014/main" id="{F5FDF8C2-2409-9F23-5B0B-DD611112EA31}"/>
              </a:ext>
            </a:extLst>
          </p:cNvPr>
          <p:cNvPicPr>
            <a:picLocks noChangeAspect="1"/>
          </p:cNvPicPr>
          <p:nvPr/>
        </p:nvPicPr>
        <p:blipFill>
          <a:blip r:embed="rId2"/>
          <a:stretch>
            <a:fillRect/>
          </a:stretch>
        </p:blipFill>
        <p:spPr>
          <a:xfrm>
            <a:off x="7645626" y="2380342"/>
            <a:ext cx="4187729" cy="278674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091DB-CDC3-BE8C-53C4-FDD302FD424E}"/>
              </a:ext>
            </a:extLst>
          </p:cNvPr>
          <p:cNvSpPr>
            <a:spLocks noGrp="1"/>
          </p:cNvSpPr>
          <p:nvPr>
            <p:ph type="title"/>
          </p:nvPr>
        </p:nvSpPr>
        <p:spPr>
          <a:xfrm>
            <a:off x="761998" y="0"/>
            <a:ext cx="10515600" cy="1325563"/>
          </a:xfrm>
        </p:spPr>
        <p:txBody>
          <a:bodyPr anchor="ctr">
            <a:normAutofit/>
          </a:bodyPr>
          <a:lstStyle/>
          <a:p>
            <a:r>
              <a:rPr lang="en-MY" b="1" dirty="0">
                <a:solidFill>
                  <a:schemeClr val="tx2">
                    <a:lumMod val="75000"/>
                    <a:lumOff val="25000"/>
                  </a:schemeClr>
                </a:solidFill>
              </a:rPr>
              <a:t>ERP Failure Factors – Case Study</a:t>
            </a:r>
            <a:endParaRPr lang="en-MY" dirty="0">
              <a:solidFill>
                <a:schemeClr val="tx2">
                  <a:lumMod val="75000"/>
                  <a:lumOff val="25000"/>
                </a:schemeClr>
              </a:solidFill>
            </a:endParaRPr>
          </a:p>
        </p:txBody>
      </p:sp>
      <p:sp>
        <p:nvSpPr>
          <p:cNvPr id="3" name="Content Placeholder 2">
            <a:extLst>
              <a:ext uri="{FF2B5EF4-FFF2-40B4-BE49-F238E27FC236}">
                <a16:creationId xmlns:a16="http://schemas.microsoft.com/office/drawing/2014/main" id="{FCFF816A-A7C3-CE45-11B5-51B3A883EA82}"/>
              </a:ext>
            </a:extLst>
          </p:cNvPr>
          <p:cNvSpPr>
            <a:spLocks noGrp="1"/>
          </p:cNvSpPr>
          <p:nvPr>
            <p:ph sz="half" idx="1"/>
          </p:nvPr>
        </p:nvSpPr>
        <p:spPr>
          <a:xfrm>
            <a:off x="551542" y="1384180"/>
            <a:ext cx="5468257" cy="4351338"/>
          </a:xfrm>
        </p:spPr>
        <p:txBody>
          <a:bodyPr>
            <a:normAutofit lnSpcReduction="10000"/>
          </a:bodyPr>
          <a:lstStyle/>
          <a:p>
            <a:pPr algn="just"/>
            <a:r>
              <a:rPr lang="en-US" sz="1800" dirty="0"/>
              <a:t>In the late nineties, Hershey discovered their legacy systems had a high risk of being affected by the Millennium Bug. </a:t>
            </a:r>
          </a:p>
          <a:p>
            <a:pPr algn="just"/>
            <a:r>
              <a:rPr lang="en-US" sz="1800" dirty="0"/>
              <a:t>Instead of spending lots of money to fix the date-related issues, they decided to replace their ERP. They chose to implement three separate ERP solutions from SAP, Siebel, and </a:t>
            </a:r>
            <a:r>
              <a:rPr lang="en-US" sz="1800" dirty="0" err="1"/>
              <a:t>Manugistics</a:t>
            </a:r>
            <a:r>
              <a:rPr lang="en-US" sz="1800" dirty="0"/>
              <a:t>, which proved too complicated and disjointed for the company to use properly, and their self-imposed deadlines proved to be unrealistic.</a:t>
            </a:r>
          </a:p>
          <a:p>
            <a:pPr algn="just"/>
            <a:r>
              <a:rPr lang="en-US" sz="1800" dirty="0"/>
              <a:t>Hershey would go on to lose more than $100 million in orders for products they had in stock and experienced an 8% drop in their stock price in one day. </a:t>
            </a:r>
          </a:p>
          <a:p>
            <a:pPr algn="just"/>
            <a:r>
              <a:rPr lang="en-US" sz="1800" dirty="0"/>
              <a:t>The company eventually recovered a year later and completed full integration of an SAP ERP in 2002.</a:t>
            </a:r>
            <a:endParaRPr lang="en-MY" sz="1800" dirty="0"/>
          </a:p>
        </p:txBody>
      </p:sp>
      <p:pic>
        <p:nvPicPr>
          <p:cNvPr id="4" name="Picture 3">
            <a:extLst>
              <a:ext uri="{FF2B5EF4-FFF2-40B4-BE49-F238E27FC236}">
                <a16:creationId xmlns:a16="http://schemas.microsoft.com/office/drawing/2014/main" id="{A63DC283-DC61-A926-919D-D4BC93DEED79}"/>
              </a:ext>
            </a:extLst>
          </p:cNvPr>
          <p:cNvPicPr>
            <a:picLocks noChangeAspect="1"/>
          </p:cNvPicPr>
          <p:nvPr/>
        </p:nvPicPr>
        <p:blipFill>
          <a:blip r:embed="rId2"/>
          <a:stretch>
            <a:fillRect/>
          </a:stretch>
        </p:blipFill>
        <p:spPr>
          <a:xfrm>
            <a:off x="6680200" y="1814311"/>
            <a:ext cx="5181600" cy="3229377"/>
          </a:xfrm>
          <a:prstGeom prst="rect">
            <a:avLst/>
          </a:prstGeom>
          <a:noFill/>
        </p:spPr>
      </p:pic>
      <p:pic>
        <p:nvPicPr>
          <p:cNvPr id="6" name="Picture 5">
            <a:extLst>
              <a:ext uri="{FF2B5EF4-FFF2-40B4-BE49-F238E27FC236}">
                <a16:creationId xmlns:a16="http://schemas.microsoft.com/office/drawing/2014/main" id="{5179996B-4269-43B5-E211-9D0C7E9AB01A}"/>
              </a:ext>
            </a:extLst>
          </p:cNvPr>
          <p:cNvPicPr>
            <a:picLocks noChangeAspect="1"/>
          </p:cNvPicPr>
          <p:nvPr/>
        </p:nvPicPr>
        <p:blipFill>
          <a:blip r:embed="rId3"/>
          <a:stretch>
            <a:fillRect/>
          </a:stretch>
        </p:blipFill>
        <p:spPr>
          <a:xfrm>
            <a:off x="1756766" y="5535328"/>
            <a:ext cx="8526065" cy="1095528"/>
          </a:xfrm>
          <a:prstGeom prst="rect">
            <a:avLst/>
          </a:prstGeom>
        </p:spPr>
      </p:pic>
    </p:spTree>
    <p:extLst>
      <p:ext uri="{BB962C8B-B14F-4D97-AF65-F5344CB8AC3E}">
        <p14:creationId xmlns:p14="http://schemas.microsoft.com/office/powerpoint/2010/main" val="3905963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6C4D49-92F9-2BFD-DDC0-1D98DEAF96BA}"/>
              </a:ext>
            </a:extLst>
          </p:cNvPr>
          <p:cNvSpPr>
            <a:spLocks noGrp="1"/>
          </p:cNvSpPr>
          <p:nvPr>
            <p:ph sz="half" idx="1"/>
          </p:nvPr>
        </p:nvSpPr>
        <p:spPr>
          <a:xfrm>
            <a:off x="838199" y="1825625"/>
            <a:ext cx="7043057" cy="4351338"/>
          </a:xfrm>
        </p:spPr>
        <p:txBody>
          <a:bodyPr>
            <a:normAutofit/>
          </a:bodyPr>
          <a:lstStyle/>
          <a:p>
            <a:pPr algn="just"/>
            <a:r>
              <a:rPr lang="en-US" sz="2000" dirty="0"/>
              <a:t>A lawsuit filed by Waste Management against SAP in 2008 brought the company to the public’s attention. In the lawsuit, SAP was accused of providing a software mockup that was modified to appear as if it was fully functional.</a:t>
            </a:r>
          </a:p>
          <a:p>
            <a:pPr algn="just"/>
            <a:endParaRPr lang="en-US" sz="2000" dirty="0"/>
          </a:p>
          <a:p>
            <a:pPr algn="just"/>
            <a:r>
              <a:rPr lang="en-US" sz="2000" dirty="0"/>
              <a:t>Initially, Waste Management claimed losses of $100 million from both implementation costs and loss of revenue. They later bumped that number up to $500 million. Both parties would settle out of court two years after the initial lawsuit.</a:t>
            </a:r>
            <a:endParaRPr lang="en-MY" sz="2000" dirty="0"/>
          </a:p>
        </p:txBody>
      </p:sp>
      <p:sp>
        <p:nvSpPr>
          <p:cNvPr id="5" name="Title 1">
            <a:extLst>
              <a:ext uri="{FF2B5EF4-FFF2-40B4-BE49-F238E27FC236}">
                <a16:creationId xmlns:a16="http://schemas.microsoft.com/office/drawing/2014/main" id="{9BCCF277-F96B-4BB5-E9FF-FC6C889205BE}"/>
              </a:ext>
            </a:extLst>
          </p:cNvPr>
          <p:cNvSpPr>
            <a:spLocks noGrp="1"/>
          </p:cNvSpPr>
          <p:nvPr>
            <p:ph type="title"/>
          </p:nvPr>
        </p:nvSpPr>
        <p:spPr>
          <a:xfrm>
            <a:off x="761998" y="0"/>
            <a:ext cx="10515600" cy="1325563"/>
          </a:xfrm>
        </p:spPr>
        <p:txBody>
          <a:bodyPr anchor="ctr">
            <a:normAutofit/>
          </a:bodyPr>
          <a:lstStyle/>
          <a:p>
            <a:r>
              <a:rPr lang="en-MY" b="1" dirty="0">
                <a:solidFill>
                  <a:schemeClr val="tx2">
                    <a:lumMod val="75000"/>
                    <a:lumOff val="25000"/>
                  </a:schemeClr>
                </a:solidFill>
              </a:rPr>
              <a:t>ERP Failure Factors – Case Study</a:t>
            </a:r>
            <a:endParaRPr lang="en-MY" dirty="0">
              <a:solidFill>
                <a:schemeClr val="tx2">
                  <a:lumMod val="75000"/>
                  <a:lumOff val="25000"/>
                </a:schemeClr>
              </a:solidFill>
            </a:endParaRPr>
          </a:p>
        </p:txBody>
      </p:sp>
      <p:pic>
        <p:nvPicPr>
          <p:cNvPr id="7" name="Picture 6">
            <a:extLst>
              <a:ext uri="{FF2B5EF4-FFF2-40B4-BE49-F238E27FC236}">
                <a16:creationId xmlns:a16="http://schemas.microsoft.com/office/drawing/2014/main" id="{18B14D23-D2CA-0C41-A38E-0D790E490B9F}"/>
              </a:ext>
            </a:extLst>
          </p:cNvPr>
          <p:cNvPicPr>
            <a:picLocks noChangeAspect="1"/>
          </p:cNvPicPr>
          <p:nvPr/>
        </p:nvPicPr>
        <p:blipFill>
          <a:blip r:embed="rId2"/>
          <a:stretch>
            <a:fillRect/>
          </a:stretch>
        </p:blipFill>
        <p:spPr>
          <a:xfrm>
            <a:off x="1605953" y="5076825"/>
            <a:ext cx="8573696" cy="1495634"/>
          </a:xfrm>
          <a:prstGeom prst="rect">
            <a:avLst/>
          </a:prstGeom>
        </p:spPr>
      </p:pic>
      <p:pic>
        <p:nvPicPr>
          <p:cNvPr id="8" name="Picture 7">
            <a:extLst>
              <a:ext uri="{FF2B5EF4-FFF2-40B4-BE49-F238E27FC236}">
                <a16:creationId xmlns:a16="http://schemas.microsoft.com/office/drawing/2014/main" id="{9B4099FD-2FA7-3FCF-354B-FBC74D7838C4}"/>
              </a:ext>
            </a:extLst>
          </p:cNvPr>
          <p:cNvPicPr>
            <a:picLocks noChangeAspect="1"/>
          </p:cNvPicPr>
          <p:nvPr/>
        </p:nvPicPr>
        <p:blipFill>
          <a:blip r:embed="rId3"/>
          <a:stretch>
            <a:fillRect/>
          </a:stretch>
        </p:blipFill>
        <p:spPr>
          <a:xfrm>
            <a:off x="8355297" y="2135188"/>
            <a:ext cx="3332332" cy="1866106"/>
          </a:xfrm>
          <a:prstGeom prst="rect">
            <a:avLst/>
          </a:prstGeom>
        </p:spPr>
      </p:pic>
    </p:spTree>
    <p:extLst>
      <p:ext uri="{BB962C8B-B14F-4D97-AF65-F5344CB8AC3E}">
        <p14:creationId xmlns:p14="http://schemas.microsoft.com/office/powerpoint/2010/main" val="4141349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45CE1-4262-4DFF-5117-9EBD9AADF9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27E14E-39BC-E8CC-B0C7-3D49DF31231E}"/>
              </a:ext>
            </a:extLst>
          </p:cNvPr>
          <p:cNvSpPr>
            <a:spLocks noGrp="1"/>
          </p:cNvSpPr>
          <p:nvPr>
            <p:ph sz="half" idx="1"/>
          </p:nvPr>
        </p:nvSpPr>
        <p:spPr>
          <a:xfrm>
            <a:off x="460828" y="1128940"/>
            <a:ext cx="6375402" cy="4351338"/>
          </a:xfrm>
        </p:spPr>
        <p:txBody>
          <a:bodyPr>
            <a:normAutofit/>
          </a:bodyPr>
          <a:lstStyle/>
          <a:p>
            <a:pPr algn="just"/>
            <a:r>
              <a:rPr lang="en-US" sz="2000" dirty="0"/>
              <a:t>From 1998 to 2005, the U.S. Navy tried — and failed—to launch a proper ERP system on four separate occasions. </a:t>
            </a:r>
          </a:p>
          <a:p>
            <a:pPr algn="just"/>
            <a:r>
              <a:rPr lang="en-US" sz="2000" dirty="0"/>
              <a:t>A report from the Government Accountability Office stated the small scope and redundancies of the ERP systems did not fulfill Navy requirements.</a:t>
            </a:r>
          </a:p>
          <a:p>
            <a:pPr algn="just"/>
            <a:r>
              <a:rPr lang="en-US" sz="2000" dirty="0"/>
              <a:t>The cost of the four projects was gigantic — to the tune of $1 billion in total. </a:t>
            </a:r>
          </a:p>
          <a:p>
            <a:pPr algn="just"/>
            <a:r>
              <a:rPr lang="en-US" sz="2000" dirty="0"/>
              <a:t>Ultimately, the Navy worked with SAP again to develop a consolidated system — three of the four ERPs were discontinued and replaced with a single SAP application.</a:t>
            </a:r>
          </a:p>
        </p:txBody>
      </p:sp>
      <p:sp>
        <p:nvSpPr>
          <p:cNvPr id="5" name="Title 1">
            <a:extLst>
              <a:ext uri="{FF2B5EF4-FFF2-40B4-BE49-F238E27FC236}">
                <a16:creationId xmlns:a16="http://schemas.microsoft.com/office/drawing/2014/main" id="{9F51E6F1-D674-5420-D194-32E0B5D320A2}"/>
              </a:ext>
            </a:extLst>
          </p:cNvPr>
          <p:cNvSpPr>
            <a:spLocks noGrp="1"/>
          </p:cNvSpPr>
          <p:nvPr>
            <p:ph type="title"/>
          </p:nvPr>
        </p:nvSpPr>
        <p:spPr>
          <a:xfrm>
            <a:off x="761998" y="0"/>
            <a:ext cx="10515600" cy="1325563"/>
          </a:xfrm>
        </p:spPr>
        <p:txBody>
          <a:bodyPr anchor="ctr">
            <a:normAutofit/>
          </a:bodyPr>
          <a:lstStyle/>
          <a:p>
            <a:r>
              <a:rPr lang="en-MY" b="1" dirty="0">
                <a:solidFill>
                  <a:schemeClr val="tx2">
                    <a:lumMod val="75000"/>
                    <a:lumOff val="25000"/>
                  </a:schemeClr>
                </a:solidFill>
              </a:rPr>
              <a:t>ERP Failure Factors – Case Study</a:t>
            </a:r>
            <a:endParaRPr lang="en-MY" dirty="0">
              <a:solidFill>
                <a:schemeClr val="tx2">
                  <a:lumMod val="75000"/>
                  <a:lumOff val="25000"/>
                </a:schemeClr>
              </a:solidFill>
            </a:endParaRPr>
          </a:p>
        </p:txBody>
      </p:sp>
      <p:pic>
        <p:nvPicPr>
          <p:cNvPr id="4" name="Picture 3">
            <a:extLst>
              <a:ext uri="{FF2B5EF4-FFF2-40B4-BE49-F238E27FC236}">
                <a16:creationId xmlns:a16="http://schemas.microsoft.com/office/drawing/2014/main" id="{F844CFBB-4494-A58A-E62B-C68E4DB4DE18}"/>
              </a:ext>
            </a:extLst>
          </p:cNvPr>
          <p:cNvPicPr>
            <a:picLocks noChangeAspect="1"/>
          </p:cNvPicPr>
          <p:nvPr/>
        </p:nvPicPr>
        <p:blipFill>
          <a:blip r:embed="rId2"/>
          <a:stretch>
            <a:fillRect/>
          </a:stretch>
        </p:blipFill>
        <p:spPr>
          <a:xfrm>
            <a:off x="1747230" y="5056426"/>
            <a:ext cx="8697539" cy="1552792"/>
          </a:xfrm>
          <a:prstGeom prst="rect">
            <a:avLst/>
          </a:prstGeom>
        </p:spPr>
      </p:pic>
      <p:pic>
        <p:nvPicPr>
          <p:cNvPr id="6" name="Picture 5">
            <a:extLst>
              <a:ext uri="{FF2B5EF4-FFF2-40B4-BE49-F238E27FC236}">
                <a16:creationId xmlns:a16="http://schemas.microsoft.com/office/drawing/2014/main" id="{181C40E6-01A9-CB33-DA38-12A6F1FDBD8C}"/>
              </a:ext>
            </a:extLst>
          </p:cNvPr>
          <p:cNvPicPr>
            <a:picLocks noChangeAspect="1"/>
          </p:cNvPicPr>
          <p:nvPr/>
        </p:nvPicPr>
        <p:blipFill>
          <a:blip r:embed="rId3"/>
          <a:stretch>
            <a:fillRect/>
          </a:stretch>
        </p:blipFill>
        <p:spPr>
          <a:xfrm>
            <a:off x="8113486" y="1573666"/>
            <a:ext cx="2929391" cy="2929391"/>
          </a:xfrm>
          <a:prstGeom prst="rect">
            <a:avLst/>
          </a:prstGeom>
        </p:spPr>
      </p:pic>
    </p:spTree>
    <p:extLst>
      <p:ext uri="{BB962C8B-B14F-4D97-AF65-F5344CB8AC3E}">
        <p14:creationId xmlns:p14="http://schemas.microsoft.com/office/powerpoint/2010/main" val="4232236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807E4-CD19-E21F-DD2F-B5C1F65C0C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5BC888-3485-07BD-9BDD-0C36B7202CB9}"/>
              </a:ext>
            </a:extLst>
          </p:cNvPr>
          <p:cNvSpPr>
            <a:spLocks noGrp="1"/>
          </p:cNvSpPr>
          <p:nvPr>
            <p:ph sz="half" idx="1"/>
          </p:nvPr>
        </p:nvSpPr>
        <p:spPr>
          <a:xfrm>
            <a:off x="460828" y="1128940"/>
            <a:ext cx="7275286" cy="4351338"/>
          </a:xfrm>
        </p:spPr>
        <p:txBody>
          <a:bodyPr>
            <a:normAutofit/>
          </a:bodyPr>
          <a:lstStyle/>
          <a:p>
            <a:pPr algn="just"/>
            <a:r>
              <a:rPr lang="en-US" sz="2000" dirty="0"/>
              <a:t>Around the turn of the 21st century, Nike was the premier name in the sneaker industry. </a:t>
            </a:r>
          </a:p>
          <a:p>
            <a:pPr algn="just"/>
            <a:r>
              <a:rPr lang="en-US" sz="2000" dirty="0"/>
              <a:t>To secure their market dominance, the company worked with i2 Technologies to develop an ERP solution for the company’s demand planning processes. </a:t>
            </a:r>
          </a:p>
          <a:p>
            <a:pPr algn="just"/>
            <a:r>
              <a:rPr lang="en-US" sz="2000" dirty="0"/>
              <a:t>However, Nike’s leadership rushed the timeframe, and their new ERP went online with major bugs that tanked the company’s ability to distribute their flagship product at the time — Air Jordans.</a:t>
            </a:r>
          </a:p>
          <a:p>
            <a:pPr algn="just"/>
            <a:r>
              <a:rPr lang="en-US" sz="2000" dirty="0"/>
              <a:t>The result was a total loss of $500 million dollars from both lost sales and project costs, as well as several lawsuits resulting from unfulfilled orders. They adopted a more robust SAP ERP in 2003.</a:t>
            </a:r>
          </a:p>
        </p:txBody>
      </p:sp>
      <p:sp>
        <p:nvSpPr>
          <p:cNvPr id="5" name="Title 1">
            <a:extLst>
              <a:ext uri="{FF2B5EF4-FFF2-40B4-BE49-F238E27FC236}">
                <a16:creationId xmlns:a16="http://schemas.microsoft.com/office/drawing/2014/main" id="{DD935A95-0E87-D060-CA15-BD259B8B84E2}"/>
              </a:ext>
            </a:extLst>
          </p:cNvPr>
          <p:cNvSpPr>
            <a:spLocks noGrp="1"/>
          </p:cNvSpPr>
          <p:nvPr>
            <p:ph type="title"/>
          </p:nvPr>
        </p:nvSpPr>
        <p:spPr>
          <a:xfrm>
            <a:off x="761998" y="0"/>
            <a:ext cx="10515600" cy="1325563"/>
          </a:xfrm>
        </p:spPr>
        <p:txBody>
          <a:bodyPr anchor="ctr">
            <a:normAutofit/>
          </a:bodyPr>
          <a:lstStyle/>
          <a:p>
            <a:r>
              <a:rPr lang="en-MY" b="1" dirty="0">
                <a:solidFill>
                  <a:schemeClr val="tx2">
                    <a:lumMod val="75000"/>
                    <a:lumOff val="25000"/>
                  </a:schemeClr>
                </a:solidFill>
              </a:rPr>
              <a:t>ERP Failure Factors – Case Study</a:t>
            </a:r>
            <a:endParaRPr lang="en-MY" dirty="0">
              <a:solidFill>
                <a:schemeClr val="tx2">
                  <a:lumMod val="75000"/>
                  <a:lumOff val="25000"/>
                </a:schemeClr>
              </a:solidFill>
            </a:endParaRPr>
          </a:p>
        </p:txBody>
      </p:sp>
      <p:pic>
        <p:nvPicPr>
          <p:cNvPr id="7170" name="Picture 2" descr="NIKE, Inc. Logos —">
            <a:extLst>
              <a:ext uri="{FF2B5EF4-FFF2-40B4-BE49-F238E27FC236}">
                <a16:creationId xmlns:a16="http://schemas.microsoft.com/office/drawing/2014/main" id="{A5DB27E3-DB00-CC59-353C-2A55D9C4D6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1633" y="1570938"/>
            <a:ext cx="3290766" cy="21898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662B176-6A9E-4DD5-1BC7-9E166A09D974}"/>
              </a:ext>
            </a:extLst>
          </p:cNvPr>
          <p:cNvPicPr>
            <a:picLocks noChangeAspect="1"/>
          </p:cNvPicPr>
          <p:nvPr/>
        </p:nvPicPr>
        <p:blipFill>
          <a:blip r:embed="rId3"/>
          <a:stretch>
            <a:fillRect/>
          </a:stretch>
        </p:blipFill>
        <p:spPr>
          <a:xfrm>
            <a:off x="1315688" y="5480278"/>
            <a:ext cx="8621328" cy="819264"/>
          </a:xfrm>
          <a:prstGeom prst="rect">
            <a:avLst/>
          </a:prstGeom>
        </p:spPr>
      </p:pic>
    </p:spTree>
    <p:extLst>
      <p:ext uri="{BB962C8B-B14F-4D97-AF65-F5344CB8AC3E}">
        <p14:creationId xmlns:p14="http://schemas.microsoft.com/office/powerpoint/2010/main" val="196135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47E12-7372-FDFF-209E-C8EA51729E1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BE31BFF-9398-148A-F2B9-A34D16A68E5C}"/>
              </a:ext>
            </a:extLst>
          </p:cNvPr>
          <p:cNvPicPr>
            <a:picLocks noChangeAspect="1"/>
          </p:cNvPicPr>
          <p:nvPr/>
        </p:nvPicPr>
        <p:blipFill>
          <a:blip r:embed="rId3"/>
          <a:srcRect b="23365"/>
          <a:stretch>
            <a:fillRect/>
          </a:stretch>
        </p:blipFill>
        <p:spPr>
          <a:xfrm>
            <a:off x="2869991" y="67706"/>
            <a:ext cx="6452017" cy="6722587"/>
          </a:xfrm>
          <a:prstGeom prst="rect">
            <a:avLst/>
          </a:prstGeom>
        </p:spPr>
      </p:pic>
    </p:spTree>
    <p:extLst>
      <p:ext uri="{BB962C8B-B14F-4D97-AF65-F5344CB8AC3E}">
        <p14:creationId xmlns:p14="http://schemas.microsoft.com/office/powerpoint/2010/main" val="677214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D6D8-3424-1FFF-729D-FD63C921EE6E}"/>
              </a:ext>
            </a:extLst>
          </p:cNvPr>
          <p:cNvSpPr>
            <a:spLocks noGrp="1"/>
          </p:cNvSpPr>
          <p:nvPr>
            <p:ph type="title"/>
          </p:nvPr>
        </p:nvSpPr>
        <p:spPr>
          <a:xfrm>
            <a:off x="219075" y="145556"/>
            <a:ext cx="10515600" cy="1325563"/>
          </a:xfrm>
        </p:spPr>
        <p:txBody>
          <a:bodyPr/>
          <a:lstStyle/>
          <a:p>
            <a:r>
              <a:rPr lang="en-MY" b="1" dirty="0">
                <a:solidFill>
                  <a:schemeClr val="tx2">
                    <a:lumMod val="75000"/>
                    <a:lumOff val="25000"/>
                  </a:schemeClr>
                </a:solidFill>
              </a:rPr>
              <a:t>ERP</a:t>
            </a:r>
            <a:endParaRPr lang="en-MY" dirty="0">
              <a:solidFill>
                <a:schemeClr val="tx2">
                  <a:lumMod val="75000"/>
                  <a:lumOff val="25000"/>
                </a:schemeClr>
              </a:solidFill>
            </a:endParaRPr>
          </a:p>
        </p:txBody>
      </p:sp>
      <p:pic>
        <p:nvPicPr>
          <p:cNvPr id="2052" name="Picture 4" descr="Download Free Thinking Icons in PNG &amp; SVG">
            <a:extLst>
              <a:ext uri="{FF2B5EF4-FFF2-40B4-BE49-F238E27FC236}">
                <a16:creationId xmlns:a16="http://schemas.microsoft.com/office/drawing/2014/main" id="{93558290-8372-9DAA-CB7C-B94251D699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5788" y="2687717"/>
            <a:ext cx="2432001" cy="2432001"/>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40CBED22-680E-A570-A402-8977ACDDE889}"/>
              </a:ext>
            </a:extLst>
          </p:cNvPr>
          <p:cNvGrpSpPr/>
          <p:nvPr/>
        </p:nvGrpSpPr>
        <p:grpSpPr>
          <a:xfrm>
            <a:off x="9529118" y="192713"/>
            <a:ext cx="2443807" cy="1342216"/>
            <a:chOff x="7997824" y="625471"/>
            <a:chExt cx="2443807" cy="1342216"/>
          </a:xfrm>
        </p:grpSpPr>
        <p:pic>
          <p:nvPicPr>
            <p:cNvPr id="8" name="Picture 7">
              <a:extLst>
                <a:ext uri="{FF2B5EF4-FFF2-40B4-BE49-F238E27FC236}">
                  <a16:creationId xmlns:a16="http://schemas.microsoft.com/office/drawing/2014/main" id="{38A8DA54-56A4-F743-A483-AFE430D5D3DF}"/>
                </a:ext>
              </a:extLst>
            </p:cNvPr>
            <p:cNvPicPr>
              <a:picLocks noChangeAspect="1"/>
            </p:cNvPicPr>
            <p:nvPr/>
          </p:nvPicPr>
          <p:blipFill>
            <a:blip r:embed="rId4"/>
            <a:stretch>
              <a:fillRect/>
            </a:stretch>
          </p:blipFill>
          <p:spPr>
            <a:xfrm>
              <a:off x="7997824" y="625471"/>
              <a:ext cx="1325563" cy="1325563"/>
            </a:xfrm>
            <a:prstGeom prst="rect">
              <a:avLst/>
            </a:prstGeom>
          </p:spPr>
        </p:pic>
        <p:sp>
          <p:nvSpPr>
            <p:cNvPr id="9" name="TextBox 8">
              <a:extLst>
                <a:ext uri="{FF2B5EF4-FFF2-40B4-BE49-F238E27FC236}">
                  <a16:creationId xmlns:a16="http://schemas.microsoft.com/office/drawing/2014/main" id="{BA6F4A87-E8CC-FF3C-75C7-D89ADFA15651}"/>
                </a:ext>
              </a:extLst>
            </p:cNvPr>
            <p:cNvSpPr txBox="1"/>
            <p:nvPr/>
          </p:nvSpPr>
          <p:spPr>
            <a:xfrm>
              <a:off x="8998672" y="1506022"/>
              <a:ext cx="1442959" cy="461665"/>
            </a:xfrm>
            <a:prstGeom prst="rect">
              <a:avLst/>
            </a:prstGeom>
            <a:solidFill>
              <a:srgbClr val="506CAF"/>
            </a:solidFill>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MY" sz="2400" b="1" dirty="0">
                  <a:latin typeface="Bahnschrift" panose="020B0502040204020203" pitchFamily="34" charset="0"/>
                </a:rPr>
                <a:t>ACTIVITY</a:t>
              </a:r>
            </a:p>
          </p:txBody>
        </p:sp>
      </p:grpSp>
      <p:sp>
        <p:nvSpPr>
          <p:cNvPr id="20" name="TextBox 19">
            <a:extLst>
              <a:ext uri="{FF2B5EF4-FFF2-40B4-BE49-F238E27FC236}">
                <a16:creationId xmlns:a16="http://schemas.microsoft.com/office/drawing/2014/main" id="{799B3F22-CEC3-2FA6-D319-B4B5446122A1}"/>
              </a:ext>
            </a:extLst>
          </p:cNvPr>
          <p:cNvSpPr txBox="1"/>
          <p:nvPr/>
        </p:nvSpPr>
        <p:spPr>
          <a:xfrm>
            <a:off x="219075" y="1092965"/>
            <a:ext cx="4791075" cy="461665"/>
          </a:xfrm>
          <a:prstGeom prst="rect">
            <a:avLst/>
          </a:prstGeom>
          <a:solidFill>
            <a:srgbClr val="506CAF"/>
          </a:solidFill>
        </p:spPr>
        <p:style>
          <a:lnRef idx="3">
            <a:schemeClr val="lt1"/>
          </a:lnRef>
          <a:fillRef idx="1">
            <a:schemeClr val="accent1"/>
          </a:fillRef>
          <a:effectRef idx="1">
            <a:schemeClr val="accent1"/>
          </a:effectRef>
          <a:fontRef idx="minor">
            <a:schemeClr val="lt1"/>
          </a:fontRef>
        </p:style>
        <p:txBody>
          <a:bodyPr wrap="square">
            <a:spAutoFit/>
          </a:bodyPr>
          <a:lstStyle/>
          <a:p>
            <a:r>
              <a:rPr lang="en-MY" sz="2400" b="1" cap="all" dirty="0"/>
              <a:t>quiz</a:t>
            </a:r>
            <a:endParaRPr lang="en-MY" sz="2400" b="1" cap="all" dirty="0">
              <a:latin typeface="Bahnschrift" panose="020B0502040204020203" pitchFamily="34" charset="0"/>
            </a:endParaRPr>
          </a:p>
        </p:txBody>
      </p:sp>
      <p:pic>
        <p:nvPicPr>
          <p:cNvPr id="4" name="Picture 3">
            <a:extLst>
              <a:ext uri="{FF2B5EF4-FFF2-40B4-BE49-F238E27FC236}">
                <a16:creationId xmlns:a16="http://schemas.microsoft.com/office/drawing/2014/main" id="{9EA342D0-44AF-3077-AE46-9FCD9EDA23FB}"/>
              </a:ext>
            </a:extLst>
          </p:cNvPr>
          <p:cNvPicPr>
            <a:picLocks noChangeAspect="1"/>
          </p:cNvPicPr>
          <p:nvPr/>
        </p:nvPicPr>
        <p:blipFill>
          <a:blip r:embed="rId5"/>
          <a:stretch>
            <a:fillRect/>
          </a:stretch>
        </p:blipFill>
        <p:spPr>
          <a:xfrm>
            <a:off x="5213970" y="2000190"/>
            <a:ext cx="4115374" cy="4105848"/>
          </a:xfrm>
          <a:prstGeom prst="rect">
            <a:avLst/>
          </a:prstGeom>
        </p:spPr>
      </p:pic>
    </p:spTree>
    <p:extLst>
      <p:ext uri="{BB962C8B-B14F-4D97-AF65-F5344CB8AC3E}">
        <p14:creationId xmlns:p14="http://schemas.microsoft.com/office/powerpoint/2010/main" val="23471278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3888C-D112-D0EC-CD99-2052B5AFE59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EF258EA-B886-3A3C-ACD8-5AA289620DD8}"/>
              </a:ext>
            </a:extLst>
          </p:cNvPr>
          <p:cNvSpPr/>
          <p:nvPr/>
        </p:nvSpPr>
        <p:spPr>
          <a:xfrm>
            <a:off x="1524000" y="6741368"/>
            <a:ext cx="9144000" cy="98854"/>
          </a:xfrm>
          <a:prstGeom prst="rect">
            <a:avLst/>
          </a:prstGeom>
          <a:solidFill>
            <a:srgbClr val="00B0F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a:extLst>
              <a:ext uri="{FF2B5EF4-FFF2-40B4-BE49-F238E27FC236}">
                <a16:creationId xmlns:a16="http://schemas.microsoft.com/office/drawing/2014/main" id="{C6F8E282-DF2D-76DF-F630-D2281E06E58C}"/>
              </a:ext>
            </a:extLst>
          </p:cNvPr>
          <p:cNvSpPr>
            <a:spLocks noGrp="1"/>
          </p:cNvSpPr>
          <p:nvPr>
            <p:ph type="sldNum" sz="quarter" idx="12"/>
          </p:nvPr>
        </p:nvSpPr>
        <p:spPr/>
        <p:txBody>
          <a:bodyPr/>
          <a:lstStyle/>
          <a:p>
            <a:fld id="{F2136D6C-3286-4AB1-909B-B489D6AE6C1F}" type="slidenum">
              <a:rPr lang="en-US" smtClean="0"/>
              <a:pPr/>
              <a:t>41</a:t>
            </a:fld>
            <a:endParaRPr lang="en-US"/>
          </a:p>
        </p:txBody>
      </p:sp>
      <p:sp>
        <p:nvSpPr>
          <p:cNvPr id="12" name="Title 1">
            <a:extLst>
              <a:ext uri="{FF2B5EF4-FFF2-40B4-BE49-F238E27FC236}">
                <a16:creationId xmlns:a16="http://schemas.microsoft.com/office/drawing/2014/main" id="{7B97BA19-7BD4-8693-525D-8EB89FB2E7E6}"/>
              </a:ext>
            </a:extLst>
          </p:cNvPr>
          <p:cNvSpPr>
            <a:spLocks noGrp="1"/>
          </p:cNvSpPr>
          <p:nvPr>
            <p:ph type="title"/>
          </p:nvPr>
        </p:nvSpPr>
        <p:spPr>
          <a:xfrm>
            <a:off x="385763" y="165100"/>
            <a:ext cx="10515600" cy="1325563"/>
          </a:xfrm>
        </p:spPr>
        <p:txBody>
          <a:bodyPr/>
          <a:lstStyle/>
          <a:p>
            <a:r>
              <a:rPr lang="en-US" b="1" dirty="0">
                <a:solidFill>
                  <a:schemeClr val="tx2">
                    <a:lumMod val="75000"/>
                    <a:lumOff val="25000"/>
                  </a:schemeClr>
                </a:solidFill>
              </a:rPr>
              <a:t>Summary</a:t>
            </a:r>
          </a:p>
        </p:txBody>
      </p:sp>
      <p:sp>
        <p:nvSpPr>
          <p:cNvPr id="6" name="Content Placeholder 5">
            <a:extLst>
              <a:ext uri="{FF2B5EF4-FFF2-40B4-BE49-F238E27FC236}">
                <a16:creationId xmlns:a16="http://schemas.microsoft.com/office/drawing/2014/main" id="{D7DB410E-84A7-9AF1-DA51-751B48B45E7D}"/>
              </a:ext>
            </a:extLst>
          </p:cNvPr>
          <p:cNvSpPr>
            <a:spLocks noGrp="1"/>
          </p:cNvSpPr>
          <p:nvPr>
            <p:ph idx="1"/>
          </p:nvPr>
        </p:nvSpPr>
        <p:spPr/>
        <p:txBody>
          <a:bodyPr>
            <a:normAutofit fontScale="92500" lnSpcReduction="20000"/>
          </a:bodyPr>
          <a:lstStyle/>
          <a:p>
            <a:pPr algn="just"/>
            <a:r>
              <a:rPr lang="en-US" dirty="0"/>
              <a:t>ERP implementation projects are significant undertakings that require careful planning and monitoring. By establishing and tracking the right KPIs and adhering to critical success factors, organizations can increase their chances of a successful ERP implementation. Remember that ERP implementation is not just about technology; it's a strategic initiative that can transform how a business operates, making it imperative to get it right.</a:t>
            </a:r>
          </a:p>
          <a:p>
            <a:pPr algn="just"/>
            <a:r>
              <a:rPr lang="en-US" dirty="0"/>
              <a:t>ERP (Enterprise Resource Planning) failures are a significant concern in digital transformation, with high failure rates often stemming from a variety of factors. Common causes include poorly defined system requirements, lack of executive buy-in, inadequate training, insufficient testing, and poor project management. These failures can lead to substantial financial losses, operational disruptions, and reputational damage. </a:t>
            </a:r>
            <a:endParaRPr lang="en-MY" dirty="0"/>
          </a:p>
          <a:p>
            <a:endParaRPr lang="en-MY" dirty="0"/>
          </a:p>
          <a:p>
            <a:pPr marL="457200" lvl="1" indent="0">
              <a:buNone/>
            </a:pPr>
            <a:endParaRPr lang="en-MY" dirty="0"/>
          </a:p>
        </p:txBody>
      </p:sp>
    </p:spTree>
    <p:extLst>
      <p:ext uri="{BB962C8B-B14F-4D97-AF65-F5344CB8AC3E}">
        <p14:creationId xmlns:p14="http://schemas.microsoft.com/office/powerpoint/2010/main" val="37945353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gital Blue Tunnel 16x9">
  <a:themeElements>
    <a:clrScheme name="Digital Blue Tunnel">
      <a:dk1>
        <a:srgbClr val="000000"/>
      </a:dk1>
      <a:lt1>
        <a:sysClr val="window" lastClr="FFFFFF"/>
      </a:lt1>
      <a:dk2>
        <a:srgbClr val="001027"/>
      </a:dk2>
      <a:lt2>
        <a:srgbClr val="C1EBF7"/>
      </a:lt2>
      <a:accent1>
        <a:srgbClr val="56C5FF"/>
      </a:accent1>
      <a:accent2>
        <a:srgbClr val="4BB836"/>
      </a:accent2>
      <a:accent3>
        <a:srgbClr val="F8B004"/>
      </a:accent3>
      <a:accent4>
        <a:srgbClr val="972ACD"/>
      </a:accent4>
      <a:accent5>
        <a:srgbClr val="F86E24"/>
      </a:accent5>
      <a:accent6>
        <a:srgbClr val="DB30C7"/>
      </a:accent6>
      <a:hlink>
        <a:srgbClr val="F8B004"/>
      </a:hlink>
      <a:folHlink>
        <a:srgbClr val="969696"/>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895261.potx" id="{4CBF9558-C12D-4F51-9AA3-9D0796951DBC}" vid="{FFC159E6-A134-46E7-B1A0-C306E39FC295}"/>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564C74F618614CA838BA6D6D72AB6C" ma:contentTypeVersion="5" ma:contentTypeDescription="Create a new document." ma:contentTypeScope="" ma:versionID="6d5f4807e556fbe766768ee3e6e64d73">
  <xsd:schema xmlns:xsd="http://www.w3.org/2001/XMLSchema" xmlns:xs="http://www.w3.org/2001/XMLSchema" xmlns:p="http://schemas.microsoft.com/office/2006/metadata/properties" xmlns:ns2="61210c74-7046-444b-9e6c-7757b62ea557" targetNamespace="http://schemas.microsoft.com/office/2006/metadata/properties" ma:root="true" ma:fieldsID="f9ebc22d833cc31d435be24bad7c7d13" ns2:_="">
    <xsd:import namespace="61210c74-7046-444b-9e6c-7757b62ea557"/>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210c74-7046-444b-9e6c-7757b62ea55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753C678-B52C-4BE0-8266-44AEC77913D1}"/>
</file>

<file path=customXml/itemProps2.xml><?xml version="1.0" encoding="utf-8"?>
<ds:datastoreItem xmlns:ds="http://schemas.openxmlformats.org/officeDocument/2006/customXml" ds:itemID="{35654991-42DA-442F-A4A6-A5E6F6AE9AB5}"/>
</file>

<file path=customXml/itemProps3.xml><?xml version="1.0" encoding="utf-8"?>
<ds:datastoreItem xmlns:ds="http://schemas.openxmlformats.org/officeDocument/2006/customXml" ds:itemID="{7D055E79-6115-4B82-B2AC-63C9993177DF}"/>
</file>

<file path=docProps/app.xml><?xml version="1.0" encoding="utf-8"?>
<Properties xmlns="http://schemas.openxmlformats.org/officeDocument/2006/extended-properties" xmlns:vt="http://schemas.openxmlformats.org/officeDocument/2006/docPropsVTypes">
  <Template>Office Theme</Template>
  <TotalTime>4278</TotalTime>
  <Words>2134</Words>
  <Application>Microsoft Office PowerPoint</Application>
  <PresentationFormat>Widescreen</PresentationFormat>
  <Paragraphs>255</Paragraphs>
  <Slides>41</Slides>
  <Notes>17</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41</vt:i4>
      </vt:variant>
    </vt:vector>
  </HeadingPairs>
  <TitlesOfParts>
    <vt:vector size="51" baseType="lpstr">
      <vt:lpstr>Aptos</vt:lpstr>
      <vt:lpstr>Aptos Display</vt:lpstr>
      <vt:lpstr>Arial</vt:lpstr>
      <vt:lpstr>Bahnschrift</vt:lpstr>
      <vt:lpstr>Calibri</vt:lpstr>
      <vt:lpstr>Calibri Light</vt:lpstr>
      <vt:lpstr>Corbel</vt:lpstr>
      <vt:lpstr>Office Theme</vt:lpstr>
      <vt:lpstr>Digital Blue Tunnel 16x9</vt:lpstr>
      <vt:lpstr>1_Office Theme</vt:lpstr>
      <vt:lpstr>PowerPoint Presentation</vt:lpstr>
      <vt:lpstr>OUTLINE</vt:lpstr>
      <vt:lpstr>Learning Objectives</vt:lpstr>
      <vt:lpstr>Recap</vt:lpstr>
      <vt:lpstr>Enterprise Resource Planning (ERP)</vt:lpstr>
      <vt:lpstr>Business Function vs Business Process</vt:lpstr>
      <vt:lpstr>ERP Implementation</vt:lpstr>
      <vt:lpstr>What is ERP Implementation? </vt:lpstr>
      <vt:lpstr>What is ERP Implementation Process? </vt:lpstr>
      <vt:lpstr>ERP Implementation</vt:lpstr>
      <vt:lpstr>ERP Implementation</vt:lpstr>
      <vt:lpstr>ERP Implementation</vt:lpstr>
      <vt:lpstr>ERP Implementation</vt:lpstr>
      <vt:lpstr>ERP Implementation</vt:lpstr>
      <vt:lpstr>ERP Implementation</vt:lpstr>
      <vt:lpstr>ERP Implementation</vt:lpstr>
      <vt:lpstr>ERP Implementation</vt:lpstr>
      <vt:lpstr>ERP Success Factors</vt:lpstr>
      <vt:lpstr>ERP Success Factors</vt:lpstr>
      <vt:lpstr>ERP Success Factors</vt:lpstr>
      <vt:lpstr>PowerPoint Presentation</vt:lpstr>
      <vt:lpstr>ERP Implementation KPIs</vt:lpstr>
      <vt:lpstr>ERP Implementation KPIs</vt:lpstr>
      <vt:lpstr>ERP Implementation KPIs</vt:lpstr>
      <vt:lpstr>ERP Failure Factors</vt:lpstr>
      <vt:lpstr>ERP Failure</vt:lpstr>
      <vt:lpstr>ERP Failure Factors</vt:lpstr>
      <vt:lpstr>Insufficient Testing</vt:lpstr>
      <vt:lpstr>Improper Planning</vt:lpstr>
      <vt:lpstr>Wrong Decisions</vt:lpstr>
      <vt:lpstr>Management Issues</vt:lpstr>
      <vt:lpstr>Lack of Resources</vt:lpstr>
      <vt:lpstr>Consultants Dependency</vt:lpstr>
      <vt:lpstr>Insufficient Training</vt:lpstr>
      <vt:lpstr>ERP Failure Factors – Case Study</vt:lpstr>
      <vt:lpstr>ERP Failure Factors – Case Study</vt:lpstr>
      <vt:lpstr>ERP Failure Factors – Case Study</vt:lpstr>
      <vt:lpstr>ERP Failure Factors – Case Study</vt:lpstr>
      <vt:lpstr>PowerPoint Presentation</vt:lpstr>
      <vt:lpstr>ERP</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Nazleeni Samiha Bt Haron (ACAD/UTP)</dc:creator>
  <cp:lastModifiedBy>Nazleeni Samiha Bt Haron (FSMC/UTP)</cp:lastModifiedBy>
  <cp:revision>182</cp:revision>
  <dcterms:created xsi:type="dcterms:W3CDTF">2016-08-05T21:30:10Z</dcterms:created>
  <dcterms:modified xsi:type="dcterms:W3CDTF">2025-07-21T00:23:39Z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0x010100AF564C74F618614CA838BA6D6D72AB6C</vt:lpwstr>
  </property>
</Properties>
</file>