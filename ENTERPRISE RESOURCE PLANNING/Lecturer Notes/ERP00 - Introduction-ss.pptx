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5" r:id="rId5"/>
  </p:sldMasterIdLst>
  <p:notesMasterIdLst>
    <p:notesMasterId r:id="rId20"/>
  </p:notesMasterIdLst>
  <p:sldIdLst>
    <p:sldId id="285" r:id="rId6"/>
    <p:sldId id="300" r:id="rId7"/>
    <p:sldId id="288" r:id="rId8"/>
    <p:sldId id="328" r:id="rId9"/>
    <p:sldId id="304" r:id="rId10"/>
    <p:sldId id="329" r:id="rId11"/>
    <p:sldId id="330" r:id="rId12"/>
    <p:sldId id="336" r:id="rId13"/>
    <p:sldId id="337" r:id="rId14"/>
    <p:sldId id="332" r:id="rId15"/>
    <p:sldId id="333" r:id="rId16"/>
    <p:sldId id="334" r:id="rId17"/>
    <p:sldId id="335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403FB7-EF22-4211-B94D-E94FE4BDD63E}">
          <p14:sldIdLst>
            <p14:sldId id="285"/>
            <p14:sldId id="300"/>
            <p14:sldId id="288"/>
            <p14:sldId id="328"/>
            <p14:sldId id="304"/>
            <p14:sldId id="329"/>
            <p14:sldId id="330"/>
            <p14:sldId id="336"/>
            <p14:sldId id="337"/>
            <p14:sldId id="332"/>
            <p14:sldId id="333"/>
            <p14:sldId id="334"/>
            <p14:sldId id="335"/>
          </p14:sldIdLst>
        </p14:section>
        <p14:section name="Untitled Section" id="{CADDDADC-6354-45CD-9EDE-E670B1F583F7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ur Syafiqah Zamri" initials="NS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5F1"/>
    <a:srgbClr val="B8CCE4"/>
    <a:srgbClr val="D08E0C"/>
    <a:srgbClr val="C88B11"/>
    <a:srgbClr val="FF9933"/>
    <a:srgbClr val="004B84"/>
    <a:srgbClr val="004B85"/>
    <a:srgbClr val="A72005"/>
    <a:srgbClr val="CC2706"/>
    <a:srgbClr val="D428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896" autoAdjust="0"/>
  </p:normalViewPr>
  <p:slideViewPr>
    <p:cSldViewPr snapToGrid="0">
      <p:cViewPr varScale="1">
        <p:scale>
          <a:sx n="144" d="100"/>
          <a:sy n="144" d="100"/>
        </p:scale>
        <p:origin x="942" y="13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66993F-154B-4281-B110-F3119A29C016}" type="doc">
      <dgm:prSet loTypeId="urn:microsoft.com/office/officeart/2011/layout/Tab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CF248F58-954B-4C17-8688-AB8FE6E2F57A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CLO 1</a:t>
          </a:r>
        </a:p>
      </dgm:t>
    </dgm:pt>
    <dgm:pt modelId="{CE92040F-75A7-4B0A-9862-EDAC62C7D673}" type="parTrans" cxnId="{A7CA90D5-87AF-4D2C-91A2-AC624A40AD8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1CA858C-1D49-4296-98D9-F4E9553FF424}" type="sibTrans" cxnId="{A7CA90D5-87AF-4D2C-91A2-AC624A40AD8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0CB13FF-A560-48A6-BB91-BA4E1FC9411C}">
      <dgm:prSet phldrT="[Text]" phldr="1"/>
      <dgm:spPr/>
      <dgm:t>
        <a:bodyPr/>
        <a:lstStyle/>
        <a:p>
          <a:endParaRPr lang="en-MY" dirty="0">
            <a:latin typeface="Bahnschrift" panose="020B0502040204020203" pitchFamily="34" charset="0"/>
          </a:endParaRPr>
        </a:p>
      </dgm:t>
    </dgm:pt>
    <dgm:pt modelId="{A329D9EA-953A-45F6-8C02-74260A422617}" type="parTrans" cxnId="{85BAE196-5867-4851-826B-C0709CEEB7E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EE525B0-3B8F-4EAB-9365-56D0BF40B724}" type="sibTrans" cxnId="{85BAE196-5867-4851-826B-C0709CEEB7E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08192E2-A8AF-4C32-BB5D-984D9A06105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CLO 2</a:t>
          </a:r>
        </a:p>
      </dgm:t>
    </dgm:pt>
    <dgm:pt modelId="{9B94C735-C7BC-4362-8C9E-13B565340BC1}" type="parTrans" cxnId="{35C01B23-9EAD-4180-909F-CBB320A23FB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3C0B5BC-FA1F-457C-B2AF-0970197D4168}" type="sibTrans" cxnId="{35C01B23-9EAD-4180-909F-CBB320A23FB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F12B638-1C6A-4E6B-BC4C-A395B35BB2DD}">
      <dgm:prSet phldrT="[Text]" phldr="1"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4330F65-E171-45BA-A481-7A7AFA660382}" type="parTrans" cxnId="{25597AA1-070D-4385-8375-A4DD2A28FC6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CC43C81-41A1-46DE-A597-5E8865753BDD}" type="sibTrans" cxnId="{25597AA1-070D-4385-8375-A4DD2A28FC6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B6653A9-5A0C-44DC-90A5-4221F010B135}">
      <dgm:prSet phldrT="[Text]" custT="1"/>
      <dgm:spPr/>
      <dgm:t>
        <a:bodyPr/>
        <a:lstStyle/>
        <a:p>
          <a:r>
            <a:rPr lang="en-MY" sz="2400" dirty="0"/>
            <a:t>Discuss current trends, issues, and challenges in enterprise resource planning.</a:t>
          </a:r>
          <a:endParaRPr lang="en-MY" sz="2400" dirty="0">
            <a:latin typeface="Bahnschrift" panose="020B0502040204020203" pitchFamily="34" charset="0"/>
          </a:endParaRPr>
        </a:p>
      </dgm:t>
    </dgm:pt>
    <dgm:pt modelId="{7AB0EDB0-04F7-43F6-A232-24367037F70B}" type="parTrans" cxnId="{30C8C718-F0F2-46DC-BEA4-C847410EAF1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036EA95-0832-4787-B732-EEFAFC313D7E}" type="sibTrans" cxnId="{30C8C718-F0F2-46DC-BEA4-C847410EAF1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75FDEF75-3871-4F64-9136-AA705C3A74E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CLO 3</a:t>
          </a:r>
        </a:p>
      </dgm:t>
    </dgm:pt>
    <dgm:pt modelId="{DE019DD2-7879-44DE-B9A0-674E6A6ADC98}" type="parTrans" cxnId="{A5FEB9E8-EE22-42FA-971B-DF09667ED312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83F1270-DA2A-4888-B233-12FD2FB47D22}" type="sibTrans" cxnId="{A5FEB9E8-EE22-42FA-971B-DF09667ED312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B02116F7-5ED0-4DFA-86F0-4E1C76B4AA15}">
      <dgm:prSet phldrT="[Text]" phldr="1"/>
      <dgm:spPr/>
      <dgm:t>
        <a:bodyPr/>
        <a:lstStyle/>
        <a:p>
          <a:endParaRPr lang="en-MY" dirty="0">
            <a:latin typeface="Bahnschrift" panose="020B0502040204020203" pitchFamily="34" charset="0"/>
          </a:endParaRPr>
        </a:p>
      </dgm:t>
    </dgm:pt>
    <dgm:pt modelId="{DDAC8528-A027-45BD-964F-ADB575AA16E2}" type="parTrans" cxnId="{20300543-F30B-4A13-B41A-4E43C21EA6D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167681B-1454-4F16-A5F5-DBF24860DF98}" type="sibTrans" cxnId="{20300543-F30B-4A13-B41A-4E43C21EA6D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5D3D6CF-4C4E-4A2A-967E-26C3271CFB70}">
      <dgm:prSet phldrT="[Text]" custT="1"/>
      <dgm:spPr/>
      <dgm:t>
        <a:bodyPr/>
        <a:lstStyle/>
        <a:p>
          <a:r>
            <a:rPr lang="en-MY" sz="2400" dirty="0"/>
            <a:t>Apply knowledge concepts into implementation.</a:t>
          </a:r>
          <a:endParaRPr lang="en-MY" sz="2400" dirty="0">
            <a:latin typeface="Bahnschrift" panose="020B0502040204020203" pitchFamily="34" charset="0"/>
          </a:endParaRPr>
        </a:p>
      </dgm:t>
    </dgm:pt>
    <dgm:pt modelId="{BD3532A8-D7D8-4014-BD0F-40560045573E}" type="parTrans" cxnId="{52FCE8A9-675A-4DF6-B3C8-175AF13B5B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131349D-C56E-4E68-83DE-3ABEEE23997D}" type="sibTrans" cxnId="{52FCE8A9-675A-4DF6-B3C8-175AF13B5B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063CFD4-BC45-4307-8712-5CED633BFFA3}">
      <dgm:prSet custT="1"/>
      <dgm:spPr/>
      <dgm:t>
        <a:bodyPr/>
        <a:lstStyle/>
        <a:p>
          <a:pPr>
            <a:buNone/>
          </a:pPr>
          <a:r>
            <a:rPr lang="en-MY" sz="2400" dirty="0"/>
            <a:t>Demonstrate understanding on the concepts of enterprise resources.</a:t>
          </a:r>
          <a:endParaRPr lang="en-MY" sz="2400" b="1" dirty="0"/>
        </a:p>
      </dgm:t>
    </dgm:pt>
    <dgm:pt modelId="{5D55F89D-E50D-44DD-B50F-FFCAA271359F}" type="sibTrans" cxnId="{F6540F65-4F7E-4F34-BF8B-58B64F9EDB55}">
      <dgm:prSet/>
      <dgm:spPr/>
      <dgm:t>
        <a:bodyPr/>
        <a:lstStyle/>
        <a:p>
          <a:endParaRPr lang="en-MY"/>
        </a:p>
      </dgm:t>
    </dgm:pt>
    <dgm:pt modelId="{DB6B208D-2DC3-48A6-A847-5B848378A81C}" type="parTrans" cxnId="{F6540F65-4F7E-4F34-BF8B-58B64F9EDB55}">
      <dgm:prSet/>
      <dgm:spPr/>
      <dgm:t>
        <a:bodyPr/>
        <a:lstStyle/>
        <a:p>
          <a:endParaRPr lang="en-MY"/>
        </a:p>
      </dgm:t>
    </dgm:pt>
    <dgm:pt modelId="{6C8775C8-1BD9-47D4-A056-019069CD9283}" type="pres">
      <dgm:prSet presAssocID="{3666993F-154B-4281-B110-F3119A29C01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1093750C-29B8-4545-BFD6-2422637A7C76}" type="pres">
      <dgm:prSet presAssocID="{CF248F58-954B-4C17-8688-AB8FE6E2F57A}" presName="composite" presStyleCnt="0"/>
      <dgm:spPr/>
    </dgm:pt>
    <dgm:pt modelId="{756958E8-EACF-4BE2-957F-45FB371AA288}" type="pres">
      <dgm:prSet presAssocID="{CF248F58-954B-4C17-8688-AB8FE6E2F57A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2351286E-1B27-4284-8189-FCCD13F0A85D}" type="pres">
      <dgm:prSet presAssocID="{CF248F58-954B-4C17-8688-AB8FE6E2F57A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9DACFEDC-56C3-46D0-9500-48709CA0E378}" type="pres">
      <dgm:prSet presAssocID="{CF248F58-954B-4C17-8688-AB8FE6E2F57A}" presName="Accent" presStyleLbl="parChTrans1D1" presStyleIdx="0" presStyleCnt="3"/>
      <dgm:spPr/>
    </dgm:pt>
    <dgm:pt modelId="{2A8CCB9B-CDFF-4571-92B6-631B9A710E04}" type="pres">
      <dgm:prSet presAssocID="{CF248F58-954B-4C17-8688-AB8FE6E2F57A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95F82493-0A76-40EB-8146-FC0AFFE78065}" type="pres">
      <dgm:prSet presAssocID="{81CA858C-1D49-4296-98D9-F4E9553FF424}" presName="sibTrans" presStyleCnt="0"/>
      <dgm:spPr/>
    </dgm:pt>
    <dgm:pt modelId="{2E0F91F3-EEE4-4FA1-8B04-80ED4C85C979}" type="pres">
      <dgm:prSet presAssocID="{308192E2-A8AF-4C32-BB5D-984D9A06105D}" presName="composite" presStyleCnt="0"/>
      <dgm:spPr/>
    </dgm:pt>
    <dgm:pt modelId="{E2D72C84-953A-49AC-A1A0-8EC173CF11B5}" type="pres">
      <dgm:prSet presAssocID="{308192E2-A8AF-4C32-BB5D-984D9A06105D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34C84371-722F-4FD1-AA09-87B52F699EF7}" type="pres">
      <dgm:prSet presAssocID="{308192E2-A8AF-4C32-BB5D-984D9A06105D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F297F646-AA8B-4F6F-8152-F41ED17552D3}" type="pres">
      <dgm:prSet presAssocID="{308192E2-A8AF-4C32-BB5D-984D9A06105D}" presName="Accent" presStyleLbl="parChTrans1D1" presStyleIdx="1" presStyleCnt="3"/>
      <dgm:spPr/>
    </dgm:pt>
    <dgm:pt modelId="{9E7EA2C4-3B06-4602-BCD8-6449830B25F0}" type="pres">
      <dgm:prSet presAssocID="{308192E2-A8AF-4C32-BB5D-984D9A06105D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84059D4D-C951-4832-963A-E073AAD1FA12}" type="pres">
      <dgm:prSet presAssocID="{33C0B5BC-FA1F-457C-B2AF-0970197D4168}" presName="sibTrans" presStyleCnt="0"/>
      <dgm:spPr/>
    </dgm:pt>
    <dgm:pt modelId="{E2586FC0-BF20-4F04-971F-C6A2EE63DBB9}" type="pres">
      <dgm:prSet presAssocID="{75FDEF75-3871-4F64-9136-AA705C3A74E8}" presName="composite" presStyleCnt="0"/>
      <dgm:spPr/>
    </dgm:pt>
    <dgm:pt modelId="{A59A4F3D-52A6-4189-B5CB-60ACD5347924}" type="pres">
      <dgm:prSet presAssocID="{75FDEF75-3871-4F64-9136-AA705C3A74E8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CF6DD518-BAE6-4C61-9985-835B8F82A5BD}" type="pres">
      <dgm:prSet presAssocID="{75FDEF75-3871-4F64-9136-AA705C3A74E8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1AA00F7C-DC88-41DB-9AE9-90FA0E1D10AC}" type="pres">
      <dgm:prSet presAssocID="{75FDEF75-3871-4F64-9136-AA705C3A74E8}" presName="Accent" presStyleLbl="parChTrans1D1" presStyleIdx="2" presStyleCnt="3"/>
      <dgm:spPr/>
    </dgm:pt>
    <dgm:pt modelId="{CDB916D5-4609-4D9A-B6C5-067D06C650B5}" type="pres">
      <dgm:prSet presAssocID="{75FDEF75-3871-4F64-9136-AA705C3A74E8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30C8C718-F0F2-46DC-BEA4-C847410EAF1E}" srcId="{308192E2-A8AF-4C32-BB5D-984D9A06105D}" destId="{2B6653A9-5A0C-44DC-90A5-4221F010B135}" srcOrd="1" destOrd="0" parTransId="{7AB0EDB0-04F7-43F6-A232-24367037F70B}" sibTransId="{1036EA95-0832-4787-B732-EEFAFC313D7E}"/>
    <dgm:cxn modelId="{35C01B23-9EAD-4180-909F-CBB320A23FBD}" srcId="{3666993F-154B-4281-B110-F3119A29C016}" destId="{308192E2-A8AF-4C32-BB5D-984D9A06105D}" srcOrd="1" destOrd="0" parTransId="{9B94C735-C7BC-4362-8C9E-13B565340BC1}" sibTransId="{33C0B5BC-FA1F-457C-B2AF-0970197D4168}"/>
    <dgm:cxn modelId="{A620053B-1BDE-4D34-89B6-98D22EE7F139}" type="presOf" srcId="{2F12B638-1C6A-4E6B-BC4C-A395B35BB2DD}" destId="{E2D72C84-953A-49AC-A1A0-8EC173CF11B5}" srcOrd="0" destOrd="0" presId="urn:microsoft.com/office/officeart/2011/layout/TabList"/>
    <dgm:cxn modelId="{12D4FC3E-4E29-4984-90FF-566CE4EDDEDE}" type="presOf" srcId="{308192E2-A8AF-4C32-BB5D-984D9A06105D}" destId="{34C84371-722F-4FD1-AA09-87B52F699EF7}" srcOrd="0" destOrd="0" presId="urn:microsoft.com/office/officeart/2011/layout/TabList"/>
    <dgm:cxn modelId="{20300543-F30B-4A13-B41A-4E43C21EA6D9}" srcId="{75FDEF75-3871-4F64-9136-AA705C3A74E8}" destId="{B02116F7-5ED0-4DFA-86F0-4E1C76B4AA15}" srcOrd="0" destOrd="0" parTransId="{DDAC8528-A027-45BD-964F-ADB575AA16E2}" sibTransId="{F167681B-1454-4F16-A5F5-DBF24860DF98}"/>
    <dgm:cxn modelId="{F6540F65-4F7E-4F34-BF8B-58B64F9EDB55}" srcId="{CF248F58-954B-4C17-8688-AB8FE6E2F57A}" destId="{3063CFD4-BC45-4307-8712-5CED633BFFA3}" srcOrd="1" destOrd="0" parTransId="{DB6B208D-2DC3-48A6-A847-5B848378A81C}" sibTransId="{5D55F89D-E50D-44DD-B50F-FFCAA271359F}"/>
    <dgm:cxn modelId="{CDED5C67-E42C-4689-82B7-56B810CE1DF7}" type="presOf" srcId="{20CB13FF-A560-48A6-BB91-BA4E1FC9411C}" destId="{756958E8-EACF-4BE2-957F-45FB371AA288}" srcOrd="0" destOrd="0" presId="urn:microsoft.com/office/officeart/2011/layout/TabList"/>
    <dgm:cxn modelId="{678C0777-2A76-4C61-89E8-296785B74512}" type="presOf" srcId="{3063CFD4-BC45-4307-8712-5CED633BFFA3}" destId="{2A8CCB9B-CDFF-4571-92B6-631B9A710E04}" srcOrd="0" destOrd="0" presId="urn:microsoft.com/office/officeart/2011/layout/TabList"/>
    <dgm:cxn modelId="{7F0A4F58-D363-4CB7-B722-684C7910B5C5}" type="presOf" srcId="{3666993F-154B-4281-B110-F3119A29C016}" destId="{6C8775C8-1BD9-47D4-A056-019069CD9283}" srcOrd="0" destOrd="0" presId="urn:microsoft.com/office/officeart/2011/layout/TabList"/>
    <dgm:cxn modelId="{08D45982-8D9A-46A3-B7A5-E7B47AF5D62E}" type="presOf" srcId="{75FDEF75-3871-4F64-9136-AA705C3A74E8}" destId="{CF6DD518-BAE6-4C61-9985-835B8F82A5BD}" srcOrd="0" destOrd="0" presId="urn:microsoft.com/office/officeart/2011/layout/TabList"/>
    <dgm:cxn modelId="{85BAE196-5867-4851-826B-C0709CEEB7E4}" srcId="{CF248F58-954B-4C17-8688-AB8FE6E2F57A}" destId="{20CB13FF-A560-48A6-BB91-BA4E1FC9411C}" srcOrd="0" destOrd="0" parTransId="{A329D9EA-953A-45F6-8C02-74260A422617}" sibTransId="{CEE525B0-3B8F-4EAB-9365-56D0BF40B724}"/>
    <dgm:cxn modelId="{25597AA1-070D-4385-8375-A4DD2A28FC6C}" srcId="{308192E2-A8AF-4C32-BB5D-984D9A06105D}" destId="{2F12B638-1C6A-4E6B-BC4C-A395B35BB2DD}" srcOrd="0" destOrd="0" parTransId="{94330F65-E171-45BA-A481-7A7AFA660382}" sibTransId="{ACC43C81-41A1-46DE-A597-5E8865753BDD}"/>
    <dgm:cxn modelId="{52FCE8A9-675A-4DF6-B3C8-175AF13B5BC8}" srcId="{75FDEF75-3871-4F64-9136-AA705C3A74E8}" destId="{95D3D6CF-4C4E-4A2A-967E-26C3271CFB70}" srcOrd="1" destOrd="0" parTransId="{BD3532A8-D7D8-4014-BD0F-40560045573E}" sibTransId="{2131349D-C56E-4E68-83DE-3ABEEE23997D}"/>
    <dgm:cxn modelId="{527C80C7-F0F5-4293-91E8-906546EAA2B4}" type="presOf" srcId="{B02116F7-5ED0-4DFA-86F0-4E1C76B4AA15}" destId="{A59A4F3D-52A6-4189-B5CB-60ACD5347924}" srcOrd="0" destOrd="0" presId="urn:microsoft.com/office/officeart/2011/layout/TabList"/>
    <dgm:cxn modelId="{68B932D4-3F63-45C0-B1BA-078F85330277}" type="presOf" srcId="{2B6653A9-5A0C-44DC-90A5-4221F010B135}" destId="{9E7EA2C4-3B06-4602-BCD8-6449830B25F0}" srcOrd="0" destOrd="0" presId="urn:microsoft.com/office/officeart/2011/layout/TabList"/>
    <dgm:cxn modelId="{A7CA90D5-87AF-4D2C-91A2-AC624A40AD88}" srcId="{3666993F-154B-4281-B110-F3119A29C016}" destId="{CF248F58-954B-4C17-8688-AB8FE6E2F57A}" srcOrd="0" destOrd="0" parTransId="{CE92040F-75A7-4B0A-9862-EDAC62C7D673}" sibTransId="{81CA858C-1D49-4296-98D9-F4E9553FF424}"/>
    <dgm:cxn modelId="{5BC011E2-42E1-4E43-8ADC-C892480E8740}" type="presOf" srcId="{CF248F58-954B-4C17-8688-AB8FE6E2F57A}" destId="{2351286E-1B27-4284-8189-FCCD13F0A85D}" srcOrd="0" destOrd="0" presId="urn:microsoft.com/office/officeart/2011/layout/TabList"/>
    <dgm:cxn modelId="{D1D9C6E3-324D-4726-B8B2-AE3DD34A2BFD}" type="presOf" srcId="{95D3D6CF-4C4E-4A2A-967E-26C3271CFB70}" destId="{CDB916D5-4609-4D9A-B6C5-067D06C650B5}" srcOrd="0" destOrd="0" presId="urn:microsoft.com/office/officeart/2011/layout/TabList"/>
    <dgm:cxn modelId="{A5FEB9E8-EE22-42FA-971B-DF09667ED312}" srcId="{3666993F-154B-4281-B110-F3119A29C016}" destId="{75FDEF75-3871-4F64-9136-AA705C3A74E8}" srcOrd="2" destOrd="0" parTransId="{DE019DD2-7879-44DE-B9A0-674E6A6ADC98}" sibTransId="{F83F1270-DA2A-4888-B233-12FD2FB47D22}"/>
    <dgm:cxn modelId="{0B459A7F-DE06-4402-B8D6-29C659710FB6}" type="presParOf" srcId="{6C8775C8-1BD9-47D4-A056-019069CD9283}" destId="{1093750C-29B8-4545-BFD6-2422637A7C76}" srcOrd="0" destOrd="0" presId="urn:microsoft.com/office/officeart/2011/layout/TabList"/>
    <dgm:cxn modelId="{15968AEF-C389-4249-9735-A4A8101C5F3B}" type="presParOf" srcId="{1093750C-29B8-4545-BFD6-2422637A7C76}" destId="{756958E8-EACF-4BE2-957F-45FB371AA288}" srcOrd="0" destOrd="0" presId="urn:microsoft.com/office/officeart/2011/layout/TabList"/>
    <dgm:cxn modelId="{0856C04F-C908-4D0F-85E4-5765740E84A6}" type="presParOf" srcId="{1093750C-29B8-4545-BFD6-2422637A7C76}" destId="{2351286E-1B27-4284-8189-FCCD13F0A85D}" srcOrd="1" destOrd="0" presId="urn:microsoft.com/office/officeart/2011/layout/TabList"/>
    <dgm:cxn modelId="{AC211545-456E-4858-BC92-979049835C3D}" type="presParOf" srcId="{1093750C-29B8-4545-BFD6-2422637A7C76}" destId="{9DACFEDC-56C3-46D0-9500-48709CA0E378}" srcOrd="2" destOrd="0" presId="urn:microsoft.com/office/officeart/2011/layout/TabList"/>
    <dgm:cxn modelId="{5A0C0122-816F-46C4-A370-AC3C6EA39B1C}" type="presParOf" srcId="{6C8775C8-1BD9-47D4-A056-019069CD9283}" destId="{2A8CCB9B-CDFF-4571-92B6-631B9A710E04}" srcOrd="1" destOrd="0" presId="urn:microsoft.com/office/officeart/2011/layout/TabList"/>
    <dgm:cxn modelId="{6752DA22-EB70-4391-B20D-DA7CD162C4E9}" type="presParOf" srcId="{6C8775C8-1BD9-47D4-A056-019069CD9283}" destId="{95F82493-0A76-40EB-8146-FC0AFFE78065}" srcOrd="2" destOrd="0" presId="urn:microsoft.com/office/officeart/2011/layout/TabList"/>
    <dgm:cxn modelId="{A72F6174-9095-4FAD-897B-A64D0BC17698}" type="presParOf" srcId="{6C8775C8-1BD9-47D4-A056-019069CD9283}" destId="{2E0F91F3-EEE4-4FA1-8B04-80ED4C85C979}" srcOrd="3" destOrd="0" presId="urn:microsoft.com/office/officeart/2011/layout/TabList"/>
    <dgm:cxn modelId="{E10988B9-0068-41CE-A8E8-3CEFC016054E}" type="presParOf" srcId="{2E0F91F3-EEE4-4FA1-8B04-80ED4C85C979}" destId="{E2D72C84-953A-49AC-A1A0-8EC173CF11B5}" srcOrd="0" destOrd="0" presId="urn:microsoft.com/office/officeart/2011/layout/TabList"/>
    <dgm:cxn modelId="{B20EA6EF-C2C4-4846-BE9F-2DE0A708997B}" type="presParOf" srcId="{2E0F91F3-EEE4-4FA1-8B04-80ED4C85C979}" destId="{34C84371-722F-4FD1-AA09-87B52F699EF7}" srcOrd="1" destOrd="0" presId="urn:microsoft.com/office/officeart/2011/layout/TabList"/>
    <dgm:cxn modelId="{FE36EBDF-896A-4A6F-A3D5-FC5CD8E5A5D5}" type="presParOf" srcId="{2E0F91F3-EEE4-4FA1-8B04-80ED4C85C979}" destId="{F297F646-AA8B-4F6F-8152-F41ED17552D3}" srcOrd="2" destOrd="0" presId="urn:microsoft.com/office/officeart/2011/layout/TabList"/>
    <dgm:cxn modelId="{671BF7EF-4140-4F32-96CC-36A9A7260A4D}" type="presParOf" srcId="{6C8775C8-1BD9-47D4-A056-019069CD9283}" destId="{9E7EA2C4-3B06-4602-BCD8-6449830B25F0}" srcOrd="4" destOrd="0" presId="urn:microsoft.com/office/officeart/2011/layout/TabList"/>
    <dgm:cxn modelId="{80B8C2A7-6195-42A3-BA05-9BA4C40C5C06}" type="presParOf" srcId="{6C8775C8-1BD9-47D4-A056-019069CD9283}" destId="{84059D4D-C951-4832-963A-E073AAD1FA12}" srcOrd="5" destOrd="0" presId="urn:microsoft.com/office/officeart/2011/layout/TabList"/>
    <dgm:cxn modelId="{4026F377-F37A-4FF0-9483-5DEFFADD9BFC}" type="presParOf" srcId="{6C8775C8-1BD9-47D4-A056-019069CD9283}" destId="{E2586FC0-BF20-4F04-971F-C6A2EE63DBB9}" srcOrd="6" destOrd="0" presId="urn:microsoft.com/office/officeart/2011/layout/TabList"/>
    <dgm:cxn modelId="{AB231894-A8CF-45AD-83EA-EC9B84A5C8A2}" type="presParOf" srcId="{E2586FC0-BF20-4F04-971F-C6A2EE63DBB9}" destId="{A59A4F3D-52A6-4189-B5CB-60ACD5347924}" srcOrd="0" destOrd="0" presId="urn:microsoft.com/office/officeart/2011/layout/TabList"/>
    <dgm:cxn modelId="{5E389202-8975-4877-8E8B-40940CB42835}" type="presParOf" srcId="{E2586FC0-BF20-4F04-971F-C6A2EE63DBB9}" destId="{CF6DD518-BAE6-4C61-9985-835B8F82A5BD}" srcOrd="1" destOrd="0" presId="urn:microsoft.com/office/officeart/2011/layout/TabList"/>
    <dgm:cxn modelId="{7B679DC4-1FF4-4124-AEBF-03CF58691A1D}" type="presParOf" srcId="{E2586FC0-BF20-4F04-971F-C6A2EE63DBB9}" destId="{1AA00F7C-DC88-41DB-9AE9-90FA0E1D10AC}" srcOrd="2" destOrd="0" presId="urn:microsoft.com/office/officeart/2011/layout/TabList"/>
    <dgm:cxn modelId="{E4CC847A-73C0-4CE7-850A-8C1B5601B077}" type="presParOf" srcId="{6C8775C8-1BD9-47D4-A056-019069CD9283}" destId="{CDB916D5-4609-4D9A-B6C5-067D06C650B5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BB9108-A308-44A9-8A6B-323A42D1C0E0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130EE912-65D6-40A8-983A-2B2E849D2475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Business Functions and Business Process</a:t>
          </a:r>
        </a:p>
      </dgm:t>
    </dgm:pt>
    <dgm:pt modelId="{E48727DC-8FFE-4128-9C51-D9B1DD1CA5F5}" type="parTrans" cxnId="{E7A5CF62-3665-4E70-91F0-7AB06F70028D}">
      <dgm:prSet/>
      <dgm:spPr/>
      <dgm:t>
        <a:bodyPr/>
        <a:lstStyle/>
        <a:p>
          <a:endParaRPr lang="en-MY"/>
        </a:p>
      </dgm:t>
    </dgm:pt>
    <dgm:pt modelId="{F20AA009-C02D-4D27-814E-FE5EB16CD996}" type="sibTrans" cxnId="{E7A5CF62-3665-4E70-91F0-7AB06F70028D}">
      <dgm:prSet/>
      <dgm:spPr/>
      <dgm:t>
        <a:bodyPr/>
        <a:lstStyle/>
        <a:p>
          <a:endParaRPr lang="en-MY"/>
        </a:p>
      </dgm:t>
    </dgm:pt>
    <dgm:pt modelId="{F4721DD6-A730-494E-BAF3-FE0B155782AA}">
      <dgm:prSet phldrT="[Text]"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The Development of ERP Systems</a:t>
          </a:r>
          <a:endParaRPr lang="en-MY" dirty="0">
            <a:latin typeface="Bahnschrift" panose="020B0502040204020203" pitchFamily="34" charset="0"/>
          </a:endParaRPr>
        </a:p>
      </dgm:t>
    </dgm:pt>
    <dgm:pt modelId="{FCA1CD92-B7E9-478D-8071-C3FDC9A9CE17}" type="parTrans" cxnId="{AD041135-D390-47EE-9720-F0577E0F633C}">
      <dgm:prSet/>
      <dgm:spPr/>
      <dgm:t>
        <a:bodyPr/>
        <a:lstStyle/>
        <a:p>
          <a:endParaRPr lang="en-MY"/>
        </a:p>
      </dgm:t>
    </dgm:pt>
    <dgm:pt modelId="{94AE9520-65F8-4F0D-9314-853FCADB8B98}" type="sibTrans" cxnId="{AD041135-D390-47EE-9720-F0577E0F633C}">
      <dgm:prSet/>
      <dgm:spPr/>
      <dgm:t>
        <a:bodyPr/>
        <a:lstStyle/>
        <a:p>
          <a:endParaRPr lang="en-MY"/>
        </a:p>
      </dgm:t>
    </dgm:pt>
    <dgm:pt modelId="{86FAA243-A01F-41E7-877F-1F85AD21381B}">
      <dgm:prSet phldrT="[Text]"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Marketing Information Systems and the Sales Order Process</a:t>
          </a:r>
          <a:endParaRPr lang="en-MY" dirty="0">
            <a:latin typeface="Bahnschrift" panose="020B0502040204020203" pitchFamily="34" charset="0"/>
          </a:endParaRPr>
        </a:p>
      </dgm:t>
    </dgm:pt>
    <dgm:pt modelId="{08E6111A-437B-42EA-8590-6AA137B1BB14}" type="parTrans" cxnId="{8CD74AE5-79B8-404B-9C02-4147EB2E77E5}">
      <dgm:prSet/>
      <dgm:spPr/>
      <dgm:t>
        <a:bodyPr/>
        <a:lstStyle/>
        <a:p>
          <a:endParaRPr lang="en-MY"/>
        </a:p>
      </dgm:t>
    </dgm:pt>
    <dgm:pt modelId="{C7B4C903-246A-4D5F-9CCC-50C003C0CECF}" type="sibTrans" cxnId="{8CD74AE5-79B8-404B-9C02-4147EB2E77E5}">
      <dgm:prSet/>
      <dgm:spPr/>
      <dgm:t>
        <a:bodyPr/>
        <a:lstStyle/>
        <a:p>
          <a:endParaRPr lang="en-MY"/>
        </a:p>
      </dgm:t>
    </dgm:pt>
    <dgm:pt modelId="{CA91EF04-6338-4C0D-8BA9-D5084E5DAEB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Production and Supply Chain Management Information Systems</a:t>
          </a:r>
        </a:p>
      </dgm:t>
    </dgm:pt>
    <dgm:pt modelId="{B7B887A2-0060-4334-8E69-EDD549A97581}" type="parTrans" cxnId="{69B14A82-F579-4A8B-8620-9EB061C05673}">
      <dgm:prSet/>
      <dgm:spPr/>
      <dgm:t>
        <a:bodyPr/>
        <a:lstStyle/>
        <a:p>
          <a:endParaRPr lang="en-MY"/>
        </a:p>
      </dgm:t>
    </dgm:pt>
    <dgm:pt modelId="{AABD87A9-6A2B-49CE-8B51-328B00BED80A}" type="sibTrans" cxnId="{69B14A82-F579-4A8B-8620-9EB061C05673}">
      <dgm:prSet/>
      <dgm:spPr/>
      <dgm:t>
        <a:bodyPr/>
        <a:lstStyle/>
        <a:p>
          <a:endParaRPr lang="en-MY"/>
        </a:p>
      </dgm:t>
    </dgm:pt>
    <dgm:pt modelId="{0C7322F9-792F-410B-BC05-28AEBD4B882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Customer Relationship Management</a:t>
          </a:r>
        </a:p>
      </dgm:t>
    </dgm:pt>
    <dgm:pt modelId="{F020DAB9-BF74-4BD1-B051-C7B8B39EB9D9}" type="parTrans" cxnId="{8A0A0A96-E98F-4A14-8B2E-69FCDD38957F}">
      <dgm:prSet/>
      <dgm:spPr/>
      <dgm:t>
        <a:bodyPr/>
        <a:lstStyle/>
        <a:p>
          <a:endParaRPr lang="en-MY"/>
        </a:p>
      </dgm:t>
    </dgm:pt>
    <dgm:pt modelId="{BEACCBE7-1A46-4421-B0CF-9180B4300EE9}" type="sibTrans" cxnId="{8A0A0A96-E98F-4A14-8B2E-69FCDD38957F}">
      <dgm:prSet/>
      <dgm:spPr/>
      <dgm:t>
        <a:bodyPr/>
        <a:lstStyle/>
        <a:p>
          <a:endParaRPr lang="en-MY"/>
        </a:p>
      </dgm:t>
    </dgm:pt>
    <dgm:pt modelId="{9171A7B2-C629-4254-8213-6AFD5ADCFE76}">
      <dgm:prSet phldrT="[Text]"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Process Improvement and ERP Implementation</a:t>
          </a:r>
          <a:endParaRPr lang="en-MY" dirty="0">
            <a:latin typeface="Bahnschrift" panose="020B0502040204020203" pitchFamily="34" charset="0"/>
          </a:endParaRPr>
        </a:p>
      </dgm:t>
    </dgm:pt>
    <dgm:pt modelId="{F08CAC9E-97AF-49F0-8A24-73EE67AB32B0}" type="parTrans" cxnId="{AF211F1E-097E-4441-A386-1F60A45AC50C}">
      <dgm:prSet/>
      <dgm:spPr/>
      <dgm:t>
        <a:bodyPr/>
        <a:lstStyle/>
        <a:p>
          <a:endParaRPr lang="en-MY"/>
        </a:p>
      </dgm:t>
    </dgm:pt>
    <dgm:pt modelId="{5543D44B-9810-4FCD-AC93-34FAF097B139}" type="sibTrans" cxnId="{AF211F1E-097E-4441-A386-1F60A45AC50C}">
      <dgm:prSet/>
      <dgm:spPr/>
      <dgm:t>
        <a:bodyPr/>
        <a:lstStyle/>
        <a:p>
          <a:endParaRPr lang="en-MY"/>
        </a:p>
      </dgm:t>
    </dgm:pt>
    <dgm:pt modelId="{D3299703-1F9B-4797-A5BE-CB820E62EDA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Human Resource Processes with ERP</a:t>
          </a:r>
        </a:p>
      </dgm:t>
    </dgm:pt>
    <dgm:pt modelId="{3DD775C4-B89D-452E-8300-5BD05CA3DD7E}" type="parTrans" cxnId="{2ACA6AC5-B479-4D3E-8392-E81C89C0D0E7}">
      <dgm:prSet/>
      <dgm:spPr/>
      <dgm:t>
        <a:bodyPr/>
        <a:lstStyle/>
        <a:p>
          <a:endParaRPr lang="en-MY"/>
        </a:p>
      </dgm:t>
    </dgm:pt>
    <dgm:pt modelId="{EC341F40-B677-4250-A69D-46E83E6BCC16}" type="sibTrans" cxnId="{2ACA6AC5-B479-4D3E-8392-E81C89C0D0E7}">
      <dgm:prSet/>
      <dgm:spPr/>
      <dgm:t>
        <a:bodyPr/>
        <a:lstStyle/>
        <a:p>
          <a:endParaRPr lang="en-MY"/>
        </a:p>
      </dgm:t>
    </dgm:pt>
    <dgm:pt modelId="{8171926B-B16C-40D2-8B14-0F10FCABF64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ERP Current Trends</a:t>
          </a:r>
        </a:p>
      </dgm:t>
    </dgm:pt>
    <dgm:pt modelId="{302EFE9F-CF2A-47CE-8076-97196DF5C09C}" type="parTrans" cxnId="{7978EC59-54FF-4D19-BD2B-FA0C463D0C68}">
      <dgm:prSet/>
      <dgm:spPr/>
      <dgm:t>
        <a:bodyPr/>
        <a:lstStyle/>
        <a:p>
          <a:endParaRPr lang="en-MY"/>
        </a:p>
      </dgm:t>
    </dgm:pt>
    <dgm:pt modelId="{78D34B6C-AAC0-4DD1-94BB-0D9E7F78068A}" type="sibTrans" cxnId="{7978EC59-54FF-4D19-BD2B-FA0C463D0C68}">
      <dgm:prSet/>
      <dgm:spPr/>
      <dgm:t>
        <a:bodyPr/>
        <a:lstStyle/>
        <a:p>
          <a:endParaRPr lang="en-MY"/>
        </a:p>
      </dgm:t>
    </dgm:pt>
    <dgm:pt modelId="{653FD1B9-C478-4841-BA40-24EE323C65D6}" type="pres">
      <dgm:prSet presAssocID="{F6BB9108-A308-44A9-8A6B-323A42D1C0E0}" presName="Name0" presStyleCnt="0">
        <dgm:presLayoutVars>
          <dgm:dir/>
          <dgm:resizeHandles val="exact"/>
        </dgm:presLayoutVars>
      </dgm:prSet>
      <dgm:spPr/>
    </dgm:pt>
    <dgm:pt modelId="{A368EE82-E597-4A73-92D5-671ECBE5640C}" type="pres">
      <dgm:prSet presAssocID="{130EE912-65D6-40A8-983A-2B2E849D2475}" presName="node" presStyleLbl="node1" presStyleIdx="0" presStyleCnt="8">
        <dgm:presLayoutVars>
          <dgm:bulletEnabled val="1"/>
        </dgm:presLayoutVars>
      </dgm:prSet>
      <dgm:spPr/>
    </dgm:pt>
    <dgm:pt modelId="{C204399F-B56A-48C6-A1E4-0B07C8B53683}" type="pres">
      <dgm:prSet presAssocID="{F20AA009-C02D-4D27-814E-FE5EB16CD996}" presName="sibTrans" presStyleLbl="sibTrans1D1" presStyleIdx="0" presStyleCnt="7"/>
      <dgm:spPr/>
    </dgm:pt>
    <dgm:pt modelId="{C13A2AB4-A096-4D31-98C8-6E0F1EE67AF7}" type="pres">
      <dgm:prSet presAssocID="{F20AA009-C02D-4D27-814E-FE5EB16CD996}" presName="connectorText" presStyleLbl="sibTrans1D1" presStyleIdx="0" presStyleCnt="7"/>
      <dgm:spPr/>
    </dgm:pt>
    <dgm:pt modelId="{A7A76039-249A-4290-9BCD-EB62B9D59E24}" type="pres">
      <dgm:prSet presAssocID="{F4721DD6-A730-494E-BAF3-FE0B155782AA}" presName="node" presStyleLbl="node1" presStyleIdx="1" presStyleCnt="8">
        <dgm:presLayoutVars>
          <dgm:bulletEnabled val="1"/>
        </dgm:presLayoutVars>
      </dgm:prSet>
      <dgm:spPr/>
    </dgm:pt>
    <dgm:pt modelId="{2B52A401-95F5-4B36-8D95-C4970EBDD497}" type="pres">
      <dgm:prSet presAssocID="{94AE9520-65F8-4F0D-9314-853FCADB8B98}" presName="sibTrans" presStyleLbl="sibTrans1D1" presStyleIdx="1" presStyleCnt="7"/>
      <dgm:spPr/>
    </dgm:pt>
    <dgm:pt modelId="{9B08A138-FF96-452D-AF0F-22179D2CDD7D}" type="pres">
      <dgm:prSet presAssocID="{94AE9520-65F8-4F0D-9314-853FCADB8B98}" presName="connectorText" presStyleLbl="sibTrans1D1" presStyleIdx="1" presStyleCnt="7"/>
      <dgm:spPr/>
    </dgm:pt>
    <dgm:pt modelId="{1D8BEC7F-5612-429A-988F-4870B8CC7DCB}" type="pres">
      <dgm:prSet presAssocID="{86FAA243-A01F-41E7-877F-1F85AD21381B}" presName="node" presStyleLbl="node1" presStyleIdx="2" presStyleCnt="8">
        <dgm:presLayoutVars>
          <dgm:bulletEnabled val="1"/>
        </dgm:presLayoutVars>
      </dgm:prSet>
      <dgm:spPr/>
    </dgm:pt>
    <dgm:pt modelId="{47A732EE-CAC2-42D6-BAE1-4E99EA7E6FBC}" type="pres">
      <dgm:prSet presAssocID="{C7B4C903-246A-4D5F-9CCC-50C003C0CECF}" presName="sibTrans" presStyleLbl="sibTrans1D1" presStyleIdx="2" presStyleCnt="7"/>
      <dgm:spPr/>
    </dgm:pt>
    <dgm:pt modelId="{AA778D9F-7143-4919-A4F4-5AF4E7DDBB79}" type="pres">
      <dgm:prSet presAssocID="{C7B4C903-246A-4D5F-9CCC-50C003C0CECF}" presName="connectorText" presStyleLbl="sibTrans1D1" presStyleIdx="2" presStyleCnt="7"/>
      <dgm:spPr/>
    </dgm:pt>
    <dgm:pt modelId="{BC54DC66-29BB-4847-9863-40A8E328A6CE}" type="pres">
      <dgm:prSet presAssocID="{CA91EF04-6338-4C0D-8BA9-D5084E5DAEBD}" presName="node" presStyleLbl="node1" presStyleIdx="3" presStyleCnt="8">
        <dgm:presLayoutVars>
          <dgm:bulletEnabled val="1"/>
        </dgm:presLayoutVars>
      </dgm:prSet>
      <dgm:spPr/>
    </dgm:pt>
    <dgm:pt modelId="{453CFF04-028F-4FFF-8AFC-196AC0F416A4}" type="pres">
      <dgm:prSet presAssocID="{AABD87A9-6A2B-49CE-8B51-328B00BED80A}" presName="sibTrans" presStyleLbl="sibTrans1D1" presStyleIdx="3" presStyleCnt="7"/>
      <dgm:spPr/>
    </dgm:pt>
    <dgm:pt modelId="{9A0590BC-C69F-43FF-8282-56B277535735}" type="pres">
      <dgm:prSet presAssocID="{AABD87A9-6A2B-49CE-8B51-328B00BED80A}" presName="connectorText" presStyleLbl="sibTrans1D1" presStyleIdx="3" presStyleCnt="7"/>
      <dgm:spPr/>
    </dgm:pt>
    <dgm:pt modelId="{E4150A0C-C16E-4093-AA86-F8772D610175}" type="pres">
      <dgm:prSet presAssocID="{0C7322F9-792F-410B-BC05-28AEBD4B8822}" presName="node" presStyleLbl="node1" presStyleIdx="4" presStyleCnt="8">
        <dgm:presLayoutVars>
          <dgm:bulletEnabled val="1"/>
        </dgm:presLayoutVars>
      </dgm:prSet>
      <dgm:spPr/>
    </dgm:pt>
    <dgm:pt modelId="{37052FBA-FE0C-4403-95AD-652E2E0EB3E8}" type="pres">
      <dgm:prSet presAssocID="{BEACCBE7-1A46-4421-B0CF-9180B4300EE9}" presName="sibTrans" presStyleLbl="sibTrans1D1" presStyleIdx="4" presStyleCnt="7"/>
      <dgm:spPr/>
    </dgm:pt>
    <dgm:pt modelId="{911F0646-A717-4EDF-AF12-9C8E0F128F4C}" type="pres">
      <dgm:prSet presAssocID="{BEACCBE7-1A46-4421-B0CF-9180B4300EE9}" presName="connectorText" presStyleLbl="sibTrans1D1" presStyleIdx="4" presStyleCnt="7"/>
      <dgm:spPr/>
    </dgm:pt>
    <dgm:pt modelId="{DBECE0EF-A62A-44E9-BA9F-2193C3258F1D}" type="pres">
      <dgm:prSet presAssocID="{D3299703-1F9B-4797-A5BE-CB820E62EDAD}" presName="node" presStyleLbl="node1" presStyleIdx="5" presStyleCnt="8">
        <dgm:presLayoutVars>
          <dgm:bulletEnabled val="1"/>
        </dgm:presLayoutVars>
      </dgm:prSet>
      <dgm:spPr/>
    </dgm:pt>
    <dgm:pt modelId="{88A696AE-A94B-4EE7-82BE-173891B45E69}" type="pres">
      <dgm:prSet presAssocID="{EC341F40-B677-4250-A69D-46E83E6BCC16}" presName="sibTrans" presStyleLbl="sibTrans1D1" presStyleIdx="5" presStyleCnt="7"/>
      <dgm:spPr/>
    </dgm:pt>
    <dgm:pt modelId="{FD6422E6-E616-4AA5-A399-F34DBB8C1201}" type="pres">
      <dgm:prSet presAssocID="{EC341F40-B677-4250-A69D-46E83E6BCC16}" presName="connectorText" presStyleLbl="sibTrans1D1" presStyleIdx="5" presStyleCnt="7"/>
      <dgm:spPr/>
    </dgm:pt>
    <dgm:pt modelId="{4D216CA3-DECC-4AC4-B6B3-C83E879DE9AD}" type="pres">
      <dgm:prSet presAssocID="{9171A7B2-C629-4254-8213-6AFD5ADCFE76}" presName="node" presStyleLbl="node1" presStyleIdx="6" presStyleCnt="8">
        <dgm:presLayoutVars>
          <dgm:bulletEnabled val="1"/>
        </dgm:presLayoutVars>
      </dgm:prSet>
      <dgm:spPr/>
    </dgm:pt>
    <dgm:pt modelId="{614FBC9F-8560-4C2E-9AD0-F0AF57686185}" type="pres">
      <dgm:prSet presAssocID="{5543D44B-9810-4FCD-AC93-34FAF097B139}" presName="sibTrans" presStyleLbl="sibTrans1D1" presStyleIdx="6" presStyleCnt="7"/>
      <dgm:spPr/>
    </dgm:pt>
    <dgm:pt modelId="{402F2ACE-98EF-4048-8B36-46D0E6648083}" type="pres">
      <dgm:prSet presAssocID="{5543D44B-9810-4FCD-AC93-34FAF097B139}" presName="connectorText" presStyleLbl="sibTrans1D1" presStyleIdx="6" presStyleCnt="7"/>
      <dgm:spPr/>
    </dgm:pt>
    <dgm:pt modelId="{AF5C4C3C-A71A-4984-8ECB-EDE64D45D661}" type="pres">
      <dgm:prSet presAssocID="{8171926B-B16C-40D2-8B14-0F10FCABF642}" presName="node" presStyleLbl="node1" presStyleIdx="7" presStyleCnt="8">
        <dgm:presLayoutVars>
          <dgm:bulletEnabled val="1"/>
        </dgm:presLayoutVars>
      </dgm:prSet>
      <dgm:spPr/>
    </dgm:pt>
  </dgm:ptLst>
  <dgm:cxnLst>
    <dgm:cxn modelId="{683B1204-EA6A-493F-8841-F862679F4B2F}" type="presOf" srcId="{EC341F40-B677-4250-A69D-46E83E6BCC16}" destId="{FD6422E6-E616-4AA5-A399-F34DBB8C1201}" srcOrd="1" destOrd="0" presId="urn:microsoft.com/office/officeart/2016/7/layout/RepeatingBendingProcessNew"/>
    <dgm:cxn modelId="{58F4DB04-5959-466D-BF32-F09674A6E300}" type="presOf" srcId="{86FAA243-A01F-41E7-877F-1F85AD21381B}" destId="{1D8BEC7F-5612-429A-988F-4870B8CC7DCB}" srcOrd="0" destOrd="0" presId="urn:microsoft.com/office/officeart/2016/7/layout/RepeatingBendingProcessNew"/>
    <dgm:cxn modelId="{F5F45011-5215-46C5-8DB7-61CB71833591}" type="presOf" srcId="{F20AA009-C02D-4D27-814E-FE5EB16CD996}" destId="{C13A2AB4-A096-4D31-98C8-6E0F1EE67AF7}" srcOrd="1" destOrd="0" presId="urn:microsoft.com/office/officeart/2016/7/layout/RepeatingBendingProcessNew"/>
    <dgm:cxn modelId="{1243351C-B48F-4955-9EE0-E01126240E0F}" type="presOf" srcId="{AABD87A9-6A2B-49CE-8B51-328B00BED80A}" destId="{453CFF04-028F-4FFF-8AFC-196AC0F416A4}" srcOrd="0" destOrd="0" presId="urn:microsoft.com/office/officeart/2016/7/layout/RepeatingBendingProcessNew"/>
    <dgm:cxn modelId="{4E48BB1D-D952-4648-93E0-FD170D8204B9}" type="presOf" srcId="{D3299703-1F9B-4797-A5BE-CB820E62EDAD}" destId="{DBECE0EF-A62A-44E9-BA9F-2193C3258F1D}" srcOrd="0" destOrd="0" presId="urn:microsoft.com/office/officeart/2016/7/layout/RepeatingBendingProcessNew"/>
    <dgm:cxn modelId="{AF211F1E-097E-4441-A386-1F60A45AC50C}" srcId="{F6BB9108-A308-44A9-8A6B-323A42D1C0E0}" destId="{9171A7B2-C629-4254-8213-6AFD5ADCFE76}" srcOrd="6" destOrd="0" parTransId="{F08CAC9E-97AF-49F0-8A24-73EE67AB32B0}" sibTransId="{5543D44B-9810-4FCD-AC93-34FAF097B139}"/>
    <dgm:cxn modelId="{D9E03422-BD4E-43B7-B394-1EC87A6A35BD}" type="presOf" srcId="{5543D44B-9810-4FCD-AC93-34FAF097B139}" destId="{614FBC9F-8560-4C2E-9AD0-F0AF57686185}" srcOrd="0" destOrd="0" presId="urn:microsoft.com/office/officeart/2016/7/layout/RepeatingBendingProcessNew"/>
    <dgm:cxn modelId="{5CF45D2C-9AC4-42DE-B28F-7F3AB3490540}" type="presOf" srcId="{EC341F40-B677-4250-A69D-46E83E6BCC16}" destId="{88A696AE-A94B-4EE7-82BE-173891B45E69}" srcOrd="0" destOrd="0" presId="urn:microsoft.com/office/officeart/2016/7/layout/RepeatingBendingProcessNew"/>
    <dgm:cxn modelId="{AD041135-D390-47EE-9720-F0577E0F633C}" srcId="{F6BB9108-A308-44A9-8A6B-323A42D1C0E0}" destId="{F4721DD6-A730-494E-BAF3-FE0B155782AA}" srcOrd="1" destOrd="0" parTransId="{FCA1CD92-B7E9-478D-8071-C3FDC9A9CE17}" sibTransId="{94AE9520-65F8-4F0D-9314-853FCADB8B98}"/>
    <dgm:cxn modelId="{E7A5CF62-3665-4E70-91F0-7AB06F70028D}" srcId="{F6BB9108-A308-44A9-8A6B-323A42D1C0E0}" destId="{130EE912-65D6-40A8-983A-2B2E849D2475}" srcOrd="0" destOrd="0" parTransId="{E48727DC-8FFE-4128-9C51-D9B1DD1CA5F5}" sibTransId="{F20AA009-C02D-4D27-814E-FE5EB16CD996}"/>
    <dgm:cxn modelId="{C7975166-D0C9-44EB-850A-EA6870A95995}" type="presOf" srcId="{5543D44B-9810-4FCD-AC93-34FAF097B139}" destId="{402F2ACE-98EF-4048-8B36-46D0E6648083}" srcOrd="1" destOrd="0" presId="urn:microsoft.com/office/officeart/2016/7/layout/RepeatingBendingProcessNew"/>
    <dgm:cxn modelId="{F891BE4F-C709-4F35-BD94-50C500EDEC4B}" type="presOf" srcId="{130EE912-65D6-40A8-983A-2B2E849D2475}" destId="{A368EE82-E597-4A73-92D5-671ECBE5640C}" srcOrd="0" destOrd="0" presId="urn:microsoft.com/office/officeart/2016/7/layout/RepeatingBendingProcessNew"/>
    <dgm:cxn modelId="{B4D22570-BB50-4FF0-8AA8-D689D4F01597}" type="presOf" srcId="{0C7322F9-792F-410B-BC05-28AEBD4B8822}" destId="{E4150A0C-C16E-4093-AA86-F8772D610175}" srcOrd="0" destOrd="0" presId="urn:microsoft.com/office/officeart/2016/7/layout/RepeatingBendingProcessNew"/>
    <dgm:cxn modelId="{F8FC3855-D80E-456F-AD17-D3DC0E39F5F3}" type="presOf" srcId="{CA91EF04-6338-4C0D-8BA9-D5084E5DAEBD}" destId="{BC54DC66-29BB-4847-9863-40A8E328A6CE}" srcOrd="0" destOrd="0" presId="urn:microsoft.com/office/officeart/2016/7/layout/RepeatingBendingProcessNew"/>
    <dgm:cxn modelId="{3B438258-12F0-49CA-8464-0647CDD3373D}" type="presOf" srcId="{F20AA009-C02D-4D27-814E-FE5EB16CD996}" destId="{C204399F-B56A-48C6-A1E4-0B07C8B53683}" srcOrd="0" destOrd="0" presId="urn:microsoft.com/office/officeart/2016/7/layout/RepeatingBendingProcessNew"/>
    <dgm:cxn modelId="{7978EC59-54FF-4D19-BD2B-FA0C463D0C68}" srcId="{F6BB9108-A308-44A9-8A6B-323A42D1C0E0}" destId="{8171926B-B16C-40D2-8B14-0F10FCABF642}" srcOrd="7" destOrd="0" parTransId="{302EFE9F-CF2A-47CE-8076-97196DF5C09C}" sibTransId="{78D34B6C-AAC0-4DD1-94BB-0D9E7F78068A}"/>
    <dgm:cxn modelId="{69B14A82-F579-4A8B-8620-9EB061C05673}" srcId="{F6BB9108-A308-44A9-8A6B-323A42D1C0E0}" destId="{CA91EF04-6338-4C0D-8BA9-D5084E5DAEBD}" srcOrd="3" destOrd="0" parTransId="{B7B887A2-0060-4334-8E69-EDD549A97581}" sibTransId="{AABD87A9-6A2B-49CE-8B51-328B00BED80A}"/>
    <dgm:cxn modelId="{8A0A0A96-E98F-4A14-8B2E-69FCDD38957F}" srcId="{F6BB9108-A308-44A9-8A6B-323A42D1C0E0}" destId="{0C7322F9-792F-410B-BC05-28AEBD4B8822}" srcOrd="4" destOrd="0" parTransId="{F020DAB9-BF74-4BD1-B051-C7B8B39EB9D9}" sibTransId="{BEACCBE7-1A46-4421-B0CF-9180B4300EE9}"/>
    <dgm:cxn modelId="{8D690197-E935-40D5-9335-59B5C53804BF}" type="presOf" srcId="{C7B4C903-246A-4D5F-9CCC-50C003C0CECF}" destId="{AA778D9F-7143-4919-A4F4-5AF4E7DDBB79}" srcOrd="1" destOrd="0" presId="urn:microsoft.com/office/officeart/2016/7/layout/RepeatingBendingProcessNew"/>
    <dgm:cxn modelId="{C0C81CB4-9AE3-427A-8DBA-AF7462AD6649}" type="presOf" srcId="{F6BB9108-A308-44A9-8A6B-323A42D1C0E0}" destId="{653FD1B9-C478-4841-BA40-24EE323C65D6}" srcOrd="0" destOrd="0" presId="urn:microsoft.com/office/officeart/2016/7/layout/RepeatingBendingProcessNew"/>
    <dgm:cxn modelId="{F83C58B7-70F9-4885-BB52-B496E4C313EC}" type="presOf" srcId="{F4721DD6-A730-494E-BAF3-FE0B155782AA}" destId="{A7A76039-249A-4290-9BCD-EB62B9D59E24}" srcOrd="0" destOrd="0" presId="urn:microsoft.com/office/officeart/2016/7/layout/RepeatingBendingProcessNew"/>
    <dgm:cxn modelId="{2ACA6AC5-B479-4D3E-8392-E81C89C0D0E7}" srcId="{F6BB9108-A308-44A9-8A6B-323A42D1C0E0}" destId="{D3299703-1F9B-4797-A5BE-CB820E62EDAD}" srcOrd="5" destOrd="0" parTransId="{3DD775C4-B89D-452E-8300-5BD05CA3DD7E}" sibTransId="{EC341F40-B677-4250-A69D-46E83E6BCC16}"/>
    <dgm:cxn modelId="{970B0ED8-7C81-4780-9508-2C0B3E7883E8}" type="presOf" srcId="{BEACCBE7-1A46-4421-B0CF-9180B4300EE9}" destId="{911F0646-A717-4EDF-AF12-9C8E0F128F4C}" srcOrd="1" destOrd="0" presId="urn:microsoft.com/office/officeart/2016/7/layout/RepeatingBendingProcessNew"/>
    <dgm:cxn modelId="{8DB217DB-19C7-4AA4-BCC8-C4BBC27119C5}" type="presOf" srcId="{9171A7B2-C629-4254-8213-6AFD5ADCFE76}" destId="{4D216CA3-DECC-4AC4-B6B3-C83E879DE9AD}" srcOrd="0" destOrd="0" presId="urn:microsoft.com/office/officeart/2016/7/layout/RepeatingBendingProcessNew"/>
    <dgm:cxn modelId="{99E3B5DC-D68B-44C9-A93B-4390F99FB730}" type="presOf" srcId="{C7B4C903-246A-4D5F-9CCC-50C003C0CECF}" destId="{47A732EE-CAC2-42D6-BAE1-4E99EA7E6FBC}" srcOrd="0" destOrd="0" presId="urn:microsoft.com/office/officeart/2016/7/layout/RepeatingBendingProcessNew"/>
    <dgm:cxn modelId="{FF3B10E3-C646-485B-AE22-3B4AC6ADE4D3}" type="presOf" srcId="{94AE9520-65F8-4F0D-9314-853FCADB8B98}" destId="{2B52A401-95F5-4B36-8D95-C4970EBDD497}" srcOrd="0" destOrd="0" presId="urn:microsoft.com/office/officeart/2016/7/layout/RepeatingBendingProcessNew"/>
    <dgm:cxn modelId="{8CD74AE5-79B8-404B-9C02-4147EB2E77E5}" srcId="{F6BB9108-A308-44A9-8A6B-323A42D1C0E0}" destId="{86FAA243-A01F-41E7-877F-1F85AD21381B}" srcOrd="2" destOrd="0" parTransId="{08E6111A-437B-42EA-8590-6AA137B1BB14}" sibTransId="{C7B4C903-246A-4D5F-9CCC-50C003C0CECF}"/>
    <dgm:cxn modelId="{9DACB9E8-2722-41AC-8F3A-C1EF5E96187A}" type="presOf" srcId="{AABD87A9-6A2B-49CE-8B51-328B00BED80A}" destId="{9A0590BC-C69F-43FF-8282-56B277535735}" srcOrd="1" destOrd="0" presId="urn:microsoft.com/office/officeart/2016/7/layout/RepeatingBendingProcessNew"/>
    <dgm:cxn modelId="{7992E5E9-C481-451B-8AA5-5297DC4B7838}" type="presOf" srcId="{BEACCBE7-1A46-4421-B0CF-9180B4300EE9}" destId="{37052FBA-FE0C-4403-95AD-652E2E0EB3E8}" srcOrd="0" destOrd="0" presId="urn:microsoft.com/office/officeart/2016/7/layout/RepeatingBendingProcessNew"/>
    <dgm:cxn modelId="{5E170AEB-6256-475D-82B3-606F4A47E811}" type="presOf" srcId="{94AE9520-65F8-4F0D-9314-853FCADB8B98}" destId="{9B08A138-FF96-452D-AF0F-22179D2CDD7D}" srcOrd="1" destOrd="0" presId="urn:microsoft.com/office/officeart/2016/7/layout/RepeatingBendingProcessNew"/>
    <dgm:cxn modelId="{BCF6DAF4-8457-427E-82F6-29968EE34B7C}" type="presOf" srcId="{8171926B-B16C-40D2-8B14-0F10FCABF642}" destId="{AF5C4C3C-A71A-4984-8ECB-EDE64D45D661}" srcOrd="0" destOrd="0" presId="urn:microsoft.com/office/officeart/2016/7/layout/RepeatingBendingProcessNew"/>
    <dgm:cxn modelId="{76B75375-5C88-4E3D-9C84-58C2E64EF216}" type="presParOf" srcId="{653FD1B9-C478-4841-BA40-24EE323C65D6}" destId="{A368EE82-E597-4A73-92D5-671ECBE5640C}" srcOrd="0" destOrd="0" presId="urn:microsoft.com/office/officeart/2016/7/layout/RepeatingBendingProcessNew"/>
    <dgm:cxn modelId="{753F91C5-F9A8-44A9-89B8-76DD5BDFD963}" type="presParOf" srcId="{653FD1B9-C478-4841-BA40-24EE323C65D6}" destId="{C204399F-B56A-48C6-A1E4-0B07C8B53683}" srcOrd="1" destOrd="0" presId="urn:microsoft.com/office/officeart/2016/7/layout/RepeatingBendingProcessNew"/>
    <dgm:cxn modelId="{5B49C133-FC6C-4845-9416-D372D4472584}" type="presParOf" srcId="{C204399F-B56A-48C6-A1E4-0B07C8B53683}" destId="{C13A2AB4-A096-4D31-98C8-6E0F1EE67AF7}" srcOrd="0" destOrd="0" presId="urn:microsoft.com/office/officeart/2016/7/layout/RepeatingBendingProcessNew"/>
    <dgm:cxn modelId="{23C1FF01-5AFE-4414-B914-9B938AABE0D0}" type="presParOf" srcId="{653FD1B9-C478-4841-BA40-24EE323C65D6}" destId="{A7A76039-249A-4290-9BCD-EB62B9D59E24}" srcOrd="2" destOrd="0" presId="urn:microsoft.com/office/officeart/2016/7/layout/RepeatingBendingProcessNew"/>
    <dgm:cxn modelId="{48424F97-256A-4786-B848-D4BC1F2DE394}" type="presParOf" srcId="{653FD1B9-C478-4841-BA40-24EE323C65D6}" destId="{2B52A401-95F5-4B36-8D95-C4970EBDD497}" srcOrd="3" destOrd="0" presId="urn:microsoft.com/office/officeart/2016/7/layout/RepeatingBendingProcessNew"/>
    <dgm:cxn modelId="{D4C789D7-5415-47BC-9E46-0EF16D558DC3}" type="presParOf" srcId="{2B52A401-95F5-4B36-8D95-C4970EBDD497}" destId="{9B08A138-FF96-452D-AF0F-22179D2CDD7D}" srcOrd="0" destOrd="0" presId="urn:microsoft.com/office/officeart/2016/7/layout/RepeatingBendingProcessNew"/>
    <dgm:cxn modelId="{A9319C3C-ABDD-411C-9A6F-2668C5EF0B20}" type="presParOf" srcId="{653FD1B9-C478-4841-BA40-24EE323C65D6}" destId="{1D8BEC7F-5612-429A-988F-4870B8CC7DCB}" srcOrd="4" destOrd="0" presId="urn:microsoft.com/office/officeart/2016/7/layout/RepeatingBendingProcessNew"/>
    <dgm:cxn modelId="{664507B1-54E3-4354-AAF4-0C03DD607959}" type="presParOf" srcId="{653FD1B9-C478-4841-BA40-24EE323C65D6}" destId="{47A732EE-CAC2-42D6-BAE1-4E99EA7E6FBC}" srcOrd="5" destOrd="0" presId="urn:microsoft.com/office/officeart/2016/7/layout/RepeatingBendingProcessNew"/>
    <dgm:cxn modelId="{E2591CF7-BED9-4F65-818F-87201BC4E794}" type="presParOf" srcId="{47A732EE-CAC2-42D6-BAE1-4E99EA7E6FBC}" destId="{AA778D9F-7143-4919-A4F4-5AF4E7DDBB79}" srcOrd="0" destOrd="0" presId="urn:microsoft.com/office/officeart/2016/7/layout/RepeatingBendingProcessNew"/>
    <dgm:cxn modelId="{0D44EFD8-E970-49EE-8F89-EC4523DCBBFA}" type="presParOf" srcId="{653FD1B9-C478-4841-BA40-24EE323C65D6}" destId="{BC54DC66-29BB-4847-9863-40A8E328A6CE}" srcOrd="6" destOrd="0" presId="urn:microsoft.com/office/officeart/2016/7/layout/RepeatingBendingProcessNew"/>
    <dgm:cxn modelId="{0BC46480-6561-40D5-8B63-62D8E66B270B}" type="presParOf" srcId="{653FD1B9-C478-4841-BA40-24EE323C65D6}" destId="{453CFF04-028F-4FFF-8AFC-196AC0F416A4}" srcOrd="7" destOrd="0" presId="urn:microsoft.com/office/officeart/2016/7/layout/RepeatingBendingProcessNew"/>
    <dgm:cxn modelId="{736EC847-D694-4161-A1AE-4D3EDA7CECDD}" type="presParOf" srcId="{453CFF04-028F-4FFF-8AFC-196AC0F416A4}" destId="{9A0590BC-C69F-43FF-8282-56B277535735}" srcOrd="0" destOrd="0" presId="urn:microsoft.com/office/officeart/2016/7/layout/RepeatingBendingProcessNew"/>
    <dgm:cxn modelId="{B092429B-761C-4671-BEEF-3587AB32A889}" type="presParOf" srcId="{653FD1B9-C478-4841-BA40-24EE323C65D6}" destId="{E4150A0C-C16E-4093-AA86-F8772D610175}" srcOrd="8" destOrd="0" presId="urn:microsoft.com/office/officeart/2016/7/layout/RepeatingBendingProcessNew"/>
    <dgm:cxn modelId="{8E25403E-0998-4CFB-854D-8F551A30E25F}" type="presParOf" srcId="{653FD1B9-C478-4841-BA40-24EE323C65D6}" destId="{37052FBA-FE0C-4403-95AD-652E2E0EB3E8}" srcOrd="9" destOrd="0" presId="urn:microsoft.com/office/officeart/2016/7/layout/RepeatingBendingProcessNew"/>
    <dgm:cxn modelId="{F6BB117E-2251-4781-BA1C-84339D177EE0}" type="presParOf" srcId="{37052FBA-FE0C-4403-95AD-652E2E0EB3E8}" destId="{911F0646-A717-4EDF-AF12-9C8E0F128F4C}" srcOrd="0" destOrd="0" presId="urn:microsoft.com/office/officeart/2016/7/layout/RepeatingBendingProcessNew"/>
    <dgm:cxn modelId="{19BB05CF-ABCA-43E7-96BF-5B1965A0EA5E}" type="presParOf" srcId="{653FD1B9-C478-4841-BA40-24EE323C65D6}" destId="{DBECE0EF-A62A-44E9-BA9F-2193C3258F1D}" srcOrd="10" destOrd="0" presId="urn:microsoft.com/office/officeart/2016/7/layout/RepeatingBendingProcessNew"/>
    <dgm:cxn modelId="{7EC76012-1B62-4D1D-B750-9F9830E7FC81}" type="presParOf" srcId="{653FD1B9-C478-4841-BA40-24EE323C65D6}" destId="{88A696AE-A94B-4EE7-82BE-173891B45E69}" srcOrd="11" destOrd="0" presId="urn:microsoft.com/office/officeart/2016/7/layout/RepeatingBendingProcessNew"/>
    <dgm:cxn modelId="{776B9389-06CC-44FB-BDD7-C71B9B076944}" type="presParOf" srcId="{88A696AE-A94B-4EE7-82BE-173891B45E69}" destId="{FD6422E6-E616-4AA5-A399-F34DBB8C1201}" srcOrd="0" destOrd="0" presId="urn:microsoft.com/office/officeart/2016/7/layout/RepeatingBendingProcessNew"/>
    <dgm:cxn modelId="{DFE4A4EC-AFBA-4C81-ABE5-8EDA75F46B29}" type="presParOf" srcId="{653FD1B9-C478-4841-BA40-24EE323C65D6}" destId="{4D216CA3-DECC-4AC4-B6B3-C83E879DE9AD}" srcOrd="12" destOrd="0" presId="urn:microsoft.com/office/officeart/2016/7/layout/RepeatingBendingProcessNew"/>
    <dgm:cxn modelId="{214642C6-8520-4AC1-9AD4-8D3F70184A22}" type="presParOf" srcId="{653FD1B9-C478-4841-BA40-24EE323C65D6}" destId="{614FBC9F-8560-4C2E-9AD0-F0AF57686185}" srcOrd="13" destOrd="0" presId="urn:microsoft.com/office/officeart/2016/7/layout/RepeatingBendingProcessNew"/>
    <dgm:cxn modelId="{31F2ECFB-F2FA-48F4-87C0-D78C7CE7BA2C}" type="presParOf" srcId="{614FBC9F-8560-4C2E-9AD0-F0AF57686185}" destId="{402F2ACE-98EF-4048-8B36-46D0E6648083}" srcOrd="0" destOrd="0" presId="urn:microsoft.com/office/officeart/2016/7/layout/RepeatingBendingProcessNew"/>
    <dgm:cxn modelId="{4CF41467-2615-448D-9177-4549D81934B7}" type="presParOf" srcId="{653FD1B9-C478-4841-BA40-24EE323C65D6}" destId="{AF5C4C3C-A71A-4984-8ECB-EDE64D45D661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D472A5-DC12-4A9C-A24E-20F875931D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0979CCD8-C514-4D8C-B04D-5D73A3959AC5}">
      <dgm:prSet phldrT="[Text]"/>
      <dgm:spPr>
        <a:solidFill>
          <a:srgbClr val="002060"/>
        </a:solidFill>
      </dgm:spPr>
      <dgm:t>
        <a:bodyPr/>
        <a:lstStyle/>
        <a:p>
          <a:r>
            <a:rPr lang="en-MY" dirty="0">
              <a:latin typeface="Bahnschrift" panose="020B0502040204020203" pitchFamily="34" charset="0"/>
            </a:rPr>
            <a:t>Lecture</a:t>
          </a:r>
        </a:p>
      </dgm:t>
    </dgm:pt>
    <dgm:pt modelId="{67816B5B-54CD-4C33-B472-F0DF29352C46}" type="parTrans" cxnId="{2DD82C38-DB95-405B-BD0C-FB4862D65FA9}">
      <dgm:prSet/>
      <dgm:spPr/>
      <dgm:t>
        <a:bodyPr/>
        <a:lstStyle/>
        <a:p>
          <a:endParaRPr lang="en-MY"/>
        </a:p>
      </dgm:t>
    </dgm:pt>
    <dgm:pt modelId="{1A265F9E-CCBC-4D94-83E5-41DB9D4FDDF6}" type="sibTrans" cxnId="{2DD82C38-DB95-405B-BD0C-FB4862D65FA9}">
      <dgm:prSet/>
      <dgm:spPr/>
      <dgm:t>
        <a:bodyPr/>
        <a:lstStyle/>
        <a:p>
          <a:endParaRPr lang="en-MY"/>
        </a:p>
      </dgm:t>
    </dgm:pt>
    <dgm:pt modelId="{AC3CB546-2C02-4309-B887-21628B2F76F1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Monday</a:t>
          </a:r>
        </a:p>
      </dgm:t>
    </dgm:pt>
    <dgm:pt modelId="{4903C93E-18B8-429E-AFF3-039DD3397062}" type="parTrans" cxnId="{406A407F-D8D1-4F4B-8509-11035E16E162}">
      <dgm:prSet/>
      <dgm:spPr/>
      <dgm:t>
        <a:bodyPr/>
        <a:lstStyle/>
        <a:p>
          <a:endParaRPr lang="en-MY"/>
        </a:p>
      </dgm:t>
    </dgm:pt>
    <dgm:pt modelId="{BC9446AD-3373-4BD0-ADF3-6AAEA7C90307}" type="sibTrans" cxnId="{406A407F-D8D1-4F4B-8509-11035E16E162}">
      <dgm:prSet/>
      <dgm:spPr/>
      <dgm:t>
        <a:bodyPr/>
        <a:lstStyle/>
        <a:p>
          <a:endParaRPr lang="en-MY"/>
        </a:p>
      </dgm:t>
    </dgm:pt>
    <dgm:pt modelId="{0465802D-AD1A-42FA-90BB-7FD973581B70}">
      <dgm:prSet phldrT="[Text]"/>
      <dgm:spPr>
        <a:solidFill>
          <a:srgbClr val="002060"/>
        </a:solidFill>
      </dgm:spPr>
      <dgm:t>
        <a:bodyPr/>
        <a:lstStyle/>
        <a:p>
          <a:r>
            <a:rPr lang="en-MY" dirty="0">
              <a:latin typeface="Bahnschrift" panose="020B0502040204020203" pitchFamily="34" charset="0"/>
            </a:rPr>
            <a:t>Lab</a:t>
          </a:r>
        </a:p>
      </dgm:t>
    </dgm:pt>
    <dgm:pt modelId="{2B5B970B-0D10-4B50-A72D-D44D7BDB2180}" type="parTrans" cxnId="{5AF77DE6-268D-48CB-8BD4-6FC9B9230CB2}">
      <dgm:prSet/>
      <dgm:spPr/>
      <dgm:t>
        <a:bodyPr/>
        <a:lstStyle/>
        <a:p>
          <a:endParaRPr lang="en-MY"/>
        </a:p>
      </dgm:t>
    </dgm:pt>
    <dgm:pt modelId="{777D5971-0D9C-4568-8CCE-C147918B103E}" type="sibTrans" cxnId="{5AF77DE6-268D-48CB-8BD4-6FC9B9230CB2}">
      <dgm:prSet/>
      <dgm:spPr/>
      <dgm:t>
        <a:bodyPr/>
        <a:lstStyle/>
        <a:p>
          <a:endParaRPr lang="en-MY"/>
        </a:p>
      </dgm:t>
    </dgm:pt>
    <dgm:pt modelId="{715120A6-2C21-4C7B-9D28-1515549BA726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1 : Tuesday (8:00 AM – 10:00 AM)</a:t>
          </a:r>
        </a:p>
      </dgm:t>
    </dgm:pt>
    <dgm:pt modelId="{D1A286EE-7657-4BAA-A957-2557BAA02904}" type="parTrans" cxnId="{7A6ACF37-81ED-47EB-81BC-866A55519936}">
      <dgm:prSet/>
      <dgm:spPr/>
      <dgm:t>
        <a:bodyPr/>
        <a:lstStyle/>
        <a:p>
          <a:endParaRPr lang="en-MY"/>
        </a:p>
      </dgm:t>
    </dgm:pt>
    <dgm:pt modelId="{57CCE6CD-1258-49C3-8C85-1B5C51B452F0}" type="sibTrans" cxnId="{7A6ACF37-81ED-47EB-81BC-866A55519936}">
      <dgm:prSet/>
      <dgm:spPr/>
      <dgm:t>
        <a:bodyPr/>
        <a:lstStyle/>
        <a:p>
          <a:endParaRPr lang="en-MY"/>
        </a:p>
      </dgm:t>
    </dgm:pt>
    <dgm:pt modelId="{D1C69BD3-337C-436D-9610-3B0876DD13FF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2:00 PM – 4:00 PM</a:t>
          </a:r>
        </a:p>
      </dgm:t>
    </dgm:pt>
    <dgm:pt modelId="{630D356B-A578-4514-BE3F-5411759129C6}" type="parTrans" cxnId="{0B3C481C-7882-480D-B4B1-E76C3B86A4FE}">
      <dgm:prSet/>
      <dgm:spPr/>
      <dgm:t>
        <a:bodyPr/>
        <a:lstStyle/>
        <a:p>
          <a:endParaRPr lang="en-MY"/>
        </a:p>
      </dgm:t>
    </dgm:pt>
    <dgm:pt modelId="{8892752A-312E-44A0-AD3C-984C124565F4}" type="sibTrans" cxnId="{0B3C481C-7882-480D-B4B1-E76C3B86A4FE}">
      <dgm:prSet/>
      <dgm:spPr/>
      <dgm:t>
        <a:bodyPr/>
        <a:lstStyle/>
        <a:p>
          <a:endParaRPr lang="en-MY"/>
        </a:p>
      </dgm:t>
    </dgm:pt>
    <dgm:pt modelId="{F7D7DEB0-D3EE-4DAC-B9B2-0E147717338E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Lecture Theatre D1</a:t>
          </a:r>
        </a:p>
      </dgm:t>
    </dgm:pt>
    <dgm:pt modelId="{5766D07E-D07C-42BC-ADEA-800B2D8229DA}" type="parTrans" cxnId="{C85CFB78-4454-4F74-AAA0-B6C0EC4723BF}">
      <dgm:prSet/>
      <dgm:spPr/>
      <dgm:t>
        <a:bodyPr/>
        <a:lstStyle/>
        <a:p>
          <a:endParaRPr lang="en-MY"/>
        </a:p>
      </dgm:t>
    </dgm:pt>
    <dgm:pt modelId="{FE40A578-729E-4964-A158-2AF8BB4F0C4B}" type="sibTrans" cxnId="{C85CFB78-4454-4F74-AAA0-B6C0EC4723BF}">
      <dgm:prSet/>
      <dgm:spPr/>
      <dgm:t>
        <a:bodyPr/>
        <a:lstStyle/>
        <a:p>
          <a:endParaRPr lang="en-MY"/>
        </a:p>
      </dgm:t>
    </dgm:pt>
    <dgm:pt modelId="{1E269D4B-7A89-4614-9664-F085576D859F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01-02-09 (Learning Hub 6)</a:t>
          </a:r>
        </a:p>
      </dgm:t>
    </dgm:pt>
    <dgm:pt modelId="{3D8B39DE-26BD-46D1-A8A2-D7ECE2925215}" type="parTrans" cxnId="{BB252380-2D47-4B75-BDDE-4FA2394D9E2F}">
      <dgm:prSet/>
      <dgm:spPr/>
      <dgm:t>
        <a:bodyPr/>
        <a:lstStyle/>
        <a:p>
          <a:endParaRPr lang="en-MY"/>
        </a:p>
      </dgm:t>
    </dgm:pt>
    <dgm:pt modelId="{9EA78B36-FCD7-4123-8747-981947A95EE5}" type="sibTrans" cxnId="{BB252380-2D47-4B75-BDDE-4FA2394D9E2F}">
      <dgm:prSet/>
      <dgm:spPr/>
      <dgm:t>
        <a:bodyPr/>
        <a:lstStyle/>
        <a:p>
          <a:endParaRPr lang="en-MY"/>
        </a:p>
      </dgm:t>
    </dgm:pt>
    <dgm:pt modelId="{710242B1-FEC3-4579-A5BB-FEA052900764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GA (G1 &amp; G2)– Ms Anagha (anagha_21002260@utp.edu.my)</a:t>
          </a:r>
        </a:p>
      </dgm:t>
    </dgm:pt>
    <dgm:pt modelId="{4815129F-E128-4641-A5F0-91D6AED67211}" type="parTrans" cxnId="{45AF244A-A07E-4FA8-BC96-2BB8D34CA629}">
      <dgm:prSet/>
      <dgm:spPr/>
      <dgm:t>
        <a:bodyPr/>
        <a:lstStyle/>
        <a:p>
          <a:endParaRPr lang="en-MY"/>
        </a:p>
      </dgm:t>
    </dgm:pt>
    <dgm:pt modelId="{7B8C493C-20F8-4F10-B746-6F6FDBA63E6A}" type="sibTrans" cxnId="{45AF244A-A07E-4FA8-BC96-2BB8D34CA629}">
      <dgm:prSet/>
      <dgm:spPr/>
      <dgm:t>
        <a:bodyPr/>
        <a:lstStyle/>
        <a:p>
          <a:endParaRPr lang="en-MY"/>
        </a:p>
      </dgm:t>
    </dgm:pt>
    <dgm:pt modelId="{7A2CCF1C-E3D7-4663-996C-1F9D7D209EDE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Lecturer – Nazleeni Samiha Haron (nazleeni@utp.edu.my)</a:t>
          </a:r>
        </a:p>
      </dgm:t>
    </dgm:pt>
    <dgm:pt modelId="{27D78314-7B65-4A0F-9107-3AB9B597866E}" type="parTrans" cxnId="{375C7AE3-7326-44F6-9704-9CA7123C4040}">
      <dgm:prSet/>
      <dgm:spPr/>
      <dgm:t>
        <a:bodyPr/>
        <a:lstStyle/>
        <a:p>
          <a:endParaRPr lang="en-MY"/>
        </a:p>
      </dgm:t>
    </dgm:pt>
    <dgm:pt modelId="{78C4318B-30C1-4F14-B61A-360A7E81F5DB}" type="sibTrans" cxnId="{375C7AE3-7326-44F6-9704-9CA7123C4040}">
      <dgm:prSet/>
      <dgm:spPr/>
      <dgm:t>
        <a:bodyPr/>
        <a:lstStyle/>
        <a:p>
          <a:endParaRPr lang="en-MY"/>
        </a:p>
      </dgm:t>
    </dgm:pt>
    <dgm:pt modelId="{6E630206-C3D6-4559-88C1-1504831E992F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2 : Tuesday (10:00 AM – 12:00 PM)</a:t>
          </a:r>
        </a:p>
      </dgm:t>
    </dgm:pt>
    <dgm:pt modelId="{9E0D777A-2A08-432B-94FB-AC2F76902024}" type="parTrans" cxnId="{6B8CAE91-77EA-478D-A495-B32F8EC4F303}">
      <dgm:prSet/>
      <dgm:spPr/>
      <dgm:t>
        <a:bodyPr/>
        <a:lstStyle/>
        <a:p>
          <a:endParaRPr lang="en-MY"/>
        </a:p>
      </dgm:t>
    </dgm:pt>
    <dgm:pt modelId="{8274F33E-8698-4DC8-A35A-1DE6CBEC993A}" type="sibTrans" cxnId="{6B8CAE91-77EA-478D-A495-B32F8EC4F303}">
      <dgm:prSet/>
      <dgm:spPr/>
      <dgm:t>
        <a:bodyPr/>
        <a:lstStyle/>
        <a:p>
          <a:endParaRPr lang="en-MY"/>
        </a:p>
      </dgm:t>
    </dgm:pt>
    <dgm:pt modelId="{EDFF2A42-50C0-40D3-9CB4-38DE25DA88B2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3 : Thursday (4:00 PM – 6:00 PM)</a:t>
          </a:r>
        </a:p>
      </dgm:t>
    </dgm:pt>
    <dgm:pt modelId="{C93B7944-F0FC-46EA-A18C-97CD3AA6E7C0}" type="parTrans" cxnId="{5728A80D-0607-434E-8137-B8CF2839CFCC}">
      <dgm:prSet/>
      <dgm:spPr/>
      <dgm:t>
        <a:bodyPr/>
        <a:lstStyle/>
        <a:p>
          <a:endParaRPr lang="en-MY"/>
        </a:p>
      </dgm:t>
    </dgm:pt>
    <dgm:pt modelId="{E1FA5B0F-711B-4725-B80C-321AB2DC5907}" type="sibTrans" cxnId="{5728A80D-0607-434E-8137-B8CF2839CFCC}">
      <dgm:prSet/>
      <dgm:spPr/>
      <dgm:t>
        <a:bodyPr/>
        <a:lstStyle/>
        <a:p>
          <a:endParaRPr lang="en-MY"/>
        </a:p>
      </dgm:t>
    </dgm:pt>
    <dgm:pt modelId="{D6F3B9D2-EF0F-48DD-AF0B-13000A835539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4 : Wednesday (10:00 AM – 12:00 PM)</a:t>
          </a:r>
        </a:p>
      </dgm:t>
    </dgm:pt>
    <dgm:pt modelId="{FD628302-BC6D-4D8A-9C49-ED4B60B52388}" type="parTrans" cxnId="{B663DA1E-E520-4176-BCCC-3E1089246CDD}">
      <dgm:prSet/>
      <dgm:spPr/>
      <dgm:t>
        <a:bodyPr/>
        <a:lstStyle/>
        <a:p>
          <a:endParaRPr lang="en-MY"/>
        </a:p>
      </dgm:t>
    </dgm:pt>
    <dgm:pt modelId="{4E1D3A82-F3E0-42CD-B2DB-463D1A3171E1}" type="sibTrans" cxnId="{B663DA1E-E520-4176-BCCC-3E1089246CDD}">
      <dgm:prSet/>
      <dgm:spPr/>
      <dgm:t>
        <a:bodyPr/>
        <a:lstStyle/>
        <a:p>
          <a:endParaRPr lang="en-MY"/>
        </a:p>
      </dgm:t>
    </dgm:pt>
    <dgm:pt modelId="{350C9BB9-A2DB-4349-9D4C-160EBD2211B7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GA (G3 &amp; G4) - Ms Fatima Alam (fatima_24003757@utp.edu.my)</a:t>
          </a:r>
        </a:p>
      </dgm:t>
    </dgm:pt>
    <dgm:pt modelId="{42988132-1202-4249-967C-195F891AB31C}" type="parTrans" cxnId="{8836A504-DED3-4508-8171-9ED224813FE2}">
      <dgm:prSet/>
      <dgm:spPr/>
      <dgm:t>
        <a:bodyPr/>
        <a:lstStyle/>
        <a:p>
          <a:endParaRPr lang="en-MY"/>
        </a:p>
      </dgm:t>
    </dgm:pt>
    <dgm:pt modelId="{FFAC51ED-B6FC-4A44-84CC-327804D37609}" type="sibTrans" cxnId="{8836A504-DED3-4508-8171-9ED224813FE2}">
      <dgm:prSet/>
      <dgm:spPr/>
      <dgm:t>
        <a:bodyPr/>
        <a:lstStyle/>
        <a:p>
          <a:endParaRPr lang="en-MY"/>
        </a:p>
      </dgm:t>
    </dgm:pt>
    <dgm:pt modelId="{743CBADA-3FC8-46A9-8BC7-6DA52234592C}" type="pres">
      <dgm:prSet presAssocID="{EBD472A5-DC12-4A9C-A24E-20F875931DF3}" presName="linear" presStyleCnt="0">
        <dgm:presLayoutVars>
          <dgm:animLvl val="lvl"/>
          <dgm:resizeHandles val="exact"/>
        </dgm:presLayoutVars>
      </dgm:prSet>
      <dgm:spPr/>
    </dgm:pt>
    <dgm:pt modelId="{AF3DD260-9B25-40A7-B4A2-0636E5BF97A8}" type="pres">
      <dgm:prSet presAssocID="{0979CCD8-C514-4D8C-B04D-5D73A3959A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721F7A9-947B-4B53-A37A-FE49F962834D}" type="pres">
      <dgm:prSet presAssocID="{0979CCD8-C514-4D8C-B04D-5D73A3959AC5}" presName="childText" presStyleLbl="revTx" presStyleIdx="0" presStyleCnt="2">
        <dgm:presLayoutVars>
          <dgm:bulletEnabled val="1"/>
        </dgm:presLayoutVars>
      </dgm:prSet>
      <dgm:spPr/>
    </dgm:pt>
    <dgm:pt modelId="{7E61152D-FC57-4FB5-8820-11FC93B020BC}" type="pres">
      <dgm:prSet presAssocID="{0465802D-AD1A-42FA-90BB-7FD973581B7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FAE9863-95E0-4861-87DE-B61BC72C2AC7}" type="pres">
      <dgm:prSet presAssocID="{0465802D-AD1A-42FA-90BB-7FD973581B7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836A504-DED3-4508-8171-9ED224813FE2}" srcId="{0465802D-AD1A-42FA-90BB-7FD973581B70}" destId="{350C9BB9-A2DB-4349-9D4C-160EBD2211B7}" srcOrd="6" destOrd="0" parTransId="{42988132-1202-4249-967C-195F891AB31C}" sibTransId="{FFAC51ED-B6FC-4A44-84CC-327804D37609}"/>
    <dgm:cxn modelId="{5728A80D-0607-434E-8137-B8CF2839CFCC}" srcId="{0465802D-AD1A-42FA-90BB-7FD973581B70}" destId="{EDFF2A42-50C0-40D3-9CB4-38DE25DA88B2}" srcOrd="2" destOrd="0" parTransId="{C93B7944-F0FC-46EA-A18C-97CD3AA6E7C0}" sibTransId="{E1FA5B0F-711B-4725-B80C-321AB2DC5907}"/>
    <dgm:cxn modelId="{7B33451A-357B-4364-BB65-F981D7126025}" type="presOf" srcId="{350C9BB9-A2DB-4349-9D4C-160EBD2211B7}" destId="{CFAE9863-95E0-4861-87DE-B61BC72C2AC7}" srcOrd="0" destOrd="6" presId="urn:microsoft.com/office/officeart/2005/8/layout/vList2"/>
    <dgm:cxn modelId="{0B3C481C-7882-480D-B4B1-E76C3B86A4FE}" srcId="{0979CCD8-C514-4D8C-B04D-5D73A3959AC5}" destId="{D1C69BD3-337C-436D-9610-3B0876DD13FF}" srcOrd="1" destOrd="0" parTransId="{630D356B-A578-4514-BE3F-5411759129C6}" sibTransId="{8892752A-312E-44A0-AD3C-984C124565F4}"/>
    <dgm:cxn modelId="{B663DA1E-E520-4176-BCCC-3E1089246CDD}" srcId="{0465802D-AD1A-42FA-90BB-7FD973581B70}" destId="{D6F3B9D2-EF0F-48DD-AF0B-13000A835539}" srcOrd="3" destOrd="0" parTransId="{FD628302-BC6D-4D8A-9C49-ED4B60B52388}" sibTransId="{4E1D3A82-F3E0-42CD-B2DB-463D1A3171E1}"/>
    <dgm:cxn modelId="{A8089424-F10D-4F1D-A641-95A3D1C469BC}" type="presOf" srcId="{715120A6-2C21-4C7B-9D28-1515549BA726}" destId="{CFAE9863-95E0-4861-87DE-B61BC72C2AC7}" srcOrd="0" destOrd="0" presId="urn:microsoft.com/office/officeart/2005/8/layout/vList2"/>
    <dgm:cxn modelId="{F4DE2029-FA3F-4EBB-963A-8C98243CDBEC}" type="presOf" srcId="{AC3CB546-2C02-4309-B887-21628B2F76F1}" destId="{4721F7A9-947B-4B53-A37A-FE49F962834D}" srcOrd="0" destOrd="0" presId="urn:microsoft.com/office/officeart/2005/8/layout/vList2"/>
    <dgm:cxn modelId="{895FB334-C553-4F1A-B320-C30CB5BD706D}" type="presOf" srcId="{D6F3B9D2-EF0F-48DD-AF0B-13000A835539}" destId="{CFAE9863-95E0-4861-87DE-B61BC72C2AC7}" srcOrd="0" destOrd="3" presId="urn:microsoft.com/office/officeart/2005/8/layout/vList2"/>
    <dgm:cxn modelId="{7A6ACF37-81ED-47EB-81BC-866A55519936}" srcId="{0465802D-AD1A-42FA-90BB-7FD973581B70}" destId="{715120A6-2C21-4C7B-9D28-1515549BA726}" srcOrd="0" destOrd="0" parTransId="{D1A286EE-7657-4BAA-A957-2557BAA02904}" sibTransId="{57CCE6CD-1258-49C3-8C85-1B5C51B452F0}"/>
    <dgm:cxn modelId="{2DD82C38-DB95-405B-BD0C-FB4862D65FA9}" srcId="{EBD472A5-DC12-4A9C-A24E-20F875931DF3}" destId="{0979CCD8-C514-4D8C-B04D-5D73A3959AC5}" srcOrd="0" destOrd="0" parTransId="{67816B5B-54CD-4C33-B472-F0DF29352C46}" sibTransId="{1A265F9E-CCBC-4D94-83E5-41DB9D4FDDF6}"/>
    <dgm:cxn modelId="{45AF244A-A07E-4FA8-BC96-2BB8D34CA629}" srcId="{0465802D-AD1A-42FA-90BB-7FD973581B70}" destId="{710242B1-FEC3-4579-A5BB-FEA052900764}" srcOrd="5" destOrd="0" parTransId="{4815129F-E128-4641-A5F0-91D6AED67211}" sibTransId="{7B8C493C-20F8-4F10-B746-6F6FDBA63E6A}"/>
    <dgm:cxn modelId="{4CE77E4F-41E5-4BF3-A48E-555C45B5CEB2}" type="presOf" srcId="{710242B1-FEC3-4579-A5BB-FEA052900764}" destId="{CFAE9863-95E0-4861-87DE-B61BC72C2AC7}" srcOrd="0" destOrd="5" presId="urn:microsoft.com/office/officeart/2005/8/layout/vList2"/>
    <dgm:cxn modelId="{29B7AD51-BDC5-4D5B-A511-4396251130DD}" type="presOf" srcId="{6E630206-C3D6-4559-88C1-1504831E992F}" destId="{CFAE9863-95E0-4861-87DE-B61BC72C2AC7}" srcOrd="0" destOrd="1" presId="urn:microsoft.com/office/officeart/2005/8/layout/vList2"/>
    <dgm:cxn modelId="{90E25473-98D7-4B3A-80DD-8B7E1F5066D0}" type="presOf" srcId="{1E269D4B-7A89-4614-9664-F085576D859F}" destId="{CFAE9863-95E0-4861-87DE-B61BC72C2AC7}" srcOrd="0" destOrd="4" presId="urn:microsoft.com/office/officeart/2005/8/layout/vList2"/>
    <dgm:cxn modelId="{C85CFB78-4454-4F74-AAA0-B6C0EC4723BF}" srcId="{0979CCD8-C514-4D8C-B04D-5D73A3959AC5}" destId="{F7D7DEB0-D3EE-4DAC-B9B2-0E147717338E}" srcOrd="2" destOrd="0" parTransId="{5766D07E-D07C-42BC-ADEA-800B2D8229DA}" sibTransId="{FE40A578-729E-4964-A158-2AF8BB4F0C4B}"/>
    <dgm:cxn modelId="{406A407F-D8D1-4F4B-8509-11035E16E162}" srcId="{0979CCD8-C514-4D8C-B04D-5D73A3959AC5}" destId="{AC3CB546-2C02-4309-B887-21628B2F76F1}" srcOrd="0" destOrd="0" parTransId="{4903C93E-18B8-429E-AFF3-039DD3397062}" sibTransId="{BC9446AD-3373-4BD0-ADF3-6AAEA7C90307}"/>
    <dgm:cxn modelId="{BB252380-2D47-4B75-BDDE-4FA2394D9E2F}" srcId="{0465802D-AD1A-42FA-90BB-7FD973581B70}" destId="{1E269D4B-7A89-4614-9664-F085576D859F}" srcOrd="4" destOrd="0" parTransId="{3D8B39DE-26BD-46D1-A8A2-D7ECE2925215}" sibTransId="{9EA78B36-FCD7-4123-8747-981947A95EE5}"/>
    <dgm:cxn modelId="{3D64E081-B6F1-4609-99ED-71CBC22A94F7}" type="presOf" srcId="{0465802D-AD1A-42FA-90BB-7FD973581B70}" destId="{7E61152D-FC57-4FB5-8820-11FC93B020BC}" srcOrd="0" destOrd="0" presId="urn:microsoft.com/office/officeart/2005/8/layout/vList2"/>
    <dgm:cxn modelId="{FB07D083-743C-4E77-874D-D00B4A0977B9}" type="presOf" srcId="{F7D7DEB0-D3EE-4DAC-B9B2-0E147717338E}" destId="{4721F7A9-947B-4B53-A37A-FE49F962834D}" srcOrd="0" destOrd="2" presId="urn:microsoft.com/office/officeart/2005/8/layout/vList2"/>
    <dgm:cxn modelId="{4DCD9D8A-63D0-4916-B04E-E0DA8883824D}" type="presOf" srcId="{D1C69BD3-337C-436D-9610-3B0876DD13FF}" destId="{4721F7A9-947B-4B53-A37A-FE49F962834D}" srcOrd="0" destOrd="1" presId="urn:microsoft.com/office/officeart/2005/8/layout/vList2"/>
    <dgm:cxn modelId="{F0C6D88B-5919-4920-9B8F-2CE1BDAD7383}" type="presOf" srcId="{0979CCD8-C514-4D8C-B04D-5D73A3959AC5}" destId="{AF3DD260-9B25-40A7-B4A2-0636E5BF97A8}" srcOrd="0" destOrd="0" presId="urn:microsoft.com/office/officeart/2005/8/layout/vList2"/>
    <dgm:cxn modelId="{6B8CAE91-77EA-478D-A495-B32F8EC4F303}" srcId="{0465802D-AD1A-42FA-90BB-7FD973581B70}" destId="{6E630206-C3D6-4559-88C1-1504831E992F}" srcOrd="1" destOrd="0" parTransId="{9E0D777A-2A08-432B-94FB-AC2F76902024}" sibTransId="{8274F33E-8698-4DC8-A35A-1DE6CBEC993A}"/>
    <dgm:cxn modelId="{F39D60C1-3036-44AC-A3D3-9C5ADC025B3D}" type="presOf" srcId="{7A2CCF1C-E3D7-4663-996C-1F9D7D209EDE}" destId="{4721F7A9-947B-4B53-A37A-FE49F962834D}" srcOrd="0" destOrd="3" presId="urn:microsoft.com/office/officeart/2005/8/layout/vList2"/>
    <dgm:cxn modelId="{19225EC3-57AA-45A3-A0D0-B3A75E173351}" type="presOf" srcId="{EBD472A5-DC12-4A9C-A24E-20F875931DF3}" destId="{743CBADA-3FC8-46A9-8BC7-6DA52234592C}" srcOrd="0" destOrd="0" presId="urn:microsoft.com/office/officeart/2005/8/layout/vList2"/>
    <dgm:cxn modelId="{1624A9DC-2E3F-4E15-B264-B7EFAAD0A48A}" type="presOf" srcId="{EDFF2A42-50C0-40D3-9CB4-38DE25DA88B2}" destId="{CFAE9863-95E0-4861-87DE-B61BC72C2AC7}" srcOrd="0" destOrd="2" presId="urn:microsoft.com/office/officeart/2005/8/layout/vList2"/>
    <dgm:cxn modelId="{375C7AE3-7326-44F6-9704-9CA7123C4040}" srcId="{0979CCD8-C514-4D8C-B04D-5D73A3959AC5}" destId="{7A2CCF1C-E3D7-4663-996C-1F9D7D209EDE}" srcOrd="3" destOrd="0" parTransId="{27D78314-7B65-4A0F-9107-3AB9B597866E}" sibTransId="{78C4318B-30C1-4F14-B61A-360A7E81F5DB}"/>
    <dgm:cxn modelId="{5AF77DE6-268D-48CB-8BD4-6FC9B9230CB2}" srcId="{EBD472A5-DC12-4A9C-A24E-20F875931DF3}" destId="{0465802D-AD1A-42FA-90BB-7FD973581B70}" srcOrd="1" destOrd="0" parTransId="{2B5B970B-0D10-4B50-A72D-D44D7BDB2180}" sibTransId="{777D5971-0D9C-4568-8CCE-C147918B103E}"/>
    <dgm:cxn modelId="{590F587F-AFBF-4DC2-8779-A85DEB33CB66}" type="presParOf" srcId="{743CBADA-3FC8-46A9-8BC7-6DA52234592C}" destId="{AF3DD260-9B25-40A7-B4A2-0636E5BF97A8}" srcOrd="0" destOrd="0" presId="urn:microsoft.com/office/officeart/2005/8/layout/vList2"/>
    <dgm:cxn modelId="{7541231A-9805-4142-8138-60073371D891}" type="presParOf" srcId="{743CBADA-3FC8-46A9-8BC7-6DA52234592C}" destId="{4721F7A9-947B-4B53-A37A-FE49F962834D}" srcOrd="1" destOrd="0" presId="urn:microsoft.com/office/officeart/2005/8/layout/vList2"/>
    <dgm:cxn modelId="{7C4FC5A4-C583-445C-839D-A595203E9B2D}" type="presParOf" srcId="{743CBADA-3FC8-46A9-8BC7-6DA52234592C}" destId="{7E61152D-FC57-4FB5-8820-11FC93B020BC}" srcOrd="2" destOrd="0" presId="urn:microsoft.com/office/officeart/2005/8/layout/vList2"/>
    <dgm:cxn modelId="{FDF20B1B-F914-43C9-A377-8D94FA9ADA1F}" type="presParOf" srcId="{743CBADA-3FC8-46A9-8BC7-6DA52234592C}" destId="{CFAE9863-95E0-4861-87DE-B61BC72C2AC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81116E-ADA6-440A-8088-ABA5B7C0CF10}" type="doc">
      <dgm:prSet loTypeId="urn:microsoft.com/office/officeart/2005/8/layout/vList6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A33B8862-20E4-4A1F-8EE7-FE2B9C637FC7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2</a:t>
          </a:r>
        </a:p>
      </dgm:t>
    </dgm:pt>
    <dgm:pt modelId="{15758296-479D-4381-8BE0-0E1C5104D85E}" type="parTrans" cxnId="{E4288FFD-ABE7-4AFC-8CB1-F6DB364712E5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7A57A1D-149E-4FC2-9E87-6F29E7FE8482}" type="sibTrans" cxnId="{E4288FFD-ABE7-4AFC-8CB1-F6DB364712E5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016F3724-C13A-41E9-A0E0-853E0CB9007F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1</a:t>
          </a:r>
        </a:p>
      </dgm:t>
    </dgm:pt>
    <dgm:pt modelId="{FD6FF5DB-D5A1-4412-AE51-2CD89C77DE30}" type="parTrans" cxnId="{06B651E9-946D-4A46-BAA7-2A59DE8F75A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4338065E-282C-41EB-884A-B70F824C0DD2}" type="sibTrans" cxnId="{06B651E9-946D-4A46-BAA7-2A59DE8F75A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07AE52B-173F-4A76-B1A1-07644EB53F3B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4</a:t>
          </a:r>
        </a:p>
      </dgm:t>
    </dgm:pt>
    <dgm:pt modelId="{EF95E87D-1AF9-4B0E-B7E7-55393B2AE4D5}" type="parTrans" cxnId="{E0F3906C-1EC7-4D87-9A13-3DE82D604A2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DEED0F6-CF2F-4B92-9A5F-229894D68AAE}" type="sibTrans" cxnId="{E0F3906C-1EC7-4D87-9A13-3DE82D604A2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D8612E57-0048-4B52-A173-2D63A2A1E4BA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2</a:t>
          </a:r>
        </a:p>
      </dgm:t>
    </dgm:pt>
    <dgm:pt modelId="{263C1916-1504-45AF-865F-8CEC7F793C5F}" type="parTrans" cxnId="{71F17D59-F3CC-4E26-A466-6BFDB4DC48B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2E36EF6-D094-4398-9CD5-26449F79B9B7}" type="sibTrans" cxnId="{71F17D59-F3CC-4E26-A466-6BFDB4DC48B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7612A63-A6EB-45EE-AD39-9689C7194B49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6</a:t>
          </a:r>
        </a:p>
      </dgm:t>
    </dgm:pt>
    <dgm:pt modelId="{A254AC8C-7762-463C-A5F3-9D0666A4B818}" type="parTrans" cxnId="{17F6414D-E47C-404E-9527-86CA0183C56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79BEE0B3-A5BA-4354-8E98-DCE4D38BBE46}" type="sibTrans" cxnId="{17F6414D-E47C-404E-9527-86CA0183C56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F2D5564-72B5-42BC-A78A-D1EB0320DDD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Test 1</a:t>
          </a:r>
        </a:p>
      </dgm:t>
    </dgm:pt>
    <dgm:pt modelId="{6B265D5A-8121-4346-A749-8C525D20CA28}" type="parTrans" cxnId="{CA20436C-74FD-4376-A413-9C37C10B8E0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E64DA65-74CA-41B6-AA1B-193C3D5B9C6F}" type="sibTrans" cxnId="{CA20436C-74FD-4376-A413-9C37C10B8E0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C3A1F2F-4C4F-4888-BDAD-FA5018DA922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3</a:t>
          </a:r>
        </a:p>
      </dgm:t>
    </dgm:pt>
    <dgm:pt modelId="{EB62C802-B4B3-4C26-82E4-E2994E1B15D5}" type="parTrans" cxnId="{D5A0D2B2-8568-480D-9A82-E062004A32B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B0D5C1AD-41D5-4E85-B540-0DA11C59EF7A}" type="sibTrans" cxnId="{D5A0D2B2-8568-480D-9A82-E062004A32B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07CC2B32-2B39-4EDB-A2BF-A1C6C0A98859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Assignment and Project Announced</a:t>
          </a:r>
        </a:p>
      </dgm:t>
    </dgm:pt>
    <dgm:pt modelId="{1F08F132-117A-4AE3-9736-D87A1E95A619}" type="parTrans" cxnId="{C8D3479C-3AAD-4685-A101-47F52797DD4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493CC1D3-327B-4715-98D4-12D12D8D64B1}" type="sibTrans" cxnId="{C8D3479C-3AAD-4685-A101-47F52797DD4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66D72914-DFAD-4B9C-8597-01329ECCC883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5</a:t>
          </a:r>
        </a:p>
      </dgm:t>
    </dgm:pt>
    <dgm:pt modelId="{8B92E2D4-E840-499F-B08B-B73EE5BF5CB0}" type="parTrans" cxnId="{85FE2B10-16F0-4B7F-A3AB-8D55656504A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5F4F245-04EB-44A8-BBA4-535C911ACF6F}" type="sibTrans" cxnId="{85FE2B10-16F0-4B7F-A3AB-8D55656504A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332029D-AB7E-4B06-A5DE-B6E344518AC1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3</a:t>
          </a:r>
        </a:p>
      </dgm:t>
    </dgm:pt>
    <dgm:pt modelId="{45E50208-BD9E-4591-8B50-D79935BB941C}" type="parTrans" cxnId="{8A405635-CD44-4AF0-BB90-B6B565CCD91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82B3C3A-0815-4FCB-9441-59F6B7866D96}" type="sibTrans" cxnId="{8A405635-CD44-4AF0-BB90-B6B565CCD91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A44DCE1-A9B6-4F41-AF79-B68F6AB2F46C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7</a:t>
          </a:r>
        </a:p>
      </dgm:t>
    </dgm:pt>
    <dgm:pt modelId="{44E40AD0-5057-4FA8-B0DC-DC6F2FEB4F80}" type="parTrans" cxnId="{E5A29AE2-BECC-4FD3-9464-B4697581420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B3944AA-C261-41DD-8C78-9BE24F03DEAA}" type="sibTrans" cxnId="{E5A29AE2-BECC-4FD3-9464-B4697581420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70294470-7CD3-43C2-8ACE-917F9CAD2CDA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4</a:t>
          </a:r>
        </a:p>
      </dgm:t>
    </dgm:pt>
    <dgm:pt modelId="{7C7897D2-4649-4A04-B8E5-62F318A85CC4}" type="parTrans" cxnId="{0FC6E49B-BE50-47D2-B1C6-C8A8B6C0401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A59387F-5C43-4E8D-BAD0-5534599B7BED}" type="sibTrans" cxnId="{0FC6E49B-BE50-47D2-B1C6-C8A8B6C0401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BA9CCA2-1B16-46CA-AEF2-23920DB068A4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8</a:t>
          </a:r>
        </a:p>
      </dgm:t>
    </dgm:pt>
    <dgm:pt modelId="{FF9C3B5E-E885-4AEE-A572-837033622074}" type="parTrans" cxnId="{AD6E4225-7646-4BD4-8ED3-5266C6A9F5B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B88C527D-358F-4E82-A7A8-659E594C0EC8}" type="sibTrans" cxnId="{AD6E4225-7646-4BD4-8ED3-5266C6A9F5B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61067732-C8E2-4234-90E4-AC3B61F557F7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Assignment 1 Submission</a:t>
          </a:r>
        </a:p>
      </dgm:t>
    </dgm:pt>
    <dgm:pt modelId="{A35F7472-91A6-498B-B9F1-9375EEE2D99A}" type="parTrans" cxnId="{B14817A8-8464-48E7-9AD9-2C6E3FDA3E9F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D944891-C5F9-4B33-A332-1A570AF09756}" type="sibTrans" cxnId="{B14817A8-8464-48E7-9AD9-2C6E3FDA3E9F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5900836-D871-41A8-BF67-F08537EEB73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9 </a:t>
          </a:r>
        </a:p>
      </dgm:t>
    </dgm:pt>
    <dgm:pt modelId="{C9E95F94-2CF8-4BC8-A65C-60F9864D0DAD}" type="parTrans" cxnId="{8916850B-FF92-416D-ACB4-B9BD15F52D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C196B70-F203-4B44-A0F6-0046539795E8}" type="sibTrans" cxnId="{8916850B-FF92-416D-ACB4-B9BD15F52D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1A9FA74-9A37-47D6-8835-69E6ED3374A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5</a:t>
          </a:r>
        </a:p>
      </dgm:t>
    </dgm:pt>
    <dgm:pt modelId="{EE651528-A25E-4680-8513-D11FC83ABB9A}" type="parTrans" cxnId="{3A126E94-B06C-49C0-BBF8-3C81139903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78FF27E-E969-4F90-B23D-0C16570A4AB8}" type="sibTrans" cxnId="{3A126E94-B06C-49C0-BBF8-3C81139903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67DCFBB-DE7E-44F6-B9B4-EC0DFE05B0A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10</a:t>
          </a:r>
        </a:p>
      </dgm:t>
    </dgm:pt>
    <dgm:pt modelId="{2DED69CC-AC20-44C0-86A7-1293751CDD4F}" type="parTrans" cxnId="{CBF8DCE3-36EC-4CB2-9619-44CD00623B5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0332CE40-BC38-4CF2-A930-80F8D949C3A7}" type="sibTrans" cxnId="{CBF8DCE3-36EC-4CB2-9619-44CD00623B5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F1E9A03-F057-4238-B5BF-C5ED915E7130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Project Submission </a:t>
          </a:r>
        </a:p>
      </dgm:t>
    </dgm:pt>
    <dgm:pt modelId="{4A5A3B3B-483B-4147-9559-54E9880E6EB8}" type="parTrans" cxnId="{B0A85176-4D94-438F-8AA6-6AFCD7602C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D1A1D33B-7BCB-4D4A-B2D9-FAEF600544FF}" type="sibTrans" cxnId="{B0A85176-4D94-438F-8AA6-6AFCD7602C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1056E9A-1357-4717-A416-E359DFD498A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11</a:t>
          </a:r>
        </a:p>
      </dgm:t>
    </dgm:pt>
    <dgm:pt modelId="{210BE801-D04A-41DD-9123-0C702BEBA268}" type="parTrans" cxnId="{674DE41F-D96F-41CC-8D7C-B099DFEB54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7FA40E9-3241-4A3C-84E7-5E902BD76552}" type="sibTrans" cxnId="{674DE41F-D96F-41CC-8D7C-B099DFEB54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7BB00BB-57F9-4068-9E39-3D82A406171E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Project Presentation</a:t>
          </a:r>
        </a:p>
      </dgm:t>
    </dgm:pt>
    <dgm:pt modelId="{102672BC-4D64-4F44-9AEC-9A130965045E}" type="parTrans" cxnId="{E7C841AC-A8AA-46B0-9175-161E658880B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DD9E5FB-D46F-4009-955F-368B48DDDA57}" type="sibTrans" cxnId="{E7C841AC-A8AA-46B0-9175-161E658880B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D5445CDE-DC43-4C44-90F4-774A46DF01B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12</a:t>
          </a:r>
        </a:p>
      </dgm:t>
    </dgm:pt>
    <dgm:pt modelId="{0CD6B75E-86C8-41DF-9B1B-12DDAF61BA0E}" type="parTrans" cxnId="{8CB96202-8850-4ECA-BD72-EDB5CDB745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FE5F345-3AB7-47D4-9634-48D8A12D14D4}" type="sibTrans" cxnId="{8CB96202-8850-4ECA-BD72-EDB5CDB745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A8BFF90-0887-4BBB-BEDC-2EE25DD8D3A7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Project Presentation</a:t>
          </a:r>
        </a:p>
      </dgm:t>
    </dgm:pt>
    <dgm:pt modelId="{06F921BD-6750-4310-96AD-E4422DC7962F}" type="parTrans" cxnId="{90DE0F09-64C1-44E4-A728-6956657311D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D059601-F281-4008-BDAE-205D36B79FAF}" type="sibTrans" cxnId="{90DE0F09-64C1-44E4-A728-6956657311D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142BCA6-6DE6-4F28-A530-52973AC7E301}" type="pres">
      <dgm:prSet presAssocID="{6481116E-ADA6-440A-8088-ABA5B7C0CF10}" presName="Name0" presStyleCnt="0">
        <dgm:presLayoutVars>
          <dgm:dir/>
          <dgm:animLvl val="lvl"/>
          <dgm:resizeHandles/>
        </dgm:presLayoutVars>
      </dgm:prSet>
      <dgm:spPr/>
    </dgm:pt>
    <dgm:pt modelId="{065CC8AB-6E73-441D-87F7-B371FB58B846}" type="pres">
      <dgm:prSet presAssocID="{A33B8862-20E4-4A1F-8EE7-FE2B9C637FC7}" presName="linNode" presStyleCnt="0"/>
      <dgm:spPr/>
    </dgm:pt>
    <dgm:pt modelId="{750FEC7A-B713-49F0-97E9-0F970A1C5576}" type="pres">
      <dgm:prSet presAssocID="{A33B8862-20E4-4A1F-8EE7-FE2B9C637FC7}" presName="parentShp" presStyleLbl="node1" presStyleIdx="0" presStyleCnt="11">
        <dgm:presLayoutVars>
          <dgm:bulletEnabled val="1"/>
        </dgm:presLayoutVars>
      </dgm:prSet>
      <dgm:spPr/>
    </dgm:pt>
    <dgm:pt modelId="{6C85D44B-6AA5-42A0-AB11-E1B856318A15}" type="pres">
      <dgm:prSet presAssocID="{A33B8862-20E4-4A1F-8EE7-FE2B9C637FC7}" presName="childShp" presStyleLbl="bgAccFollowNode1" presStyleIdx="0" presStyleCnt="11">
        <dgm:presLayoutVars>
          <dgm:bulletEnabled val="1"/>
        </dgm:presLayoutVars>
      </dgm:prSet>
      <dgm:spPr/>
    </dgm:pt>
    <dgm:pt modelId="{F19344EB-2E72-4300-8ECA-B5288EBAABF1}" type="pres">
      <dgm:prSet presAssocID="{E7A57A1D-149E-4FC2-9E87-6F29E7FE8482}" presName="spacing" presStyleCnt="0"/>
      <dgm:spPr/>
    </dgm:pt>
    <dgm:pt modelId="{5D00DFA8-B37C-46FB-88DE-9F2D862BF089}" type="pres">
      <dgm:prSet presAssocID="{EC3A1F2F-4C4F-4888-BDAD-FA5018DA9222}" presName="linNode" presStyleCnt="0"/>
      <dgm:spPr/>
    </dgm:pt>
    <dgm:pt modelId="{52196DB3-D1FF-431F-97D8-3F3BB090573A}" type="pres">
      <dgm:prSet presAssocID="{EC3A1F2F-4C4F-4888-BDAD-FA5018DA9222}" presName="parentShp" presStyleLbl="node1" presStyleIdx="1" presStyleCnt="11">
        <dgm:presLayoutVars>
          <dgm:bulletEnabled val="1"/>
        </dgm:presLayoutVars>
      </dgm:prSet>
      <dgm:spPr/>
    </dgm:pt>
    <dgm:pt modelId="{4D691EA6-C07A-4734-9B4B-A5C0F5954178}" type="pres">
      <dgm:prSet presAssocID="{EC3A1F2F-4C4F-4888-BDAD-FA5018DA9222}" presName="childShp" presStyleLbl="bgAccFollowNode1" presStyleIdx="1" presStyleCnt="11">
        <dgm:presLayoutVars>
          <dgm:bulletEnabled val="1"/>
        </dgm:presLayoutVars>
      </dgm:prSet>
      <dgm:spPr/>
    </dgm:pt>
    <dgm:pt modelId="{4F9C4549-9EB9-40A4-99A2-228907E97711}" type="pres">
      <dgm:prSet presAssocID="{B0D5C1AD-41D5-4E85-B540-0DA11C59EF7A}" presName="spacing" presStyleCnt="0"/>
      <dgm:spPr/>
    </dgm:pt>
    <dgm:pt modelId="{BD2CC4C1-78C8-4494-8C02-36A60C4A3BE0}" type="pres">
      <dgm:prSet presAssocID="{A07AE52B-173F-4A76-B1A1-07644EB53F3B}" presName="linNode" presStyleCnt="0"/>
      <dgm:spPr/>
    </dgm:pt>
    <dgm:pt modelId="{8D2D6945-0C2D-47FB-91EB-FF4D358EC81D}" type="pres">
      <dgm:prSet presAssocID="{A07AE52B-173F-4A76-B1A1-07644EB53F3B}" presName="parentShp" presStyleLbl="node1" presStyleIdx="2" presStyleCnt="11">
        <dgm:presLayoutVars>
          <dgm:bulletEnabled val="1"/>
        </dgm:presLayoutVars>
      </dgm:prSet>
      <dgm:spPr/>
    </dgm:pt>
    <dgm:pt modelId="{F086E708-BCB2-405A-B262-8D07E7257D39}" type="pres">
      <dgm:prSet presAssocID="{A07AE52B-173F-4A76-B1A1-07644EB53F3B}" presName="childShp" presStyleLbl="bgAccFollowNode1" presStyleIdx="2" presStyleCnt="11">
        <dgm:presLayoutVars>
          <dgm:bulletEnabled val="1"/>
        </dgm:presLayoutVars>
      </dgm:prSet>
      <dgm:spPr/>
    </dgm:pt>
    <dgm:pt modelId="{835A6734-55C9-47F3-9003-E3DB96BECBB7}" type="pres">
      <dgm:prSet presAssocID="{3DEED0F6-CF2F-4B92-9A5F-229894D68AAE}" presName="spacing" presStyleCnt="0"/>
      <dgm:spPr/>
    </dgm:pt>
    <dgm:pt modelId="{0A4A5C70-07DC-4D00-B978-5E021989AFFF}" type="pres">
      <dgm:prSet presAssocID="{66D72914-DFAD-4B9C-8597-01329ECCC883}" presName="linNode" presStyleCnt="0"/>
      <dgm:spPr/>
    </dgm:pt>
    <dgm:pt modelId="{C27C9C18-FD3B-452C-B40A-0B61F972177F}" type="pres">
      <dgm:prSet presAssocID="{66D72914-DFAD-4B9C-8597-01329ECCC883}" presName="parentShp" presStyleLbl="node1" presStyleIdx="3" presStyleCnt="11">
        <dgm:presLayoutVars>
          <dgm:bulletEnabled val="1"/>
        </dgm:presLayoutVars>
      </dgm:prSet>
      <dgm:spPr/>
    </dgm:pt>
    <dgm:pt modelId="{58AC40F9-D044-497D-AA57-9087D2696164}" type="pres">
      <dgm:prSet presAssocID="{66D72914-DFAD-4B9C-8597-01329ECCC883}" presName="childShp" presStyleLbl="bgAccFollowNode1" presStyleIdx="3" presStyleCnt="11">
        <dgm:presLayoutVars>
          <dgm:bulletEnabled val="1"/>
        </dgm:presLayoutVars>
      </dgm:prSet>
      <dgm:spPr/>
    </dgm:pt>
    <dgm:pt modelId="{59F64B34-404D-47C9-AB3D-403B00FB4160}" type="pres">
      <dgm:prSet presAssocID="{A5F4F245-04EB-44A8-BBA4-535C911ACF6F}" presName="spacing" presStyleCnt="0"/>
      <dgm:spPr/>
    </dgm:pt>
    <dgm:pt modelId="{5B2859A5-601D-4F25-920B-0E2150A15826}" type="pres">
      <dgm:prSet presAssocID="{E7612A63-A6EB-45EE-AD39-9689C7194B49}" presName="linNode" presStyleCnt="0"/>
      <dgm:spPr/>
    </dgm:pt>
    <dgm:pt modelId="{5F90C2C8-C3CE-49FA-ABFA-7AFCE7927A25}" type="pres">
      <dgm:prSet presAssocID="{E7612A63-A6EB-45EE-AD39-9689C7194B49}" presName="parentShp" presStyleLbl="node1" presStyleIdx="4" presStyleCnt="11">
        <dgm:presLayoutVars>
          <dgm:bulletEnabled val="1"/>
        </dgm:presLayoutVars>
      </dgm:prSet>
      <dgm:spPr/>
    </dgm:pt>
    <dgm:pt modelId="{EF8F096D-460E-49F7-A116-422F5B43F897}" type="pres">
      <dgm:prSet presAssocID="{E7612A63-A6EB-45EE-AD39-9689C7194B49}" presName="childShp" presStyleLbl="bgAccFollowNode1" presStyleIdx="4" presStyleCnt="11">
        <dgm:presLayoutVars>
          <dgm:bulletEnabled val="1"/>
        </dgm:presLayoutVars>
      </dgm:prSet>
      <dgm:spPr/>
    </dgm:pt>
    <dgm:pt modelId="{AE982580-F79D-4D74-83DB-15F3DDC428AF}" type="pres">
      <dgm:prSet presAssocID="{79BEE0B3-A5BA-4354-8E98-DCE4D38BBE46}" presName="spacing" presStyleCnt="0"/>
      <dgm:spPr/>
    </dgm:pt>
    <dgm:pt modelId="{3E74375D-0B08-4729-B0C7-9D62867FCC06}" type="pres">
      <dgm:prSet presAssocID="{8A44DCE1-A9B6-4F41-AF79-B68F6AB2F46C}" presName="linNode" presStyleCnt="0"/>
      <dgm:spPr/>
    </dgm:pt>
    <dgm:pt modelId="{E12AB62C-3A2D-4A23-8854-CA7E19644C5F}" type="pres">
      <dgm:prSet presAssocID="{8A44DCE1-A9B6-4F41-AF79-B68F6AB2F46C}" presName="parentShp" presStyleLbl="node1" presStyleIdx="5" presStyleCnt="11">
        <dgm:presLayoutVars>
          <dgm:bulletEnabled val="1"/>
        </dgm:presLayoutVars>
      </dgm:prSet>
      <dgm:spPr/>
    </dgm:pt>
    <dgm:pt modelId="{E81D3EC5-0F1E-4E4E-901E-881FA65A1312}" type="pres">
      <dgm:prSet presAssocID="{8A44DCE1-A9B6-4F41-AF79-B68F6AB2F46C}" presName="childShp" presStyleLbl="bgAccFollowNode1" presStyleIdx="5" presStyleCnt="11">
        <dgm:presLayoutVars>
          <dgm:bulletEnabled val="1"/>
        </dgm:presLayoutVars>
      </dgm:prSet>
      <dgm:spPr/>
    </dgm:pt>
    <dgm:pt modelId="{6908B9E4-56ED-4BBF-8AD2-EB96C0B1B1D6}" type="pres">
      <dgm:prSet presAssocID="{1B3944AA-C261-41DD-8C78-9BE24F03DEAA}" presName="spacing" presStyleCnt="0"/>
      <dgm:spPr/>
    </dgm:pt>
    <dgm:pt modelId="{AE276B07-38E4-4D9D-A9CA-4DF24D213FEE}" type="pres">
      <dgm:prSet presAssocID="{1BA9CCA2-1B16-46CA-AEF2-23920DB068A4}" presName="linNode" presStyleCnt="0"/>
      <dgm:spPr/>
    </dgm:pt>
    <dgm:pt modelId="{1A002683-FC55-4910-A0E2-C0BE52445E42}" type="pres">
      <dgm:prSet presAssocID="{1BA9CCA2-1B16-46CA-AEF2-23920DB068A4}" presName="parentShp" presStyleLbl="node1" presStyleIdx="6" presStyleCnt="11">
        <dgm:presLayoutVars>
          <dgm:bulletEnabled val="1"/>
        </dgm:presLayoutVars>
      </dgm:prSet>
      <dgm:spPr/>
    </dgm:pt>
    <dgm:pt modelId="{5407D448-C137-44F1-ABD6-12062D233AA3}" type="pres">
      <dgm:prSet presAssocID="{1BA9CCA2-1B16-46CA-AEF2-23920DB068A4}" presName="childShp" presStyleLbl="bgAccFollowNode1" presStyleIdx="6" presStyleCnt="11">
        <dgm:presLayoutVars>
          <dgm:bulletEnabled val="1"/>
        </dgm:presLayoutVars>
      </dgm:prSet>
      <dgm:spPr/>
    </dgm:pt>
    <dgm:pt modelId="{E21F214D-9697-4BD4-A03C-7FE2F756565E}" type="pres">
      <dgm:prSet presAssocID="{B88C527D-358F-4E82-A7A8-659E594C0EC8}" presName="spacing" presStyleCnt="0"/>
      <dgm:spPr/>
    </dgm:pt>
    <dgm:pt modelId="{D6D5ECBC-9FEE-41EA-BE46-6FD745D02475}" type="pres">
      <dgm:prSet presAssocID="{55900836-D871-41A8-BF67-F08537EEB738}" presName="linNode" presStyleCnt="0"/>
      <dgm:spPr/>
    </dgm:pt>
    <dgm:pt modelId="{74496A56-5F0E-4F4E-9A25-53C84E225A36}" type="pres">
      <dgm:prSet presAssocID="{55900836-D871-41A8-BF67-F08537EEB738}" presName="parentShp" presStyleLbl="node1" presStyleIdx="7" presStyleCnt="11">
        <dgm:presLayoutVars>
          <dgm:bulletEnabled val="1"/>
        </dgm:presLayoutVars>
      </dgm:prSet>
      <dgm:spPr/>
    </dgm:pt>
    <dgm:pt modelId="{C15F72A1-CA30-4718-8ABE-0E9AEEB94F91}" type="pres">
      <dgm:prSet presAssocID="{55900836-D871-41A8-BF67-F08537EEB738}" presName="childShp" presStyleLbl="bgAccFollowNode1" presStyleIdx="7" presStyleCnt="11">
        <dgm:presLayoutVars>
          <dgm:bulletEnabled val="1"/>
        </dgm:presLayoutVars>
      </dgm:prSet>
      <dgm:spPr/>
    </dgm:pt>
    <dgm:pt modelId="{535F8F58-BDF5-4102-B268-7CF05592FDD3}" type="pres">
      <dgm:prSet presAssocID="{5C196B70-F203-4B44-A0F6-0046539795E8}" presName="spacing" presStyleCnt="0"/>
      <dgm:spPr/>
    </dgm:pt>
    <dgm:pt modelId="{E47239A2-856B-44BE-AA4D-177FB3B4B908}" type="pres">
      <dgm:prSet presAssocID="{A67DCFBB-DE7E-44F6-B9B4-EC0DFE05B0A8}" presName="linNode" presStyleCnt="0"/>
      <dgm:spPr/>
    </dgm:pt>
    <dgm:pt modelId="{B4E7504A-9C7D-4C2E-9344-079949D53A90}" type="pres">
      <dgm:prSet presAssocID="{A67DCFBB-DE7E-44F6-B9B4-EC0DFE05B0A8}" presName="parentShp" presStyleLbl="node1" presStyleIdx="8" presStyleCnt="11">
        <dgm:presLayoutVars>
          <dgm:bulletEnabled val="1"/>
        </dgm:presLayoutVars>
      </dgm:prSet>
      <dgm:spPr/>
    </dgm:pt>
    <dgm:pt modelId="{F2F7E22E-1B63-4388-A653-16F006940E42}" type="pres">
      <dgm:prSet presAssocID="{A67DCFBB-DE7E-44F6-B9B4-EC0DFE05B0A8}" presName="childShp" presStyleLbl="bgAccFollowNode1" presStyleIdx="8" presStyleCnt="11">
        <dgm:presLayoutVars>
          <dgm:bulletEnabled val="1"/>
        </dgm:presLayoutVars>
      </dgm:prSet>
      <dgm:spPr/>
    </dgm:pt>
    <dgm:pt modelId="{CC858472-9D0A-4DF4-87F6-4944D6CFDEE8}" type="pres">
      <dgm:prSet presAssocID="{0332CE40-BC38-4CF2-A930-80F8D949C3A7}" presName="spacing" presStyleCnt="0"/>
      <dgm:spPr/>
    </dgm:pt>
    <dgm:pt modelId="{19FB96AF-DD2E-4D97-B066-9330C0417A02}" type="pres">
      <dgm:prSet presAssocID="{51056E9A-1357-4717-A416-E359DFD498A2}" presName="linNode" presStyleCnt="0"/>
      <dgm:spPr/>
    </dgm:pt>
    <dgm:pt modelId="{2B0E8EE9-E886-4439-A549-BF231D7683E8}" type="pres">
      <dgm:prSet presAssocID="{51056E9A-1357-4717-A416-E359DFD498A2}" presName="parentShp" presStyleLbl="node1" presStyleIdx="9" presStyleCnt="11">
        <dgm:presLayoutVars>
          <dgm:bulletEnabled val="1"/>
        </dgm:presLayoutVars>
      </dgm:prSet>
      <dgm:spPr/>
    </dgm:pt>
    <dgm:pt modelId="{9DB9F76B-2F1C-410F-BD1E-B86F940F166F}" type="pres">
      <dgm:prSet presAssocID="{51056E9A-1357-4717-A416-E359DFD498A2}" presName="childShp" presStyleLbl="bgAccFollowNode1" presStyleIdx="9" presStyleCnt="11">
        <dgm:presLayoutVars>
          <dgm:bulletEnabled val="1"/>
        </dgm:presLayoutVars>
      </dgm:prSet>
      <dgm:spPr/>
    </dgm:pt>
    <dgm:pt modelId="{017A1385-9F7D-4304-9AE1-5A13A2872CBD}" type="pres">
      <dgm:prSet presAssocID="{87FA40E9-3241-4A3C-84E7-5E902BD76552}" presName="spacing" presStyleCnt="0"/>
      <dgm:spPr/>
    </dgm:pt>
    <dgm:pt modelId="{5C2EDF96-6FCE-4DDB-9784-6C3E3541D7A7}" type="pres">
      <dgm:prSet presAssocID="{D5445CDE-DC43-4C44-90F4-774A46DF01BD}" presName="linNode" presStyleCnt="0"/>
      <dgm:spPr/>
    </dgm:pt>
    <dgm:pt modelId="{DA8D33FB-CD74-4123-BCCF-A733026600C7}" type="pres">
      <dgm:prSet presAssocID="{D5445CDE-DC43-4C44-90F4-774A46DF01BD}" presName="parentShp" presStyleLbl="node1" presStyleIdx="10" presStyleCnt="11">
        <dgm:presLayoutVars>
          <dgm:bulletEnabled val="1"/>
        </dgm:presLayoutVars>
      </dgm:prSet>
      <dgm:spPr/>
    </dgm:pt>
    <dgm:pt modelId="{B374596F-5455-479A-B768-E90F1D87E802}" type="pres">
      <dgm:prSet presAssocID="{D5445CDE-DC43-4C44-90F4-774A46DF01BD}" presName="childShp" presStyleLbl="bgAccFollowNode1" presStyleIdx="10" presStyleCnt="11">
        <dgm:presLayoutVars>
          <dgm:bulletEnabled val="1"/>
        </dgm:presLayoutVars>
      </dgm:prSet>
      <dgm:spPr/>
    </dgm:pt>
  </dgm:ptLst>
  <dgm:cxnLst>
    <dgm:cxn modelId="{3059B201-8997-4555-B124-67F99B3148F1}" type="presOf" srcId="{9A8BFF90-0887-4BBB-BEDC-2EE25DD8D3A7}" destId="{B374596F-5455-479A-B768-E90F1D87E802}" srcOrd="0" destOrd="0" presId="urn:microsoft.com/office/officeart/2005/8/layout/vList6"/>
    <dgm:cxn modelId="{8CB96202-8850-4ECA-BD72-EDB5CDB74530}" srcId="{6481116E-ADA6-440A-8088-ABA5B7C0CF10}" destId="{D5445CDE-DC43-4C44-90F4-774A46DF01BD}" srcOrd="10" destOrd="0" parTransId="{0CD6B75E-86C8-41DF-9B1B-12DDAF61BA0E}" sibTransId="{9FE5F345-3AB7-47D4-9634-48D8A12D14D4}"/>
    <dgm:cxn modelId="{9B238806-2CD7-42BB-815D-48622A667684}" type="presOf" srcId="{51056E9A-1357-4717-A416-E359DFD498A2}" destId="{2B0E8EE9-E886-4439-A549-BF231D7683E8}" srcOrd="0" destOrd="0" presId="urn:microsoft.com/office/officeart/2005/8/layout/vList6"/>
    <dgm:cxn modelId="{90DE0F09-64C1-44E4-A728-6956657311DE}" srcId="{D5445CDE-DC43-4C44-90F4-774A46DF01BD}" destId="{9A8BFF90-0887-4BBB-BEDC-2EE25DD8D3A7}" srcOrd="0" destOrd="0" parTransId="{06F921BD-6750-4310-96AD-E4422DC7962F}" sibTransId="{CD059601-F281-4008-BDAE-205D36B79FAF}"/>
    <dgm:cxn modelId="{5FDA260B-7C98-43A5-A1DC-5EB931C93CE6}" type="presOf" srcId="{D5445CDE-DC43-4C44-90F4-774A46DF01BD}" destId="{DA8D33FB-CD74-4123-BCCF-A733026600C7}" srcOrd="0" destOrd="0" presId="urn:microsoft.com/office/officeart/2005/8/layout/vList6"/>
    <dgm:cxn modelId="{8916850B-FF92-416D-ACB4-B9BD15F52D30}" srcId="{6481116E-ADA6-440A-8088-ABA5B7C0CF10}" destId="{55900836-D871-41A8-BF67-F08537EEB738}" srcOrd="7" destOrd="0" parTransId="{C9E95F94-2CF8-4BC8-A65C-60F9864D0DAD}" sibTransId="{5C196B70-F203-4B44-A0F6-0046539795E8}"/>
    <dgm:cxn modelId="{85FE2B10-16F0-4B7F-A3AB-8D55656504AC}" srcId="{6481116E-ADA6-440A-8088-ABA5B7C0CF10}" destId="{66D72914-DFAD-4B9C-8597-01329ECCC883}" srcOrd="3" destOrd="0" parTransId="{8B92E2D4-E840-499F-B08B-B73EE5BF5CB0}" sibTransId="{A5F4F245-04EB-44A8-BBA4-535C911ACF6F}"/>
    <dgm:cxn modelId="{AF74BE1A-DEF6-4D3E-A6CE-6A8E4F60BA82}" type="presOf" srcId="{9F2D5564-72B5-42BC-A78A-D1EB0320DDDD}" destId="{EF8F096D-460E-49F7-A116-422F5B43F897}" srcOrd="0" destOrd="0" presId="urn:microsoft.com/office/officeart/2005/8/layout/vList6"/>
    <dgm:cxn modelId="{E5669C1B-D3D0-4ED7-A5E6-21C703B2E813}" type="presOf" srcId="{EC3A1F2F-4C4F-4888-BDAD-FA5018DA9222}" destId="{52196DB3-D1FF-431F-97D8-3F3BB090573A}" srcOrd="0" destOrd="0" presId="urn:microsoft.com/office/officeart/2005/8/layout/vList6"/>
    <dgm:cxn modelId="{BCDE501C-6AF0-4D9D-A375-A3D91DA2B43A}" type="presOf" srcId="{6481116E-ADA6-440A-8088-ABA5B7C0CF10}" destId="{C142BCA6-6DE6-4F28-A530-52973AC7E301}" srcOrd="0" destOrd="0" presId="urn:microsoft.com/office/officeart/2005/8/layout/vList6"/>
    <dgm:cxn modelId="{674DE41F-D96F-41CC-8D7C-B099DFEB54C8}" srcId="{6481116E-ADA6-440A-8088-ABA5B7C0CF10}" destId="{51056E9A-1357-4717-A416-E359DFD498A2}" srcOrd="9" destOrd="0" parTransId="{210BE801-D04A-41DD-9123-0C702BEBA268}" sibTransId="{87FA40E9-3241-4A3C-84E7-5E902BD76552}"/>
    <dgm:cxn modelId="{AD6E4225-7646-4BD4-8ED3-5266C6A9F5B8}" srcId="{6481116E-ADA6-440A-8088-ABA5B7C0CF10}" destId="{1BA9CCA2-1B16-46CA-AEF2-23920DB068A4}" srcOrd="6" destOrd="0" parTransId="{FF9C3B5E-E885-4AEE-A572-837033622074}" sibTransId="{B88C527D-358F-4E82-A7A8-659E594C0EC8}"/>
    <dgm:cxn modelId="{553FCC30-B0F7-4AC5-8A9F-8B6F3477EBD5}" type="presOf" srcId="{07CC2B32-2B39-4EDB-A2BF-A1C6C0A98859}" destId="{4D691EA6-C07A-4734-9B4B-A5C0F5954178}" srcOrd="0" destOrd="0" presId="urn:microsoft.com/office/officeart/2005/8/layout/vList6"/>
    <dgm:cxn modelId="{4596E533-BCF6-43B9-9E55-AE4C99F46788}" type="presOf" srcId="{61067732-C8E2-4234-90E4-AC3B61F557F7}" destId="{5407D448-C137-44F1-ABD6-12062D233AA3}" srcOrd="0" destOrd="0" presId="urn:microsoft.com/office/officeart/2005/8/layout/vList6"/>
    <dgm:cxn modelId="{8A405635-CD44-4AF0-BB90-B6B565CCD91D}" srcId="{66D72914-DFAD-4B9C-8597-01329ECCC883}" destId="{A332029D-AB7E-4B06-A5DE-B6E344518AC1}" srcOrd="0" destOrd="0" parTransId="{45E50208-BD9E-4591-8B50-D79935BB941C}" sibTransId="{E82B3C3A-0815-4FCB-9441-59F6B7866D96}"/>
    <dgm:cxn modelId="{2963E940-6EDF-4730-BDCB-80979F70582B}" type="presOf" srcId="{F1A9FA74-9A37-47D6-8835-69E6ED3374A8}" destId="{C15F72A1-CA30-4718-8ABE-0E9AEEB94F91}" srcOrd="0" destOrd="0" presId="urn:microsoft.com/office/officeart/2005/8/layout/vList6"/>
    <dgm:cxn modelId="{8A79755C-1610-4C20-98D4-E1403BB6BA76}" type="presOf" srcId="{1BA9CCA2-1B16-46CA-AEF2-23920DB068A4}" destId="{1A002683-FC55-4910-A0E2-C0BE52445E42}" srcOrd="0" destOrd="0" presId="urn:microsoft.com/office/officeart/2005/8/layout/vList6"/>
    <dgm:cxn modelId="{CA20436C-74FD-4376-A413-9C37C10B8E04}" srcId="{E7612A63-A6EB-45EE-AD39-9689C7194B49}" destId="{9F2D5564-72B5-42BC-A78A-D1EB0320DDDD}" srcOrd="0" destOrd="0" parTransId="{6B265D5A-8121-4346-A749-8C525D20CA28}" sibTransId="{9E64DA65-74CA-41B6-AA1B-193C3D5B9C6F}"/>
    <dgm:cxn modelId="{E0F3906C-1EC7-4D87-9A13-3DE82D604A27}" srcId="{6481116E-ADA6-440A-8088-ABA5B7C0CF10}" destId="{A07AE52B-173F-4A76-B1A1-07644EB53F3B}" srcOrd="2" destOrd="0" parTransId="{EF95E87D-1AF9-4B0E-B7E7-55393B2AE4D5}" sibTransId="{3DEED0F6-CF2F-4B92-9A5F-229894D68AAE}"/>
    <dgm:cxn modelId="{17F6414D-E47C-404E-9527-86CA0183C561}" srcId="{6481116E-ADA6-440A-8088-ABA5B7C0CF10}" destId="{E7612A63-A6EB-45EE-AD39-9689C7194B49}" srcOrd="4" destOrd="0" parTransId="{A254AC8C-7762-463C-A5F3-9D0666A4B818}" sibTransId="{79BEE0B3-A5BA-4354-8E98-DCE4D38BBE46}"/>
    <dgm:cxn modelId="{8D210050-43A0-4A81-8D8D-D0080E5835D0}" type="presOf" srcId="{016F3724-C13A-41E9-A0E0-853E0CB9007F}" destId="{6C85D44B-6AA5-42A0-AB11-E1B856318A15}" srcOrd="0" destOrd="0" presId="urn:microsoft.com/office/officeart/2005/8/layout/vList6"/>
    <dgm:cxn modelId="{A60DE251-9FF6-4A94-ABC4-998CC4ADFE6C}" type="presOf" srcId="{A33B8862-20E4-4A1F-8EE7-FE2B9C637FC7}" destId="{750FEC7A-B713-49F0-97E9-0F970A1C5576}" srcOrd="0" destOrd="0" presId="urn:microsoft.com/office/officeart/2005/8/layout/vList6"/>
    <dgm:cxn modelId="{B0A85176-4D94-438F-8AA6-6AFCD7602C5B}" srcId="{A67DCFBB-DE7E-44F6-B9B4-EC0DFE05B0A8}" destId="{1F1E9A03-F057-4238-B5BF-C5ED915E7130}" srcOrd="0" destOrd="0" parTransId="{4A5A3B3B-483B-4147-9559-54E9880E6EB8}" sibTransId="{D1A1D33B-7BCB-4D4A-B2D9-FAEF600544FF}"/>
    <dgm:cxn modelId="{71F17D59-F3CC-4E26-A466-6BFDB4DC48B1}" srcId="{A07AE52B-173F-4A76-B1A1-07644EB53F3B}" destId="{D8612E57-0048-4B52-A173-2D63A2A1E4BA}" srcOrd="0" destOrd="0" parTransId="{263C1916-1504-45AF-865F-8CEC7F793C5F}" sibTransId="{F2E36EF6-D094-4398-9CD5-26449F79B9B7}"/>
    <dgm:cxn modelId="{81E5A37B-6EB4-4A1F-8039-191981DD9DE1}" type="presOf" srcId="{66D72914-DFAD-4B9C-8597-01329ECCC883}" destId="{C27C9C18-FD3B-452C-B40A-0B61F972177F}" srcOrd="0" destOrd="0" presId="urn:microsoft.com/office/officeart/2005/8/layout/vList6"/>
    <dgm:cxn modelId="{4607AE81-AB32-48D6-9A85-3A4C95BCD8E4}" type="presOf" srcId="{E7612A63-A6EB-45EE-AD39-9689C7194B49}" destId="{5F90C2C8-C3CE-49FA-ABFA-7AFCE7927A25}" srcOrd="0" destOrd="0" presId="urn:microsoft.com/office/officeart/2005/8/layout/vList6"/>
    <dgm:cxn modelId="{4E3C5B87-C369-49F0-8240-5476B4209BEE}" type="presOf" srcId="{55900836-D871-41A8-BF67-F08537EEB738}" destId="{74496A56-5F0E-4F4E-9A25-53C84E225A36}" srcOrd="0" destOrd="0" presId="urn:microsoft.com/office/officeart/2005/8/layout/vList6"/>
    <dgm:cxn modelId="{3A126E94-B06C-49C0-BBF8-3C811399035B}" srcId="{55900836-D871-41A8-BF67-F08537EEB738}" destId="{F1A9FA74-9A37-47D6-8835-69E6ED3374A8}" srcOrd="0" destOrd="0" parTransId="{EE651528-A25E-4680-8513-D11FC83ABB9A}" sibTransId="{878FF27E-E969-4F90-B23D-0C16570A4AB8}"/>
    <dgm:cxn modelId="{59D2A599-5683-465E-97F4-A41823E89EE2}" type="presOf" srcId="{1F1E9A03-F057-4238-B5BF-C5ED915E7130}" destId="{F2F7E22E-1B63-4388-A653-16F006940E42}" srcOrd="0" destOrd="0" presId="urn:microsoft.com/office/officeart/2005/8/layout/vList6"/>
    <dgm:cxn modelId="{0FC6E49B-BE50-47D2-B1C6-C8A8B6C04019}" srcId="{8A44DCE1-A9B6-4F41-AF79-B68F6AB2F46C}" destId="{70294470-7CD3-43C2-8ACE-917F9CAD2CDA}" srcOrd="0" destOrd="0" parTransId="{7C7897D2-4649-4A04-B8E5-62F318A85CC4}" sibTransId="{9A59387F-5C43-4E8D-BAD0-5534599B7BED}"/>
    <dgm:cxn modelId="{C8D3479C-3AAD-4685-A101-47F52797DD4E}" srcId="{EC3A1F2F-4C4F-4888-BDAD-FA5018DA9222}" destId="{07CC2B32-2B39-4EDB-A2BF-A1C6C0A98859}" srcOrd="0" destOrd="0" parTransId="{1F08F132-117A-4AE3-9736-D87A1E95A619}" sibTransId="{493CC1D3-327B-4715-98D4-12D12D8D64B1}"/>
    <dgm:cxn modelId="{4033BBA5-86FA-44BA-A3FA-44DF7074F88C}" type="presOf" srcId="{A07AE52B-173F-4A76-B1A1-07644EB53F3B}" destId="{8D2D6945-0C2D-47FB-91EB-FF4D358EC81D}" srcOrd="0" destOrd="0" presId="urn:microsoft.com/office/officeart/2005/8/layout/vList6"/>
    <dgm:cxn modelId="{B14817A8-8464-48E7-9AD9-2C6E3FDA3E9F}" srcId="{1BA9CCA2-1B16-46CA-AEF2-23920DB068A4}" destId="{61067732-C8E2-4234-90E4-AC3B61F557F7}" srcOrd="0" destOrd="0" parTransId="{A35F7472-91A6-498B-B9F1-9375EEE2D99A}" sibTransId="{5D944891-C5F9-4B33-A332-1A570AF09756}"/>
    <dgm:cxn modelId="{0B745CAB-F8BA-43F4-8B31-0C339AFB5E36}" type="presOf" srcId="{8A44DCE1-A9B6-4F41-AF79-B68F6AB2F46C}" destId="{E12AB62C-3A2D-4A23-8854-CA7E19644C5F}" srcOrd="0" destOrd="0" presId="urn:microsoft.com/office/officeart/2005/8/layout/vList6"/>
    <dgm:cxn modelId="{E7C841AC-A8AA-46B0-9175-161E658880BE}" srcId="{51056E9A-1357-4717-A416-E359DFD498A2}" destId="{C7BB00BB-57F9-4068-9E39-3D82A406171E}" srcOrd="0" destOrd="0" parTransId="{102672BC-4D64-4F44-9AEC-9A130965045E}" sibTransId="{8DD9E5FB-D46F-4009-955F-368B48DDDA57}"/>
    <dgm:cxn modelId="{D5A0D2B2-8568-480D-9A82-E062004A32BA}" srcId="{6481116E-ADA6-440A-8088-ABA5B7C0CF10}" destId="{EC3A1F2F-4C4F-4888-BDAD-FA5018DA9222}" srcOrd="1" destOrd="0" parTransId="{EB62C802-B4B3-4C26-82E4-E2994E1B15D5}" sibTransId="{B0D5C1AD-41D5-4E85-B540-0DA11C59EF7A}"/>
    <dgm:cxn modelId="{F6AB5AB6-CD89-439B-884C-C334D3322A95}" type="presOf" srcId="{70294470-7CD3-43C2-8ACE-917F9CAD2CDA}" destId="{E81D3EC5-0F1E-4E4E-901E-881FA65A1312}" srcOrd="0" destOrd="0" presId="urn:microsoft.com/office/officeart/2005/8/layout/vList6"/>
    <dgm:cxn modelId="{5DA99DC7-3F54-4DD6-9D01-E7EF65B41470}" type="presOf" srcId="{A332029D-AB7E-4B06-A5DE-B6E344518AC1}" destId="{58AC40F9-D044-497D-AA57-9087D2696164}" srcOrd="0" destOrd="0" presId="urn:microsoft.com/office/officeart/2005/8/layout/vList6"/>
    <dgm:cxn modelId="{A90EA7D8-B88D-44B1-9A63-00BAB746D137}" type="presOf" srcId="{A67DCFBB-DE7E-44F6-B9B4-EC0DFE05B0A8}" destId="{B4E7504A-9C7D-4C2E-9344-079949D53A90}" srcOrd="0" destOrd="0" presId="urn:microsoft.com/office/officeart/2005/8/layout/vList6"/>
    <dgm:cxn modelId="{E5A29AE2-BECC-4FD3-9464-B4697581420A}" srcId="{6481116E-ADA6-440A-8088-ABA5B7C0CF10}" destId="{8A44DCE1-A9B6-4F41-AF79-B68F6AB2F46C}" srcOrd="5" destOrd="0" parTransId="{44E40AD0-5057-4FA8-B0DC-DC6F2FEB4F80}" sibTransId="{1B3944AA-C261-41DD-8C78-9BE24F03DEAA}"/>
    <dgm:cxn modelId="{CBF8DCE3-36EC-4CB2-9619-44CD00623B5A}" srcId="{6481116E-ADA6-440A-8088-ABA5B7C0CF10}" destId="{A67DCFBB-DE7E-44F6-B9B4-EC0DFE05B0A8}" srcOrd="8" destOrd="0" parTransId="{2DED69CC-AC20-44C0-86A7-1293751CDD4F}" sibTransId="{0332CE40-BC38-4CF2-A930-80F8D949C3A7}"/>
    <dgm:cxn modelId="{A77AA9E5-3031-4BAA-BCA6-A3DEABDACD0F}" type="presOf" srcId="{D8612E57-0048-4B52-A173-2D63A2A1E4BA}" destId="{F086E708-BCB2-405A-B262-8D07E7257D39}" srcOrd="0" destOrd="0" presId="urn:microsoft.com/office/officeart/2005/8/layout/vList6"/>
    <dgm:cxn modelId="{06B651E9-946D-4A46-BAA7-2A59DE8F75A7}" srcId="{A33B8862-20E4-4A1F-8EE7-FE2B9C637FC7}" destId="{016F3724-C13A-41E9-A0E0-853E0CB9007F}" srcOrd="0" destOrd="0" parTransId="{FD6FF5DB-D5A1-4412-AE51-2CD89C77DE30}" sibTransId="{4338065E-282C-41EB-884A-B70F824C0DD2}"/>
    <dgm:cxn modelId="{B019DCEE-EB4D-4B3F-9AAA-4E516F81BB14}" type="presOf" srcId="{C7BB00BB-57F9-4068-9E39-3D82A406171E}" destId="{9DB9F76B-2F1C-410F-BD1E-B86F940F166F}" srcOrd="0" destOrd="0" presId="urn:microsoft.com/office/officeart/2005/8/layout/vList6"/>
    <dgm:cxn modelId="{E4288FFD-ABE7-4AFC-8CB1-F6DB364712E5}" srcId="{6481116E-ADA6-440A-8088-ABA5B7C0CF10}" destId="{A33B8862-20E4-4A1F-8EE7-FE2B9C637FC7}" srcOrd="0" destOrd="0" parTransId="{15758296-479D-4381-8BE0-0E1C5104D85E}" sibTransId="{E7A57A1D-149E-4FC2-9E87-6F29E7FE8482}"/>
    <dgm:cxn modelId="{D984E3F6-02AE-4521-A493-7E9DC0670E84}" type="presParOf" srcId="{C142BCA6-6DE6-4F28-A530-52973AC7E301}" destId="{065CC8AB-6E73-441D-87F7-B371FB58B846}" srcOrd="0" destOrd="0" presId="urn:microsoft.com/office/officeart/2005/8/layout/vList6"/>
    <dgm:cxn modelId="{87557F3D-612B-44F4-BA73-CE78765DD159}" type="presParOf" srcId="{065CC8AB-6E73-441D-87F7-B371FB58B846}" destId="{750FEC7A-B713-49F0-97E9-0F970A1C5576}" srcOrd="0" destOrd="0" presId="urn:microsoft.com/office/officeart/2005/8/layout/vList6"/>
    <dgm:cxn modelId="{E8B9D354-0024-4DDA-ADB8-DEEB20973E38}" type="presParOf" srcId="{065CC8AB-6E73-441D-87F7-B371FB58B846}" destId="{6C85D44B-6AA5-42A0-AB11-E1B856318A15}" srcOrd="1" destOrd="0" presId="urn:microsoft.com/office/officeart/2005/8/layout/vList6"/>
    <dgm:cxn modelId="{6402B385-8E06-4612-A11E-30B5258268AF}" type="presParOf" srcId="{C142BCA6-6DE6-4F28-A530-52973AC7E301}" destId="{F19344EB-2E72-4300-8ECA-B5288EBAABF1}" srcOrd="1" destOrd="0" presId="urn:microsoft.com/office/officeart/2005/8/layout/vList6"/>
    <dgm:cxn modelId="{327A3FE0-B2BF-426A-B039-B93C0FDC98F5}" type="presParOf" srcId="{C142BCA6-6DE6-4F28-A530-52973AC7E301}" destId="{5D00DFA8-B37C-46FB-88DE-9F2D862BF089}" srcOrd="2" destOrd="0" presId="urn:microsoft.com/office/officeart/2005/8/layout/vList6"/>
    <dgm:cxn modelId="{62ED0BCE-F522-49A4-9F3A-FE4C66DFCA55}" type="presParOf" srcId="{5D00DFA8-B37C-46FB-88DE-9F2D862BF089}" destId="{52196DB3-D1FF-431F-97D8-3F3BB090573A}" srcOrd="0" destOrd="0" presId="urn:microsoft.com/office/officeart/2005/8/layout/vList6"/>
    <dgm:cxn modelId="{7C358A82-C545-4538-99C4-076AC33DF122}" type="presParOf" srcId="{5D00DFA8-B37C-46FB-88DE-9F2D862BF089}" destId="{4D691EA6-C07A-4734-9B4B-A5C0F5954178}" srcOrd="1" destOrd="0" presId="urn:microsoft.com/office/officeart/2005/8/layout/vList6"/>
    <dgm:cxn modelId="{43C4D9D6-ED5E-4EB4-8B7F-710ECBE2D55D}" type="presParOf" srcId="{C142BCA6-6DE6-4F28-A530-52973AC7E301}" destId="{4F9C4549-9EB9-40A4-99A2-228907E97711}" srcOrd="3" destOrd="0" presId="urn:microsoft.com/office/officeart/2005/8/layout/vList6"/>
    <dgm:cxn modelId="{9A8C0CCB-0DEA-44F4-B24B-53B8A5C51A5B}" type="presParOf" srcId="{C142BCA6-6DE6-4F28-A530-52973AC7E301}" destId="{BD2CC4C1-78C8-4494-8C02-36A60C4A3BE0}" srcOrd="4" destOrd="0" presId="urn:microsoft.com/office/officeart/2005/8/layout/vList6"/>
    <dgm:cxn modelId="{3214612A-2AA2-4B0B-8C5B-E70612546B65}" type="presParOf" srcId="{BD2CC4C1-78C8-4494-8C02-36A60C4A3BE0}" destId="{8D2D6945-0C2D-47FB-91EB-FF4D358EC81D}" srcOrd="0" destOrd="0" presId="urn:microsoft.com/office/officeart/2005/8/layout/vList6"/>
    <dgm:cxn modelId="{77A98CD3-49C1-4F4E-AB71-7727E27F971F}" type="presParOf" srcId="{BD2CC4C1-78C8-4494-8C02-36A60C4A3BE0}" destId="{F086E708-BCB2-405A-B262-8D07E7257D39}" srcOrd="1" destOrd="0" presId="urn:microsoft.com/office/officeart/2005/8/layout/vList6"/>
    <dgm:cxn modelId="{1E04C8ED-AC05-4E7D-8C93-916FE1178CAF}" type="presParOf" srcId="{C142BCA6-6DE6-4F28-A530-52973AC7E301}" destId="{835A6734-55C9-47F3-9003-E3DB96BECBB7}" srcOrd="5" destOrd="0" presId="urn:microsoft.com/office/officeart/2005/8/layout/vList6"/>
    <dgm:cxn modelId="{FF775EC7-CBEB-49FB-B237-717A7AF7F880}" type="presParOf" srcId="{C142BCA6-6DE6-4F28-A530-52973AC7E301}" destId="{0A4A5C70-07DC-4D00-B978-5E021989AFFF}" srcOrd="6" destOrd="0" presId="urn:microsoft.com/office/officeart/2005/8/layout/vList6"/>
    <dgm:cxn modelId="{ACBE9E01-C588-4369-98FF-3DD595B63A6A}" type="presParOf" srcId="{0A4A5C70-07DC-4D00-B978-5E021989AFFF}" destId="{C27C9C18-FD3B-452C-B40A-0B61F972177F}" srcOrd="0" destOrd="0" presId="urn:microsoft.com/office/officeart/2005/8/layout/vList6"/>
    <dgm:cxn modelId="{5FF37877-7D85-4DF9-A103-A359F5DEB7D3}" type="presParOf" srcId="{0A4A5C70-07DC-4D00-B978-5E021989AFFF}" destId="{58AC40F9-D044-497D-AA57-9087D2696164}" srcOrd="1" destOrd="0" presId="urn:microsoft.com/office/officeart/2005/8/layout/vList6"/>
    <dgm:cxn modelId="{E87A01E6-64B2-4955-80C1-290EE99ECAD8}" type="presParOf" srcId="{C142BCA6-6DE6-4F28-A530-52973AC7E301}" destId="{59F64B34-404D-47C9-AB3D-403B00FB4160}" srcOrd="7" destOrd="0" presId="urn:microsoft.com/office/officeart/2005/8/layout/vList6"/>
    <dgm:cxn modelId="{FEBC0B89-6983-4C20-AADC-034FB977C9A4}" type="presParOf" srcId="{C142BCA6-6DE6-4F28-A530-52973AC7E301}" destId="{5B2859A5-601D-4F25-920B-0E2150A15826}" srcOrd="8" destOrd="0" presId="urn:microsoft.com/office/officeart/2005/8/layout/vList6"/>
    <dgm:cxn modelId="{2480CE5A-36EC-42DB-92F4-7A841831CED3}" type="presParOf" srcId="{5B2859A5-601D-4F25-920B-0E2150A15826}" destId="{5F90C2C8-C3CE-49FA-ABFA-7AFCE7927A25}" srcOrd="0" destOrd="0" presId="urn:microsoft.com/office/officeart/2005/8/layout/vList6"/>
    <dgm:cxn modelId="{E86FFC72-20C9-4001-90A3-989700306057}" type="presParOf" srcId="{5B2859A5-601D-4F25-920B-0E2150A15826}" destId="{EF8F096D-460E-49F7-A116-422F5B43F897}" srcOrd="1" destOrd="0" presId="urn:microsoft.com/office/officeart/2005/8/layout/vList6"/>
    <dgm:cxn modelId="{25B20718-E71D-4027-A88C-483A4AC825D1}" type="presParOf" srcId="{C142BCA6-6DE6-4F28-A530-52973AC7E301}" destId="{AE982580-F79D-4D74-83DB-15F3DDC428AF}" srcOrd="9" destOrd="0" presId="urn:microsoft.com/office/officeart/2005/8/layout/vList6"/>
    <dgm:cxn modelId="{908A9593-D1E2-44D0-A41A-4735F822C5D7}" type="presParOf" srcId="{C142BCA6-6DE6-4F28-A530-52973AC7E301}" destId="{3E74375D-0B08-4729-B0C7-9D62867FCC06}" srcOrd="10" destOrd="0" presId="urn:microsoft.com/office/officeart/2005/8/layout/vList6"/>
    <dgm:cxn modelId="{E6B6AF7F-C1C2-40B9-BFEA-3C0D5F264FA1}" type="presParOf" srcId="{3E74375D-0B08-4729-B0C7-9D62867FCC06}" destId="{E12AB62C-3A2D-4A23-8854-CA7E19644C5F}" srcOrd="0" destOrd="0" presId="urn:microsoft.com/office/officeart/2005/8/layout/vList6"/>
    <dgm:cxn modelId="{9229DD1A-95F5-4E80-BBC2-CE46DFEDFE48}" type="presParOf" srcId="{3E74375D-0B08-4729-B0C7-9D62867FCC06}" destId="{E81D3EC5-0F1E-4E4E-901E-881FA65A1312}" srcOrd="1" destOrd="0" presId="urn:microsoft.com/office/officeart/2005/8/layout/vList6"/>
    <dgm:cxn modelId="{600AC063-7335-490A-A132-149CEFC5C763}" type="presParOf" srcId="{C142BCA6-6DE6-4F28-A530-52973AC7E301}" destId="{6908B9E4-56ED-4BBF-8AD2-EB96C0B1B1D6}" srcOrd="11" destOrd="0" presId="urn:microsoft.com/office/officeart/2005/8/layout/vList6"/>
    <dgm:cxn modelId="{19E956DC-77E7-4694-9C97-303DE20E7DF9}" type="presParOf" srcId="{C142BCA6-6DE6-4F28-A530-52973AC7E301}" destId="{AE276B07-38E4-4D9D-A9CA-4DF24D213FEE}" srcOrd="12" destOrd="0" presId="urn:microsoft.com/office/officeart/2005/8/layout/vList6"/>
    <dgm:cxn modelId="{F04918A7-1731-4472-821B-2D908F544C76}" type="presParOf" srcId="{AE276B07-38E4-4D9D-A9CA-4DF24D213FEE}" destId="{1A002683-FC55-4910-A0E2-C0BE52445E42}" srcOrd="0" destOrd="0" presId="urn:microsoft.com/office/officeart/2005/8/layout/vList6"/>
    <dgm:cxn modelId="{7B6B7881-1A6B-4046-B2C1-52ACB96E9816}" type="presParOf" srcId="{AE276B07-38E4-4D9D-A9CA-4DF24D213FEE}" destId="{5407D448-C137-44F1-ABD6-12062D233AA3}" srcOrd="1" destOrd="0" presId="urn:microsoft.com/office/officeart/2005/8/layout/vList6"/>
    <dgm:cxn modelId="{91514D34-A815-46C8-B446-6DAF6912E296}" type="presParOf" srcId="{C142BCA6-6DE6-4F28-A530-52973AC7E301}" destId="{E21F214D-9697-4BD4-A03C-7FE2F756565E}" srcOrd="13" destOrd="0" presId="urn:microsoft.com/office/officeart/2005/8/layout/vList6"/>
    <dgm:cxn modelId="{5E94F931-BED3-41FE-98F2-4AC2A9BB34DF}" type="presParOf" srcId="{C142BCA6-6DE6-4F28-A530-52973AC7E301}" destId="{D6D5ECBC-9FEE-41EA-BE46-6FD745D02475}" srcOrd="14" destOrd="0" presId="urn:microsoft.com/office/officeart/2005/8/layout/vList6"/>
    <dgm:cxn modelId="{200BE95C-7029-46AB-BFC1-7852F6FCD8C7}" type="presParOf" srcId="{D6D5ECBC-9FEE-41EA-BE46-6FD745D02475}" destId="{74496A56-5F0E-4F4E-9A25-53C84E225A36}" srcOrd="0" destOrd="0" presId="urn:microsoft.com/office/officeart/2005/8/layout/vList6"/>
    <dgm:cxn modelId="{2F983AA6-C3D2-4A8D-93FF-869C2E10C4C6}" type="presParOf" srcId="{D6D5ECBC-9FEE-41EA-BE46-6FD745D02475}" destId="{C15F72A1-CA30-4718-8ABE-0E9AEEB94F91}" srcOrd="1" destOrd="0" presId="urn:microsoft.com/office/officeart/2005/8/layout/vList6"/>
    <dgm:cxn modelId="{A15FB09F-42C2-4331-BE79-40DAEEAD6DB2}" type="presParOf" srcId="{C142BCA6-6DE6-4F28-A530-52973AC7E301}" destId="{535F8F58-BDF5-4102-B268-7CF05592FDD3}" srcOrd="15" destOrd="0" presId="urn:microsoft.com/office/officeart/2005/8/layout/vList6"/>
    <dgm:cxn modelId="{EA568B1B-645F-470E-8275-515C75186A58}" type="presParOf" srcId="{C142BCA6-6DE6-4F28-A530-52973AC7E301}" destId="{E47239A2-856B-44BE-AA4D-177FB3B4B908}" srcOrd="16" destOrd="0" presId="urn:microsoft.com/office/officeart/2005/8/layout/vList6"/>
    <dgm:cxn modelId="{4205913E-AA2B-468D-AEC0-812F58252FDA}" type="presParOf" srcId="{E47239A2-856B-44BE-AA4D-177FB3B4B908}" destId="{B4E7504A-9C7D-4C2E-9344-079949D53A90}" srcOrd="0" destOrd="0" presId="urn:microsoft.com/office/officeart/2005/8/layout/vList6"/>
    <dgm:cxn modelId="{829DF2AA-B510-4770-A22A-8975E5D9CE38}" type="presParOf" srcId="{E47239A2-856B-44BE-AA4D-177FB3B4B908}" destId="{F2F7E22E-1B63-4388-A653-16F006940E42}" srcOrd="1" destOrd="0" presId="urn:microsoft.com/office/officeart/2005/8/layout/vList6"/>
    <dgm:cxn modelId="{C15C16F4-F755-49A4-B5B5-BB5911F73F89}" type="presParOf" srcId="{C142BCA6-6DE6-4F28-A530-52973AC7E301}" destId="{CC858472-9D0A-4DF4-87F6-4944D6CFDEE8}" srcOrd="17" destOrd="0" presId="urn:microsoft.com/office/officeart/2005/8/layout/vList6"/>
    <dgm:cxn modelId="{259DEAD2-62AB-4099-8D0B-CC01A696C05C}" type="presParOf" srcId="{C142BCA6-6DE6-4F28-A530-52973AC7E301}" destId="{19FB96AF-DD2E-4D97-B066-9330C0417A02}" srcOrd="18" destOrd="0" presId="urn:microsoft.com/office/officeart/2005/8/layout/vList6"/>
    <dgm:cxn modelId="{9646D5AD-4CA5-45B5-88C8-3160129B92F0}" type="presParOf" srcId="{19FB96AF-DD2E-4D97-B066-9330C0417A02}" destId="{2B0E8EE9-E886-4439-A549-BF231D7683E8}" srcOrd="0" destOrd="0" presId="urn:microsoft.com/office/officeart/2005/8/layout/vList6"/>
    <dgm:cxn modelId="{1B4E7844-762C-470F-8A92-91E4D467EA13}" type="presParOf" srcId="{19FB96AF-DD2E-4D97-B066-9330C0417A02}" destId="{9DB9F76B-2F1C-410F-BD1E-B86F940F166F}" srcOrd="1" destOrd="0" presId="urn:microsoft.com/office/officeart/2005/8/layout/vList6"/>
    <dgm:cxn modelId="{158F4352-D1C5-4744-A7E3-027546BCC089}" type="presParOf" srcId="{C142BCA6-6DE6-4F28-A530-52973AC7E301}" destId="{017A1385-9F7D-4304-9AE1-5A13A2872CBD}" srcOrd="19" destOrd="0" presId="urn:microsoft.com/office/officeart/2005/8/layout/vList6"/>
    <dgm:cxn modelId="{35057C05-CF4B-420E-A43A-8360CE883190}" type="presParOf" srcId="{C142BCA6-6DE6-4F28-A530-52973AC7E301}" destId="{5C2EDF96-6FCE-4DDB-9784-6C3E3541D7A7}" srcOrd="20" destOrd="0" presId="urn:microsoft.com/office/officeart/2005/8/layout/vList6"/>
    <dgm:cxn modelId="{463CE3A2-56DE-41C4-A750-80582982BF9B}" type="presParOf" srcId="{5C2EDF96-6FCE-4DDB-9784-6C3E3541D7A7}" destId="{DA8D33FB-CD74-4123-BCCF-A733026600C7}" srcOrd="0" destOrd="0" presId="urn:microsoft.com/office/officeart/2005/8/layout/vList6"/>
    <dgm:cxn modelId="{EC536935-26BF-4D64-942E-BFCF0DF70D7F}" type="presParOf" srcId="{5C2EDF96-6FCE-4DDB-9784-6C3E3541D7A7}" destId="{B374596F-5455-479A-B768-E90F1D87E80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00F7C-DC88-41DB-9AE9-90FA0E1D10AC}">
      <dsp:nvSpPr>
        <dsp:cNvPr id="0" name=""/>
        <dsp:cNvSpPr/>
      </dsp:nvSpPr>
      <dsp:spPr>
        <a:xfrm>
          <a:off x="0" y="3394652"/>
          <a:ext cx="10515600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97F646-AA8B-4F6F-8152-F41ED17552D3}">
      <dsp:nvSpPr>
        <dsp:cNvPr id="0" name=""/>
        <dsp:cNvSpPr/>
      </dsp:nvSpPr>
      <dsp:spPr>
        <a:xfrm>
          <a:off x="0" y="1936595"/>
          <a:ext cx="10515600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ACFEDC-56C3-46D0-9500-48709CA0E378}">
      <dsp:nvSpPr>
        <dsp:cNvPr id="0" name=""/>
        <dsp:cNvSpPr/>
      </dsp:nvSpPr>
      <dsp:spPr>
        <a:xfrm>
          <a:off x="0" y="478538"/>
          <a:ext cx="10515600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6958E8-EACF-4BE2-957F-45FB371AA288}">
      <dsp:nvSpPr>
        <dsp:cNvPr id="0" name=""/>
        <dsp:cNvSpPr/>
      </dsp:nvSpPr>
      <dsp:spPr>
        <a:xfrm>
          <a:off x="2734055" y="533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 dirty="0">
            <a:latin typeface="Bahnschrift" panose="020B0502040204020203" pitchFamily="34" charset="0"/>
          </a:endParaRPr>
        </a:p>
      </dsp:txBody>
      <dsp:txXfrm>
        <a:off x="2734055" y="533"/>
        <a:ext cx="7781544" cy="478004"/>
      </dsp:txXfrm>
    </dsp:sp>
    <dsp:sp modelId="{2351286E-1B27-4284-8189-FCCD13F0A85D}">
      <dsp:nvSpPr>
        <dsp:cNvPr id="0" name=""/>
        <dsp:cNvSpPr/>
      </dsp:nvSpPr>
      <dsp:spPr>
        <a:xfrm>
          <a:off x="0" y="533"/>
          <a:ext cx="2734056" cy="4780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 dirty="0">
              <a:latin typeface="Bahnschrift" panose="020B0502040204020203" pitchFamily="34" charset="0"/>
            </a:rPr>
            <a:t>CLO 1</a:t>
          </a:r>
        </a:p>
      </dsp:txBody>
      <dsp:txXfrm>
        <a:off x="23338" y="23871"/>
        <a:ext cx="2687380" cy="454666"/>
      </dsp:txXfrm>
    </dsp:sp>
    <dsp:sp modelId="{2A8CCB9B-CDFF-4571-92B6-631B9A710E04}">
      <dsp:nvSpPr>
        <dsp:cNvPr id="0" name=""/>
        <dsp:cNvSpPr/>
      </dsp:nvSpPr>
      <dsp:spPr>
        <a:xfrm>
          <a:off x="0" y="478538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MY" sz="2400" kern="1200" dirty="0"/>
            <a:t>Demonstrate understanding on the concepts of enterprise resources.</a:t>
          </a:r>
          <a:endParaRPr lang="en-MY" sz="2400" b="1" kern="1200" dirty="0"/>
        </a:p>
      </dsp:txBody>
      <dsp:txXfrm>
        <a:off x="0" y="478538"/>
        <a:ext cx="10515600" cy="956152"/>
      </dsp:txXfrm>
    </dsp:sp>
    <dsp:sp modelId="{E2D72C84-953A-49AC-A1A0-8EC173CF11B5}">
      <dsp:nvSpPr>
        <dsp:cNvPr id="0" name=""/>
        <dsp:cNvSpPr/>
      </dsp:nvSpPr>
      <dsp:spPr>
        <a:xfrm>
          <a:off x="2734055" y="1458590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>
            <a:latin typeface="Bahnschrift" panose="020B0502040204020203" pitchFamily="34" charset="0"/>
          </a:endParaRPr>
        </a:p>
      </dsp:txBody>
      <dsp:txXfrm>
        <a:off x="2734055" y="1458590"/>
        <a:ext cx="7781544" cy="478004"/>
      </dsp:txXfrm>
    </dsp:sp>
    <dsp:sp modelId="{34C84371-722F-4FD1-AA09-87B52F699EF7}">
      <dsp:nvSpPr>
        <dsp:cNvPr id="0" name=""/>
        <dsp:cNvSpPr/>
      </dsp:nvSpPr>
      <dsp:spPr>
        <a:xfrm>
          <a:off x="0" y="1458590"/>
          <a:ext cx="2734056" cy="4780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 dirty="0">
              <a:latin typeface="Bahnschrift" panose="020B0502040204020203" pitchFamily="34" charset="0"/>
            </a:rPr>
            <a:t>CLO 2</a:t>
          </a:r>
        </a:p>
      </dsp:txBody>
      <dsp:txXfrm>
        <a:off x="23338" y="1481928"/>
        <a:ext cx="2687380" cy="454666"/>
      </dsp:txXfrm>
    </dsp:sp>
    <dsp:sp modelId="{9E7EA2C4-3B06-4602-BCD8-6449830B25F0}">
      <dsp:nvSpPr>
        <dsp:cNvPr id="0" name=""/>
        <dsp:cNvSpPr/>
      </dsp:nvSpPr>
      <dsp:spPr>
        <a:xfrm>
          <a:off x="0" y="1936595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400" kern="1200" dirty="0"/>
            <a:t>Discuss current trends, issues, and challenges in enterprise resource planning.</a:t>
          </a:r>
          <a:endParaRPr lang="en-MY" sz="2400" kern="1200" dirty="0">
            <a:latin typeface="Bahnschrift" panose="020B0502040204020203" pitchFamily="34" charset="0"/>
          </a:endParaRPr>
        </a:p>
      </dsp:txBody>
      <dsp:txXfrm>
        <a:off x="0" y="1936595"/>
        <a:ext cx="10515600" cy="956152"/>
      </dsp:txXfrm>
    </dsp:sp>
    <dsp:sp modelId="{A59A4F3D-52A6-4189-B5CB-60ACD5347924}">
      <dsp:nvSpPr>
        <dsp:cNvPr id="0" name=""/>
        <dsp:cNvSpPr/>
      </dsp:nvSpPr>
      <dsp:spPr>
        <a:xfrm>
          <a:off x="2734055" y="2916647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 dirty="0">
            <a:latin typeface="Bahnschrift" panose="020B0502040204020203" pitchFamily="34" charset="0"/>
          </a:endParaRPr>
        </a:p>
      </dsp:txBody>
      <dsp:txXfrm>
        <a:off x="2734055" y="2916647"/>
        <a:ext cx="7781544" cy="478004"/>
      </dsp:txXfrm>
    </dsp:sp>
    <dsp:sp modelId="{CF6DD518-BAE6-4C61-9985-835B8F82A5BD}">
      <dsp:nvSpPr>
        <dsp:cNvPr id="0" name=""/>
        <dsp:cNvSpPr/>
      </dsp:nvSpPr>
      <dsp:spPr>
        <a:xfrm>
          <a:off x="0" y="2916647"/>
          <a:ext cx="2734056" cy="4780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 dirty="0">
              <a:latin typeface="Bahnschrift" panose="020B0502040204020203" pitchFamily="34" charset="0"/>
            </a:rPr>
            <a:t>CLO 3</a:t>
          </a:r>
        </a:p>
      </dsp:txBody>
      <dsp:txXfrm>
        <a:off x="23338" y="2939985"/>
        <a:ext cx="2687380" cy="454666"/>
      </dsp:txXfrm>
    </dsp:sp>
    <dsp:sp modelId="{CDB916D5-4609-4D9A-B6C5-067D06C650B5}">
      <dsp:nvSpPr>
        <dsp:cNvPr id="0" name=""/>
        <dsp:cNvSpPr/>
      </dsp:nvSpPr>
      <dsp:spPr>
        <a:xfrm>
          <a:off x="0" y="3394652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400" kern="1200" dirty="0"/>
            <a:t>Apply knowledge concepts into implementation.</a:t>
          </a:r>
          <a:endParaRPr lang="en-MY" sz="2400" kern="1200" dirty="0">
            <a:latin typeface="Bahnschrift" panose="020B0502040204020203" pitchFamily="34" charset="0"/>
          </a:endParaRPr>
        </a:p>
      </dsp:txBody>
      <dsp:txXfrm>
        <a:off x="0" y="3394652"/>
        <a:ext cx="10515600" cy="956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04399F-B56A-48C6-A1E4-0B07C8B53683}">
      <dsp:nvSpPr>
        <dsp:cNvPr id="0" name=""/>
        <dsp:cNvSpPr/>
      </dsp:nvSpPr>
      <dsp:spPr>
        <a:xfrm>
          <a:off x="3713635" y="647405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3949946" y="690476"/>
        <a:ext cx="26485" cy="5297"/>
      </dsp:txXfrm>
    </dsp:sp>
    <dsp:sp modelId="{A368EE82-E597-4A73-92D5-671ECBE5640C}">
      <dsp:nvSpPr>
        <dsp:cNvPr id="0" name=""/>
        <dsp:cNvSpPr/>
      </dsp:nvSpPr>
      <dsp:spPr>
        <a:xfrm>
          <a:off x="1412359" y="2202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Business Functions and Business Process</a:t>
          </a:r>
        </a:p>
      </dsp:txBody>
      <dsp:txXfrm>
        <a:off x="1412359" y="2202"/>
        <a:ext cx="2303075" cy="1381845"/>
      </dsp:txXfrm>
    </dsp:sp>
    <dsp:sp modelId="{2B52A401-95F5-4B36-8D95-C4970EBDD497}">
      <dsp:nvSpPr>
        <dsp:cNvPr id="0" name=""/>
        <dsp:cNvSpPr/>
      </dsp:nvSpPr>
      <dsp:spPr>
        <a:xfrm>
          <a:off x="6546418" y="647405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1225557"/>
              <a:satOff val="-1705"/>
              <a:lumOff val="-6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6782729" y="690476"/>
        <a:ext cx="26485" cy="5297"/>
      </dsp:txXfrm>
    </dsp:sp>
    <dsp:sp modelId="{A7A76039-249A-4290-9BCD-EB62B9D59E24}">
      <dsp:nvSpPr>
        <dsp:cNvPr id="0" name=""/>
        <dsp:cNvSpPr/>
      </dsp:nvSpPr>
      <dsp:spPr>
        <a:xfrm>
          <a:off x="4245142" y="2202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1050478"/>
                <a:satOff val="-1461"/>
                <a:lumOff val="-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50478"/>
                <a:satOff val="-1461"/>
                <a:lumOff val="-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50478"/>
                <a:satOff val="-1461"/>
                <a:lumOff val="-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Bahnschrift" panose="020B0502040204020203" pitchFamily="34" charset="0"/>
            </a:rPr>
            <a:t>The Development of ERP Systems</a:t>
          </a:r>
          <a:endParaRPr lang="en-MY" sz="1700" kern="1200" dirty="0">
            <a:latin typeface="Bahnschrift" panose="020B0502040204020203" pitchFamily="34" charset="0"/>
          </a:endParaRPr>
        </a:p>
      </dsp:txBody>
      <dsp:txXfrm>
        <a:off x="4245142" y="2202"/>
        <a:ext cx="2303075" cy="1381845"/>
      </dsp:txXfrm>
    </dsp:sp>
    <dsp:sp modelId="{47A732EE-CAC2-42D6-BAE1-4E99EA7E6FBC}">
      <dsp:nvSpPr>
        <dsp:cNvPr id="0" name=""/>
        <dsp:cNvSpPr/>
      </dsp:nvSpPr>
      <dsp:spPr>
        <a:xfrm>
          <a:off x="2563897" y="1382247"/>
          <a:ext cx="5665565" cy="499107"/>
        </a:xfrm>
        <a:custGeom>
          <a:avLst/>
          <a:gdLst/>
          <a:ahLst/>
          <a:cxnLst/>
          <a:rect l="0" t="0" r="0" b="0"/>
          <a:pathLst>
            <a:path>
              <a:moveTo>
                <a:pt x="5665565" y="0"/>
              </a:moveTo>
              <a:lnTo>
                <a:pt x="5665565" y="266653"/>
              </a:lnTo>
              <a:lnTo>
                <a:pt x="0" y="266653"/>
              </a:lnTo>
              <a:lnTo>
                <a:pt x="0" y="499107"/>
              </a:lnTo>
            </a:path>
          </a:pathLst>
        </a:custGeom>
        <a:noFill/>
        <a:ln w="635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5254423" y="1629153"/>
        <a:ext cx="284513" cy="5297"/>
      </dsp:txXfrm>
    </dsp:sp>
    <dsp:sp modelId="{1D8BEC7F-5612-429A-988F-4870B8CC7DCB}">
      <dsp:nvSpPr>
        <dsp:cNvPr id="0" name=""/>
        <dsp:cNvSpPr/>
      </dsp:nvSpPr>
      <dsp:spPr>
        <a:xfrm>
          <a:off x="7077925" y="2202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2100956"/>
                <a:satOff val="-2922"/>
                <a:lumOff val="-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100956"/>
                <a:satOff val="-2922"/>
                <a:lumOff val="-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100956"/>
                <a:satOff val="-2922"/>
                <a:lumOff val="-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Bahnschrift" panose="020B0502040204020203" pitchFamily="34" charset="0"/>
            </a:rPr>
            <a:t>Marketing Information Systems and the Sales Order Process</a:t>
          </a:r>
          <a:endParaRPr lang="en-MY" sz="1700" kern="1200" dirty="0">
            <a:latin typeface="Bahnschrift" panose="020B0502040204020203" pitchFamily="34" charset="0"/>
          </a:endParaRPr>
        </a:p>
      </dsp:txBody>
      <dsp:txXfrm>
        <a:off x="7077925" y="2202"/>
        <a:ext cx="2303075" cy="1381845"/>
      </dsp:txXfrm>
    </dsp:sp>
    <dsp:sp modelId="{453CFF04-028F-4FFF-8AFC-196AC0F416A4}">
      <dsp:nvSpPr>
        <dsp:cNvPr id="0" name=""/>
        <dsp:cNvSpPr/>
      </dsp:nvSpPr>
      <dsp:spPr>
        <a:xfrm>
          <a:off x="3713635" y="2558958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3949946" y="2602029"/>
        <a:ext cx="26485" cy="5297"/>
      </dsp:txXfrm>
    </dsp:sp>
    <dsp:sp modelId="{BC54DC66-29BB-4847-9863-40A8E328A6CE}">
      <dsp:nvSpPr>
        <dsp:cNvPr id="0" name=""/>
        <dsp:cNvSpPr/>
      </dsp:nvSpPr>
      <dsp:spPr>
        <a:xfrm>
          <a:off x="1412359" y="1913755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3151433"/>
                <a:satOff val="-4383"/>
                <a:lumOff val="-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151433"/>
                <a:satOff val="-4383"/>
                <a:lumOff val="-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151433"/>
                <a:satOff val="-4383"/>
                <a:lumOff val="-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Production and Supply Chain Management Information Systems</a:t>
          </a:r>
        </a:p>
      </dsp:txBody>
      <dsp:txXfrm>
        <a:off x="1412359" y="1913755"/>
        <a:ext cx="2303075" cy="1381845"/>
      </dsp:txXfrm>
    </dsp:sp>
    <dsp:sp modelId="{37052FBA-FE0C-4403-95AD-652E2E0EB3E8}">
      <dsp:nvSpPr>
        <dsp:cNvPr id="0" name=""/>
        <dsp:cNvSpPr/>
      </dsp:nvSpPr>
      <dsp:spPr>
        <a:xfrm>
          <a:off x="6546418" y="2558958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6782729" y="2602029"/>
        <a:ext cx="26485" cy="5297"/>
      </dsp:txXfrm>
    </dsp:sp>
    <dsp:sp modelId="{E4150A0C-C16E-4093-AA86-F8772D610175}">
      <dsp:nvSpPr>
        <dsp:cNvPr id="0" name=""/>
        <dsp:cNvSpPr/>
      </dsp:nvSpPr>
      <dsp:spPr>
        <a:xfrm>
          <a:off x="4245142" y="1913755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4201911"/>
                <a:satOff val="-5845"/>
                <a:lumOff val="-22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201911"/>
                <a:satOff val="-5845"/>
                <a:lumOff val="-22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201911"/>
                <a:satOff val="-5845"/>
                <a:lumOff val="-22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Customer Relationship Management</a:t>
          </a:r>
        </a:p>
      </dsp:txBody>
      <dsp:txXfrm>
        <a:off x="4245142" y="1913755"/>
        <a:ext cx="2303075" cy="1381845"/>
      </dsp:txXfrm>
    </dsp:sp>
    <dsp:sp modelId="{88A696AE-A94B-4EE7-82BE-173891B45E69}">
      <dsp:nvSpPr>
        <dsp:cNvPr id="0" name=""/>
        <dsp:cNvSpPr/>
      </dsp:nvSpPr>
      <dsp:spPr>
        <a:xfrm>
          <a:off x="2563897" y="3293800"/>
          <a:ext cx="5665565" cy="499107"/>
        </a:xfrm>
        <a:custGeom>
          <a:avLst/>
          <a:gdLst/>
          <a:ahLst/>
          <a:cxnLst/>
          <a:rect l="0" t="0" r="0" b="0"/>
          <a:pathLst>
            <a:path>
              <a:moveTo>
                <a:pt x="5665565" y="0"/>
              </a:moveTo>
              <a:lnTo>
                <a:pt x="5665565" y="266653"/>
              </a:lnTo>
              <a:lnTo>
                <a:pt x="0" y="266653"/>
              </a:lnTo>
              <a:lnTo>
                <a:pt x="0" y="499107"/>
              </a:lnTo>
            </a:path>
          </a:pathLst>
        </a:custGeom>
        <a:noFill/>
        <a:ln w="6350" cap="flat" cmpd="sng" algn="ctr">
          <a:solidFill>
            <a:schemeClr val="accent5">
              <a:hueOff val="-6127787"/>
              <a:satOff val="-8523"/>
              <a:lumOff val="-326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5254423" y="3540705"/>
        <a:ext cx="284513" cy="5297"/>
      </dsp:txXfrm>
    </dsp:sp>
    <dsp:sp modelId="{DBECE0EF-A62A-44E9-BA9F-2193C3258F1D}">
      <dsp:nvSpPr>
        <dsp:cNvPr id="0" name=""/>
        <dsp:cNvSpPr/>
      </dsp:nvSpPr>
      <dsp:spPr>
        <a:xfrm>
          <a:off x="7077925" y="1913755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5252389"/>
                <a:satOff val="-7306"/>
                <a:lumOff val="-28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52389"/>
                <a:satOff val="-7306"/>
                <a:lumOff val="-28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52389"/>
                <a:satOff val="-7306"/>
                <a:lumOff val="-28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Human Resource Processes with ERP</a:t>
          </a:r>
        </a:p>
      </dsp:txBody>
      <dsp:txXfrm>
        <a:off x="7077925" y="1913755"/>
        <a:ext cx="2303075" cy="1381845"/>
      </dsp:txXfrm>
    </dsp:sp>
    <dsp:sp modelId="{614FBC9F-8560-4C2E-9AD0-F0AF57686185}">
      <dsp:nvSpPr>
        <dsp:cNvPr id="0" name=""/>
        <dsp:cNvSpPr/>
      </dsp:nvSpPr>
      <dsp:spPr>
        <a:xfrm>
          <a:off x="3713635" y="4470510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3949946" y="4513582"/>
        <a:ext cx="26485" cy="5297"/>
      </dsp:txXfrm>
    </dsp:sp>
    <dsp:sp modelId="{4D216CA3-DECC-4AC4-B6B3-C83E879DE9AD}">
      <dsp:nvSpPr>
        <dsp:cNvPr id="0" name=""/>
        <dsp:cNvSpPr/>
      </dsp:nvSpPr>
      <dsp:spPr>
        <a:xfrm>
          <a:off x="1412359" y="3825308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6302867"/>
                <a:satOff val="-8767"/>
                <a:lumOff val="-33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302867"/>
                <a:satOff val="-8767"/>
                <a:lumOff val="-33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302867"/>
                <a:satOff val="-8767"/>
                <a:lumOff val="-33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Bahnschrift" panose="020B0502040204020203" pitchFamily="34" charset="0"/>
            </a:rPr>
            <a:t>Process Improvement and ERP Implementation</a:t>
          </a:r>
          <a:endParaRPr lang="en-MY" sz="1700" kern="1200" dirty="0">
            <a:latin typeface="Bahnschrift" panose="020B0502040204020203" pitchFamily="34" charset="0"/>
          </a:endParaRPr>
        </a:p>
      </dsp:txBody>
      <dsp:txXfrm>
        <a:off x="1412359" y="3825308"/>
        <a:ext cx="2303075" cy="1381845"/>
      </dsp:txXfrm>
    </dsp:sp>
    <dsp:sp modelId="{AF5C4C3C-A71A-4984-8ECB-EDE64D45D661}">
      <dsp:nvSpPr>
        <dsp:cNvPr id="0" name=""/>
        <dsp:cNvSpPr/>
      </dsp:nvSpPr>
      <dsp:spPr>
        <a:xfrm>
          <a:off x="4245142" y="3825308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ERP Current Trends</a:t>
          </a:r>
        </a:p>
      </dsp:txBody>
      <dsp:txXfrm>
        <a:off x="4245142" y="3825308"/>
        <a:ext cx="2303075" cy="13818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DD260-9B25-40A7-B4A2-0636E5BF97A8}">
      <dsp:nvSpPr>
        <dsp:cNvPr id="0" name=""/>
        <dsp:cNvSpPr/>
      </dsp:nvSpPr>
      <dsp:spPr>
        <a:xfrm>
          <a:off x="0" y="77643"/>
          <a:ext cx="8128000" cy="647595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Lecture</a:t>
          </a:r>
        </a:p>
      </dsp:txBody>
      <dsp:txXfrm>
        <a:off x="31613" y="109256"/>
        <a:ext cx="8064774" cy="584369"/>
      </dsp:txXfrm>
    </dsp:sp>
    <dsp:sp modelId="{4721F7A9-947B-4B53-A37A-FE49F962834D}">
      <dsp:nvSpPr>
        <dsp:cNvPr id="0" name=""/>
        <dsp:cNvSpPr/>
      </dsp:nvSpPr>
      <dsp:spPr>
        <a:xfrm>
          <a:off x="0" y="725238"/>
          <a:ext cx="8128000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Monday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2:00 PM – 4:00 PM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Lecture Theatre D1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Lecturer – Nazleeni Samiha Haron (nazleeni@utp.edu.my)</a:t>
          </a:r>
        </a:p>
      </dsp:txBody>
      <dsp:txXfrm>
        <a:off x="0" y="725238"/>
        <a:ext cx="8128000" cy="1453140"/>
      </dsp:txXfrm>
    </dsp:sp>
    <dsp:sp modelId="{7E61152D-FC57-4FB5-8820-11FC93B020BC}">
      <dsp:nvSpPr>
        <dsp:cNvPr id="0" name=""/>
        <dsp:cNvSpPr/>
      </dsp:nvSpPr>
      <dsp:spPr>
        <a:xfrm>
          <a:off x="0" y="2178378"/>
          <a:ext cx="8128000" cy="647595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Lab</a:t>
          </a:r>
        </a:p>
      </dsp:txBody>
      <dsp:txXfrm>
        <a:off x="31613" y="2209991"/>
        <a:ext cx="8064774" cy="584369"/>
      </dsp:txXfrm>
    </dsp:sp>
    <dsp:sp modelId="{CFAE9863-95E0-4861-87DE-B61BC72C2AC7}">
      <dsp:nvSpPr>
        <dsp:cNvPr id="0" name=""/>
        <dsp:cNvSpPr/>
      </dsp:nvSpPr>
      <dsp:spPr>
        <a:xfrm>
          <a:off x="0" y="2825973"/>
          <a:ext cx="8128000" cy="251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1 : Tuesday (8:00 AM – 10:00 AM)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2 : Tuesday (10:00 AM – 12:00 PM)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3 : Thursday (4:00 PM – 6:00 PM)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4 : Wednesday (10:00 AM – 12:00 PM)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01-02-09 (Learning Hub 6)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GA (G1 &amp; G2)– Ms Anagha (anagha_21002260@utp.edu.my)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GA (G3 &amp; G4) - Ms Fatima Alam (fatima_24003757@utp.edu.my)</a:t>
          </a:r>
        </a:p>
      </dsp:txBody>
      <dsp:txXfrm>
        <a:off x="0" y="2825973"/>
        <a:ext cx="8128000" cy="2515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5D44B-6AA5-42A0-AB11-E1B856318A15}">
      <dsp:nvSpPr>
        <dsp:cNvPr id="0" name=""/>
        <dsp:cNvSpPr/>
      </dsp:nvSpPr>
      <dsp:spPr>
        <a:xfrm>
          <a:off x="2928088" y="3168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1</a:t>
          </a:r>
        </a:p>
      </dsp:txBody>
      <dsp:txXfrm>
        <a:off x="2928088" y="70699"/>
        <a:ext cx="4189540" cy="405183"/>
      </dsp:txXfrm>
    </dsp:sp>
    <dsp:sp modelId="{750FEC7A-B713-49F0-97E9-0F970A1C5576}">
      <dsp:nvSpPr>
        <dsp:cNvPr id="0" name=""/>
        <dsp:cNvSpPr/>
      </dsp:nvSpPr>
      <dsp:spPr>
        <a:xfrm>
          <a:off x="0" y="3168"/>
          <a:ext cx="2928088" cy="5402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2</a:t>
          </a:r>
        </a:p>
      </dsp:txBody>
      <dsp:txXfrm>
        <a:off x="26373" y="29541"/>
        <a:ext cx="2875342" cy="487499"/>
      </dsp:txXfrm>
    </dsp:sp>
    <dsp:sp modelId="{4D691EA6-C07A-4734-9B4B-A5C0F5954178}">
      <dsp:nvSpPr>
        <dsp:cNvPr id="0" name=""/>
        <dsp:cNvSpPr/>
      </dsp:nvSpPr>
      <dsp:spPr>
        <a:xfrm>
          <a:off x="2928088" y="597439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739175"/>
            <a:satOff val="-1282"/>
            <a:lumOff val="-12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"/>
              <a:satOff val="-1282"/>
              <a:lumOff val="-1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Assignment and Project Announced</a:t>
          </a:r>
        </a:p>
      </dsp:txBody>
      <dsp:txXfrm>
        <a:off x="2928088" y="664970"/>
        <a:ext cx="4189540" cy="405183"/>
      </dsp:txXfrm>
    </dsp:sp>
    <dsp:sp modelId="{52196DB3-D1FF-431F-97D8-3F3BB090573A}">
      <dsp:nvSpPr>
        <dsp:cNvPr id="0" name=""/>
        <dsp:cNvSpPr/>
      </dsp:nvSpPr>
      <dsp:spPr>
        <a:xfrm>
          <a:off x="0" y="597439"/>
          <a:ext cx="2928088" cy="540245"/>
        </a:xfrm>
        <a:prstGeom prst="roundRect">
          <a:avLst/>
        </a:prstGeom>
        <a:solidFill>
          <a:schemeClr val="accent5">
            <a:hueOff val="-735334"/>
            <a:satOff val="-1023"/>
            <a:lumOff val="-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3</a:t>
          </a:r>
        </a:p>
      </dsp:txBody>
      <dsp:txXfrm>
        <a:off x="26373" y="623812"/>
        <a:ext cx="2875342" cy="487499"/>
      </dsp:txXfrm>
    </dsp:sp>
    <dsp:sp modelId="{F086E708-BCB2-405A-B262-8D07E7257D39}">
      <dsp:nvSpPr>
        <dsp:cNvPr id="0" name=""/>
        <dsp:cNvSpPr/>
      </dsp:nvSpPr>
      <dsp:spPr>
        <a:xfrm>
          <a:off x="2928088" y="1191709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1478351"/>
            <a:satOff val="-2563"/>
            <a:lumOff val="-25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478351"/>
              <a:satOff val="-2563"/>
              <a:lumOff val="-2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2</a:t>
          </a:r>
        </a:p>
      </dsp:txBody>
      <dsp:txXfrm>
        <a:off x="2928088" y="1259240"/>
        <a:ext cx="4189540" cy="405183"/>
      </dsp:txXfrm>
    </dsp:sp>
    <dsp:sp modelId="{8D2D6945-0C2D-47FB-91EB-FF4D358EC81D}">
      <dsp:nvSpPr>
        <dsp:cNvPr id="0" name=""/>
        <dsp:cNvSpPr/>
      </dsp:nvSpPr>
      <dsp:spPr>
        <a:xfrm>
          <a:off x="0" y="1191709"/>
          <a:ext cx="2928088" cy="540245"/>
        </a:xfrm>
        <a:prstGeom prst="roundRect">
          <a:avLst/>
        </a:prstGeom>
        <a:solidFill>
          <a:schemeClr val="accent5">
            <a:hueOff val="-1470669"/>
            <a:satOff val="-2046"/>
            <a:lumOff val="-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4</a:t>
          </a:r>
        </a:p>
      </dsp:txBody>
      <dsp:txXfrm>
        <a:off x="26373" y="1218082"/>
        <a:ext cx="2875342" cy="487499"/>
      </dsp:txXfrm>
    </dsp:sp>
    <dsp:sp modelId="{58AC40F9-D044-497D-AA57-9087D2696164}">
      <dsp:nvSpPr>
        <dsp:cNvPr id="0" name=""/>
        <dsp:cNvSpPr/>
      </dsp:nvSpPr>
      <dsp:spPr>
        <a:xfrm>
          <a:off x="2928088" y="1785980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2217526"/>
            <a:satOff val="-3845"/>
            <a:lumOff val="-3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217526"/>
              <a:satOff val="-3845"/>
              <a:lumOff val="-3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3</a:t>
          </a:r>
        </a:p>
      </dsp:txBody>
      <dsp:txXfrm>
        <a:off x="2928088" y="1853511"/>
        <a:ext cx="4189540" cy="405183"/>
      </dsp:txXfrm>
    </dsp:sp>
    <dsp:sp modelId="{C27C9C18-FD3B-452C-B40A-0B61F972177F}">
      <dsp:nvSpPr>
        <dsp:cNvPr id="0" name=""/>
        <dsp:cNvSpPr/>
      </dsp:nvSpPr>
      <dsp:spPr>
        <a:xfrm>
          <a:off x="0" y="1785980"/>
          <a:ext cx="2928088" cy="540245"/>
        </a:xfrm>
        <a:prstGeom prst="roundRect">
          <a:avLst/>
        </a:prstGeom>
        <a:solidFill>
          <a:schemeClr val="accent5">
            <a:hueOff val="-2206003"/>
            <a:satOff val="-3068"/>
            <a:lumOff val="-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5</a:t>
          </a:r>
        </a:p>
      </dsp:txBody>
      <dsp:txXfrm>
        <a:off x="26373" y="1812353"/>
        <a:ext cx="2875342" cy="487499"/>
      </dsp:txXfrm>
    </dsp:sp>
    <dsp:sp modelId="{EF8F096D-460E-49F7-A116-422F5B43F897}">
      <dsp:nvSpPr>
        <dsp:cNvPr id="0" name=""/>
        <dsp:cNvSpPr/>
      </dsp:nvSpPr>
      <dsp:spPr>
        <a:xfrm>
          <a:off x="2928088" y="2380250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2956702"/>
            <a:satOff val="-5126"/>
            <a:lumOff val="-51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956702"/>
              <a:satOff val="-5126"/>
              <a:lumOff val="-5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Test 1</a:t>
          </a:r>
        </a:p>
      </dsp:txBody>
      <dsp:txXfrm>
        <a:off x="2928088" y="2447781"/>
        <a:ext cx="4189540" cy="405183"/>
      </dsp:txXfrm>
    </dsp:sp>
    <dsp:sp modelId="{5F90C2C8-C3CE-49FA-ABFA-7AFCE7927A25}">
      <dsp:nvSpPr>
        <dsp:cNvPr id="0" name=""/>
        <dsp:cNvSpPr/>
      </dsp:nvSpPr>
      <dsp:spPr>
        <a:xfrm>
          <a:off x="0" y="2380250"/>
          <a:ext cx="2928088" cy="540245"/>
        </a:xfrm>
        <a:prstGeom prst="roundRect">
          <a:avLst/>
        </a:prstGeom>
        <a:solidFill>
          <a:schemeClr val="accent5">
            <a:hueOff val="-2941338"/>
            <a:satOff val="-4091"/>
            <a:lumOff val="-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6</a:t>
          </a:r>
        </a:p>
      </dsp:txBody>
      <dsp:txXfrm>
        <a:off x="26373" y="2406623"/>
        <a:ext cx="2875342" cy="487499"/>
      </dsp:txXfrm>
    </dsp:sp>
    <dsp:sp modelId="{E81D3EC5-0F1E-4E4E-901E-881FA65A1312}">
      <dsp:nvSpPr>
        <dsp:cNvPr id="0" name=""/>
        <dsp:cNvSpPr/>
      </dsp:nvSpPr>
      <dsp:spPr>
        <a:xfrm>
          <a:off x="2928088" y="2974521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695877"/>
              <a:satOff val="-6408"/>
              <a:lumOff val="-6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4</a:t>
          </a:r>
        </a:p>
      </dsp:txBody>
      <dsp:txXfrm>
        <a:off x="2928088" y="3042052"/>
        <a:ext cx="4189540" cy="405183"/>
      </dsp:txXfrm>
    </dsp:sp>
    <dsp:sp modelId="{E12AB62C-3A2D-4A23-8854-CA7E19644C5F}">
      <dsp:nvSpPr>
        <dsp:cNvPr id="0" name=""/>
        <dsp:cNvSpPr/>
      </dsp:nvSpPr>
      <dsp:spPr>
        <a:xfrm>
          <a:off x="0" y="2974521"/>
          <a:ext cx="2928088" cy="540245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7</a:t>
          </a:r>
        </a:p>
      </dsp:txBody>
      <dsp:txXfrm>
        <a:off x="26373" y="3000894"/>
        <a:ext cx="2875342" cy="487499"/>
      </dsp:txXfrm>
    </dsp:sp>
    <dsp:sp modelId="{5407D448-C137-44F1-ABD6-12062D233AA3}">
      <dsp:nvSpPr>
        <dsp:cNvPr id="0" name=""/>
        <dsp:cNvSpPr/>
      </dsp:nvSpPr>
      <dsp:spPr>
        <a:xfrm>
          <a:off x="2928088" y="3568792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4435053"/>
            <a:satOff val="-7690"/>
            <a:lumOff val="-77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435053"/>
              <a:satOff val="-7690"/>
              <a:lumOff val="-7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Assignment 1 Submission</a:t>
          </a:r>
        </a:p>
      </dsp:txBody>
      <dsp:txXfrm>
        <a:off x="2928088" y="3636323"/>
        <a:ext cx="4189540" cy="405183"/>
      </dsp:txXfrm>
    </dsp:sp>
    <dsp:sp modelId="{1A002683-FC55-4910-A0E2-C0BE52445E42}">
      <dsp:nvSpPr>
        <dsp:cNvPr id="0" name=""/>
        <dsp:cNvSpPr/>
      </dsp:nvSpPr>
      <dsp:spPr>
        <a:xfrm>
          <a:off x="0" y="3568792"/>
          <a:ext cx="2928088" cy="540245"/>
        </a:xfrm>
        <a:prstGeom prst="roundRect">
          <a:avLst/>
        </a:prstGeom>
        <a:solidFill>
          <a:schemeClr val="accent5">
            <a:hueOff val="-4412007"/>
            <a:satOff val="-6137"/>
            <a:lumOff val="-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8</a:t>
          </a:r>
        </a:p>
      </dsp:txBody>
      <dsp:txXfrm>
        <a:off x="26373" y="3595165"/>
        <a:ext cx="2875342" cy="487499"/>
      </dsp:txXfrm>
    </dsp:sp>
    <dsp:sp modelId="{C15F72A1-CA30-4718-8ABE-0E9AEEB94F91}">
      <dsp:nvSpPr>
        <dsp:cNvPr id="0" name=""/>
        <dsp:cNvSpPr/>
      </dsp:nvSpPr>
      <dsp:spPr>
        <a:xfrm>
          <a:off x="2928088" y="4163062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5174228"/>
            <a:satOff val="-8971"/>
            <a:lumOff val="-90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174228"/>
              <a:satOff val="-8971"/>
              <a:lumOff val="-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5</a:t>
          </a:r>
        </a:p>
      </dsp:txBody>
      <dsp:txXfrm>
        <a:off x="2928088" y="4230593"/>
        <a:ext cx="4189540" cy="405183"/>
      </dsp:txXfrm>
    </dsp:sp>
    <dsp:sp modelId="{74496A56-5F0E-4F4E-9A25-53C84E225A36}">
      <dsp:nvSpPr>
        <dsp:cNvPr id="0" name=""/>
        <dsp:cNvSpPr/>
      </dsp:nvSpPr>
      <dsp:spPr>
        <a:xfrm>
          <a:off x="0" y="4163062"/>
          <a:ext cx="2928088" cy="540245"/>
        </a:xfrm>
        <a:prstGeom prst="roundRect">
          <a:avLst/>
        </a:prstGeom>
        <a:solidFill>
          <a:schemeClr val="accent5">
            <a:hueOff val="-5147341"/>
            <a:satOff val="-7160"/>
            <a:lumOff val="-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9 </a:t>
          </a:r>
        </a:p>
      </dsp:txBody>
      <dsp:txXfrm>
        <a:off x="26373" y="4189435"/>
        <a:ext cx="2875342" cy="487499"/>
      </dsp:txXfrm>
    </dsp:sp>
    <dsp:sp modelId="{F2F7E22E-1B63-4388-A653-16F006940E42}">
      <dsp:nvSpPr>
        <dsp:cNvPr id="0" name=""/>
        <dsp:cNvSpPr/>
      </dsp:nvSpPr>
      <dsp:spPr>
        <a:xfrm>
          <a:off x="2928088" y="4757333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5913404"/>
            <a:satOff val="-10253"/>
            <a:lumOff val="-103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13404"/>
              <a:satOff val="-10253"/>
              <a:lumOff val="-10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Project Submission </a:t>
          </a:r>
        </a:p>
      </dsp:txBody>
      <dsp:txXfrm>
        <a:off x="2928088" y="4824864"/>
        <a:ext cx="4189540" cy="405183"/>
      </dsp:txXfrm>
    </dsp:sp>
    <dsp:sp modelId="{B4E7504A-9C7D-4C2E-9344-079949D53A90}">
      <dsp:nvSpPr>
        <dsp:cNvPr id="0" name=""/>
        <dsp:cNvSpPr/>
      </dsp:nvSpPr>
      <dsp:spPr>
        <a:xfrm>
          <a:off x="0" y="4757333"/>
          <a:ext cx="2928088" cy="540245"/>
        </a:xfrm>
        <a:prstGeom prst="roundRect">
          <a:avLst/>
        </a:prstGeom>
        <a:solidFill>
          <a:schemeClr val="accent5">
            <a:hueOff val="-5882676"/>
            <a:satOff val="-8182"/>
            <a:lumOff val="-31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10</a:t>
          </a:r>
        </a:p>
      </dsp:txBody>
      <dsp:txXfrm>
        <a:off x="26373" y="4783706"/>
        <a:ext cx="2875342" cy="487499"/>
      </dsp:txXfrm>
    </dsp:sp>
    <dsp:sp modelId="{9DB9F76B-2F1C-410F-BD1E-B86F940F166F}">
      <dsp:nvSpPr>
        <dsp:cNvPr id="0" name=""/>
        <dsp:cNvSpPr/>
      </dsp:nvSpPr>
      <dsp:spPr>
        <a:xfrm>
          <a:off x="2928088" y="5351603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6652579"/>
            <a:satOff val="-11534"/>
            <a:lumOff val="-116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652579"/>
              <a:satOff val="-11534"/>
              <a:lumOff val="-1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Project Presentation</a:t>
          </a:r>
        </a:p>
      </dsp:txBody>
      <dsp:txXfrm>
        <a:off x="2928088" y="5419134"/>
        <a:ext cx="4189540" cy="405183"/>
      </dsp:txXfrm>
    </dsp:sp>
    <dsp:sp modelId="{2B0E8EE9-E886-4439-A549-BF231D7683E8}">
      <dsp:nvSpPr>
        <dsp:cNvPr id="0" name=""/>
        <dsp:cNvSpPr/>
      </dsp:nvSpPr>
      <dsp:spPr>
        <a:xfrm>
          <a:off x="0" y="5351603"/>
          <a:ext cx="2928088" cy="540245"/>
        </a:xfrm>
        <a:prstGeom prst="roundRect">
          <a:avLst/>
        </a:prstGeom>
        <a:solidFill>
          <a:schemeClr val="accent5">
            <a:hueOff val="-6618010"/>
            <a:satOff val="-9205"/>
            <a:lumOff val="-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11</a:t>
          </a:r>
        </a:p>
      </dsp:txBody>
      <dsp:txXfrm>
        <a:off x="26373" y="5377976"/>
        <a:ext cx="2875342" cy="487499"/>
      </dsp:txXfrm>
    </dsp:sp>
    <dsp:sp modelId="{B374596F-5455-479A-B768-E90F1D87E802}">
      <dsp:nvSpPr>
        <dsp:cNvPr id="0" name=""/>
        <dsp:cNvSpPr/>
      </dsp:nvSpPr>
      <dsp:spPr>
        <a:xfrm>
          <a:off x="2928088" y="5945874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Project Presentation</a:t>
          </a:r>
        </a:p>
      </dsp:txBody>
      <dsp:txXfrm>
        <a:off x="2928088" y="6013405"/>
        <a:ext cx="4189540" cy="405183"/>
      </dsp:txXfrm>
    </dsp:sp>
    <dsp:sp modelId="{DA8D33FB-CD74-4123-BCCF-A733026600C7}">
      <dsp:nvSpPr>
        <dsp:cNvPr id="0" name=""/>
        <dsp:cNvSpPr/>
      </dsp:nvSpPr>
      <dsp:spPr>
        <a:xfrm>
          <a:off x="0" y="5945874"/>
          <a:ext cx="2928088" cy="540245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12</a:t>
          </a:r>
        </a:p>
      </dsp:txBody>
      <dsp:txXfrm>
        <a:off x="26373" y="5972247"/>
        <a:ext cx="2875342" cy="487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D8A88-7DD7-4698-9E9D-6E0AFEEC9EF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5AFB7-2ABE-417B-8510-D05D067B6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2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6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3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7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3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79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8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5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3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00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25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73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1" y="1828800"/>
            <a:ext cx="8231744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0" y="4800600"/>
            <a:ext cx="8231744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370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776" y="-434279"/>
            <a:ext cx="9146383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5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891" y="2514600"/>
            <a:ext cx="8694663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491" y="5410201"/>
            <a:ext cx="8689596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5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5174" y="1905001"/>
            <a:ext cx="442075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06" y="1905001"/>
            <a:ext cx="4420751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15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08" y="1905000"/>
            <a:ext cx="441770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808" y="2743201"/>
            <a:ext cx="441770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1489" y="1905000"/>
            <a:ext cx="441770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1489" y="2743201"/>
            <a:ext cx="441770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86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261" y="-387424"/>
            <a:ext cx="9146383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59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28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879" y="1905000"/>
            <a:ext cx="3597544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491" y="4648200"/>
            <a:ext cx="3582332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2704" y="685800"/>
            <a:ext cx="6402467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69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879" y="1905000"/>
            <a:ext cx="3597544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491" y="4648200"/>
            <a:ext cx="3582332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2704" y="685800"/>
            <a:ext cx="6402466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37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92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794" y="381001"/>
            <a:ext cx="1524398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809" y="381001"/>
            <a:ext cx="7393324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74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B98B1-77DA-43CA-93B0-E8B97F7DD7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41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8944" y="-531440"/>
            <a:ext cx="9146383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445" y="1268761"/>
            <a:ext cx="913677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810" y="6400800"/>
            <a:ext cx="6554906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565" y="6400800"/>
            <a:ext cx="1449767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9/2/2025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00800"/>
            <a:ext cx="83841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023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1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13.sv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913" y="1440982"/>
            <a:ext cx="1708493" cy="35003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856278" y="1529905"/>
            <a:ext cx="118189" cy="3322547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/>
          <p:cNvSpPr txBox="1"/>
          <p:nvPr/>
        </p:nvSpPr>
        <p:spPr>
          <a:xfrm>
            <a:off x="890446" y="1440982"/>
            <a:ext cx="796583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dirty="0">
                <a:solidFill>
                  <a:srgbClr val="C88B1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TFB1123/TEB1073 </a:t>
            </a:r>
          </a:p>
          <a:p>
            <a:pPr algn="r"/>
            <a:r>
              <a:rPr lang="en-US" altLang="zh-CN" sz="4000" dirty="0">
                <a:solidFill>
                  <a:srgbClr val="C88B1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ENTERPRISE RESOURCE </a:t>
            </a:r>
          </a:p>
          <a:p>
            <a:pPr algn="r"/>
            <a:r>
              <a:rPr lang="en-US" altLang="zh-CN" sz="4000" dirty="0">
                <a:solidFill>
                  <a:srgbClr val="C88B1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PLANNING (ERP) </a:t>
            </a:r>
            <a:endParaRPr lang="en-US" altLang="zh-CN" sz="3000" dirty="0">
              <a:solidFill>
                <a:srgbClr val="004B85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algn="r"/>
            <a:endParaRPr lang="en-US" altLang="zh-CN" sz="4000" dirty="0">
              <a:solidFill>
                <a:srgbClr val="004B85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4000" dirty="0">
                <a:solidFill>
                  <a:srgbClr val="004B85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OVERVIEW</a:t>
            </a:r>
          </a:p>
          <a:p>
            <a:pPr algn="r"/>
            <a:endParaRPr lang="it-IT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</p:txBody>
      </p:sp>
      <p:pic>
        <p:nvPicPr>
          <p:cNvPr id="1028" name="Picture 4" descr="Blue 0 filled icon - Free blue numbers icons">
            <a:extLst>
              <a:ext uri="{FF2B5EF4-FFF2-40B4-BE49-F238E27FC236}">
                <a16:creationId xmlns:a16="http://schemas.microsoft.com/office/drawing/2014/main" id="{38E56791-EACC-309C-48D8-B436768F5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46" y="211961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92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1203" y="2636912"/>
            <a:ext cx="8692399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 Outline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8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64527" y="3261593"/>
            <a:ext cx="11949113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Bahnschrift" panose="020B0502040204020203" pitchFamily="34" charset="0"/>
              </a:rPr>
              <a:t>This course provides a comprehensive introduction to </a:t>
            </a:r>
            <a:r>
              <a:rPr lang="en-US" b="1" dirty="0">
                <a:latin typeface="Bahnschrift" panose="020B0502040204020203" pitchFamily="34" charset="0"/>
              </a:rPr>
              <a:t>Enterprise Resource Planning (ERP)</a:t>
            </a:r>
            <a:r>
              <a:rPr lang="en-US" dirty="0">
                <a:latin typeface="Bahnschrift" panose="020B0502040204020203" pitchFamily="34" charset="0"/>
              </a:rPr>
              <a:t> systems — integrated platforms used by organizations to manage business operations across departments in a unified manner. </a:t>
            </a:r>
          </a:p>
          <a:p>
            <a:pPr algn="just"/>
            <a:r>
              <a:rPr lang="en-US" dirty="0">
                <a:latin typeface="Bahnschrift" panose="020B0502040204020203" pitchFamily="34" charset="0"/>
              </a:rPr>
              <a:t>Students will explore the </a:t>
            </a:r>
            <a:r>
              <a:rPr lang="en-US" b="1" dirty="0">
                <a:latin typeface="Bahnschrift" panose="020B0502040204020203" pitchFamily="34" charset="0"/>
              </a:rPr>
              <a:t>core concepts, functionalities, and modules</a:t>
            </a:r>
            <a:r>
              <a:rPr lang="en-US" dirty="0">
                <a:latin typeface="Bahnschrift" panose="020B0502040204020203" pitchFamily="34" charset="0"/>
              </a:rPr>
              <a:t> of ERP systems, and understand how ERP supports </a:t>
            </a:r>
            <a:r>
              <a:rPr lang="en-US" b="1" dirty="0">
                <a:latin typeface="Bahnschrift" panose="020B0502040204020203" pitchFamily="34" charset="0"/>
              </a:rPr>
              <a:t>process integration, operational efficiency, and data-driven decision-making</a:t>
            </a:r>
            <a:r>
              <a:rPr lang="en-US" dirty="0">
                <a:latin typeface="Bahnschrift" panose="020B0502040204020203" pitchFamily="34" charset="0"/>
              </a:rPr>
              <a:t>.</a:t>
            </a:r>
            <a:endParaRPr lang="en-MY" sz="4000" dirty="0">
              <a:latin typeface="Bahnschrift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/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Course Synopsis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5F3C2-EF80-B6D0-460D-249B20DA9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503" y="1189216"/>
            <a:ext cx="2030680" cy="20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5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/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Course Learning Outcomes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705FE86-3D0D-A1F3-5F63-80835D5A7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3613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740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314" y="2708349"/>
            <a:ext cx="10140197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 Topics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3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16F3FC-24F5-DB0F-B6A9-F60CEA679D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66596"/>
              </p:ext>
            </p:extLst>
          </p:nvPr>
        </p:nvGraphicFramePr>
        <p:xfrm>
          <a:off x="560439" y="881728"/>
          <a:ext cx="10793361" cy="5209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476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314" y="2708349"/>
            <a:ext cx="10140197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 Timetable &amp; Planner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8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C93B2CA-00EE-9763-CC9D-C3BC8DE5CC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668190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Teacher with solid fill">
            <a:extLst>
              <a:ext uri="{FF2B5EF4-FFF2-40B4-BE49-F238E27FC236}">
                <a16:creationId xmlns:a16="http://schemas.microsoft.com/office/drawing/2014/main" id="{7F2A6384-9686-5CC6-260B-5878495B59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077" y="719666"/>
            <a:ext cx="914400" cy="914400"/>
          </a:xfrm>
          <a:prstGeom prst="rect">
            <a:avLst/>
          </a:prstGeom>
        </p:spPr>
      </p:pic>
      <p:pic>
        <p:nvPicPr>
          <p:cNvPr id="8" name="Graphic 7" descr="Programmer male with solid fill">
            <a:extLst>
              <a:ext uri="{FF2B5EF4-FFF2-40B4-BE49-F238E27FC236}">
                <a16:creationId xmlns:a16="http://schemas.microsoft.com/office/drawing/2014/main" id="{39A250B1-FAD5-E0BF-4D64-846FECC2B3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6077" y="32815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33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5D9E57-1E9F-452E-2BED-FA225754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Bahnschrift" panose="020B0502040204020203" pitchFamily="34" charset="0"/>
              </a:rPr>
              <a:t>Course Planner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1D7B6E3-56EE-5CC5-D748-9400E7F953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3231003"/>
              </p:ext>
            </p:extLst>
          </p:nvPr>
        </p:nvGraphicFramePr>
        <p:xfrm>
          <a:off x="4581727" y="176981"/>
          <a:ext cx="7320221" cy="648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107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314" y="2708349"/>
            <a:ext cx="10140197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Coursework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6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6B37367-E301-6ED3-11CB-4A67015EC2CC}"/>
              </a:ext>
            </a:extLst>
          </p:cNvPr>
          <p:cNvGrpSpPr/>
          <p:nvPr/>
        </p:nvGrpSpPr>
        <p:grpSpPr>
          <a:xfrm>
            <a:off x="1301150" y="691527"/>
            <a:ext cx="10091143" cy="5661771"/>
            <a:chOff x="1301150" y="691527"/>
            <a:chExt cx="10091143" cy="56617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A7451C-DFF9-E25D-EF95-F74DC5725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1150" y="691527"/>
              <a:ext cx="10091143" cy="566177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4AB161-76E9-7C76-A8F8-C9C9BC7E6610}"/>
                </a:ext>
              </a:extLst>
            </p:cNvPr>
            <p:cNvSpPr txBox="1"/>
            <p:nvPr/>
          </p:nvSpPr>
          <p:spPr>
            <a:xfrm>
              <a:off x="9262754" y="2403501"/>
              <a:ext cx="985652" cy="707886"/>
            </a:xfrm>
            <a:prstGeom prst="rect">
              <a:avLst/>
            </a:prstGeom>
            <a:solidFill>
              <a:srgbClr val="DBE5F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/>
                <a:t>5%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BEB131-427F-3855-D5EC-A8FF83F55CC8}"/>
                </a:ext>
              </a:extLst>
            </p:cNvPr>
            <p:cNvSpPr txBox="1"/>
            <p:nvPr/>
          </p:nvSpPr>
          <p:spPr>
            <a:xfrm>
              <a:off x="9262754" y="4770750"/>
              <a:ext cx="985652" cy="707886"/>
            </a:xfrm>
            <a:prstGeom prst="rect">
              <a:avLst/>
            </a:prstGeom>
            <a:solidFill>
              <a:srgbClr val="B8CCE4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/>
                <a:t>5%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ACF9D3-38C8-9239-E9C1-C4FDA5BF0129}"/>
                </a:ext>
              </a:extLst>
            </p:cNvPr>
            <p:cNvSpPr txBox="1"/>
            <p:nvPr/>
          </p:nvSpPr>
          <p:spPr>
            <a:xfrm>
              <a:off x="9149938" y="5531246"/>
              <a:ext cx="1211284" cy="707886"/>
            </a:xfrm>
            <a:prstGeom prst="rect">
              <a:avLst/>
            </a:prstGeom>
            <a:solidFill>
              <a:srgbClr val="DBE5F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/>
                <a:t>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1150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B296-5320-68CD-BEBE-3D3BA5DA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Final Examination Eligibility</a:t>
            </a:r>
            <a:endParaRPr lang="en-MY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0C56-1CF6-5B4B-8E00-51714D30B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ahnschrift" panose="020B0502040204020203" pitchFamily="34" charset="0"/>
              </a:rPr>
              <a:t>Eligibility to sit for the final examination are as follows. </a:t>
            </a:r>
          </a:p>
          <a:p>
            <a:pPr lvl="1"/>
            <a:r>
              <a:rPr lang="en-US" sz="3600" dirty="0">
                <a:solidFill>
                  <a:schemeClr val="tx2"/>
                </a:solidFill>
                <a:latin typeface="Bahnschrift" panose="020B0502040204020203" pitchFamily="34" charset="0"/>
              </a:rPr>
              <a:t>Registered for the course</a:t>
            </a:r>
          </a:p>
          <a:p>
            <a:pPr lvl="1"/>
            <a:r>
              <a:rPr lang="en-US" sz="3600" dirty="0">
                <a:solidFill>
                  <a:schemeClr val="tx2"/>
                </a:solidFill>
                <a:latin typeface="Bahnschrift" panose="020B0502040204020203" pitchFamily="34" charset="0"/>
              </a:rPr>
              <a:t>Fulfilled the minimum attendance requirement (90% attendance)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06981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B296-5320-68CD-BEBE-3D3BA5DA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Bahnschrift" panose="020B0502040204020203" pitchFamily="34" charset="0"/>
              </a:rPr>
              <a:t>Condition for Passing a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0C56-1CF6-5B4B-8E00-51714D30B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000" dirty="0">
                <a:latin typeface="Bahnschrift" panose="020B0502040204020203" pitchFamily="34" charset="0"/>
              </a:rPr>
              <a:t>Achieve a minimum of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40%</a:t>
            </a:r>
            <a:r>
              <a:rPr lang="en-US" sz="4000" dirty="0">
                <a:solidFill>
                  <a:srgbClr val="D08E0C"/>
                </a:solidFill>
                <a:latin typeface="Bahnschrift" panose="020B0502040204020203" pitchFamily="34" charset="0"/>
              </a:rPr>
              <a:t> </a:t>
            </a:r>
            <a:r>
              <a:rPr lang="en-US" sz="4000" dirty="0">
                <a:latin typeface="Bahnschrift" panose="020B0502040204020203" pitchFamily="34" charset="0"/>
              </a:rPr>
              <a:t>marks for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coursework (CW) </a:t>
            </a:r>
            <a:r>
              <a:rPr lang="en-US" sz="4000" dirty="0">
                <a:latin typeface="Bahnschrift" panose="020B0502040204020203" pitchFamily="34" charset="0"/>
              </a:rPr>
              <a:t>component</a:t>
            </a:r>
          </a:p>
          <a:p>
            <a:r>
              <a:rPr lang="en-US" sz="4000" dirty="0">
                <a:latin typeface="Bahnschrift" panose="020B0502040204020203" pitchFamily="34" charset="0"/>
              </a:rPr>
              <a:t>For courses with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Final Examination</a:t>
            </a:r>
            <a:r>
              <a:rPr lang="en-US" sz="4000" dirty="0">
                <a:latin typeface="Bahnschrift" panose="020B0502040204020203" pitchFamily="34" charset="0"/>
              </a:rPr>
              <a:t>, achieve a minimum of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40%</a:t>
            </a:r>
            <a:r>
              <a:rPr lang="en-US" sz="4000" dirty="0">
                <a:latin typeface="Bahnschrift" panose="020B0502040204020203" pitchFamily="34" charset="0"/>
              </a:rPr>
              <a:t> mark on Final Examination component.</a:t>
            </a:r>
          </a:p>
          <a:p>
            <a:r>
              <a:rPr lang="en-US" sz="4000" dirty="0">
                <a:latin typeface="Bahnschrift" panose="020B0502040204020203" pitchFamily="34" charset="0"/>
              </a:rPr>
              <a:t>Achieve a minimum of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40%</a:t>
            </a:r>
            <a:r>
              <a:rPr lang="en-US" sz="4000" b="1" dirty="0">
                <a:solidFill>
                  <a:srgbClr val="D08E0C"/>
                </a:solidFill>
                <a:latin typeface="Bahnschrift" panose="020B0502040204020203" pitchFamily="34" charset="0"/>
              </a:rPr>
              <a:t> </a:t>
            </a:r>
            <a:r>
              <a:rPr lang="en-US" sz="4000" dirty="0">
                <a:latin typeface="Bahnschrift" panose="020B0502040204020203" pitchFamily="34" charset="0"/>
              </a:rPr>
              <a:t>marks for combined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both components </a:t>
            </a:r>
            <a:r>
              <a:rPr lang="en-US" sz="4000" dirty="0">
                <a:latin typeface="Bahnschrift" panose="020B0502040204020203" pitchFamily="34" charset="0"/>
              </a:rPr>
              <a:t>i.e. coursework and final examination components, for courses with final examination.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2344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rot="5400000">
            <a:off x="5137780" y="1123100"/>
            <a:ext cx="71751" cy="10347316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/>
          <p:cNvSpPr/>
          <p:nvPr/>
        </p:nvSpPr>
        <p:spPr>
          <a:xfrm rot="5400000">
            <a:off x="11246167" y="5386802"/>
            <a:ext cx="70100" cy="1821565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4057513" y="3646461"/>
            <a:ext cx="407697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00" spc="-23" dirty="0">
                <a:solidFill>
                  <a:srgbClr val="004B85"/>
                </a:solidFill>
                <a:latin typeface="Trajan Pro 3" panose="02020502050503020301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28230" y="6417480"/>
            <a:ext cx="7556596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700" b="1" dirty="0">
                <a:latin typeface="ITC Galliard Std" panose="0202060206050B020A04" pitchFamily="18" charset="0"/>
              </a:rPr>
              <a:t>© 2020 INSTITUTE OF TECHNOLOGY PETRONAS SDN BHD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600" dirty="0">
                <a:latin typeface="ITC Galliard Std" panose="0202060206050B020A04" pitchFamily="18" charset="0"/>
              </a:rPr>
              <a:t>All rights reserved.</a:t>
            </a:r>
            <a:br>
              <a:rPr lang="en-US" sz="600" dirty="0">
                <a:latin typeface="ITC Galliard Std" panose="0202060206050B020A04" pitchFamily="18" charset="0"/>
              </a:rPr>
            </a:br>
            <a:r>
              <a:rPr lang="en-US" sz="600" dirty="0">
                <a:latin typeface="ITC Galliard Std" panose="0202060206050B020A04" pitchFamily="18" charset="0"/>
              </a:rPr>
              <a:t>No part of this document may be reproduced, stored in a retrieval system or transmitted in any form or by any means (electronic, mechanical, photocopying, recording or otherwise) without the permission of the copyright owner.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712" y="856955"/>
            <a:ext cx="5538577" cy="261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0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64C74F618614CA838BA6D6D72AB6C" ma:contentTypeVersion="5" ma:contentTypeDescription="Create a new document." ma:contentTypeScope="" ma:versionID="6d5f4807e556fbe766768ee3e6e64d73">
  <xsd:schema xmlns:xsd="http://www.w3.org/2001/XMLSchema" xmlns:xs="http://www.w3.org/2001/XMLSchema" xmlns:p="http://schemas.microsoft.com/office/2006/metadata/properties" xmlns:ns2="61210c74-7046-444b-9e6c-7757b62ea557" targetNamespace="http://schemas.microsoft.com/office/2006/metadata/properties" ma:root="true" ma:fieldsID="f9ebc22d833cc31d435be24bad7c7d13" ns2:_="">
    <xsd:import namespace="61210c74-7046-444b-9e6c-7757b62ea55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10c74-7046-444b-9e6c-7757b62ea55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13C922-979A-4F52-B830-B13B43E042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EA625B-6013-4BB0-9FC0-0AF64B8AB404}">
  <ds:schemaRefs>
    <ds:schemaRef ds:uri="http://schemas.microsoft.com/office/2006/metadata/properties"/>
    <ds:schemaRef ds:uri="http://schemas.microsoft.com/office/infopath/2007/PartnerControls"/>
    <ds:schemaRef ds:uri="20f530ef-62ef-45c7-9447-b79b2565236f"/>
    <ds:schemaRef ds:uri="c99d0963-83e2-4751-a296-e71a3cedf0a6"/>
  </ds:schemaRefs>
</ds:datastoreItem>
</file>

<file path=customXml/itemProps3.xml><?xml version="1.0" encoding="utf-8"?>
<ds:datastoreItem xmlns:ds="http://schemas.openxmlformats.org/officeDocument/2006/customXml" ds:itemID="{C83FAC59-1CA7-494F-B616-D70CA0C98DF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4120</TotalTime>
  <Words>478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Bahnschrift</vt:lpstr>
      <vt:lpstr>Calibri</vt:lpstr>
      <vt:lpstr>Calibri Light</vt:lpstr>
      <vt:lpstr>Corbel</vt:lpstr>
      <vt:lpstr>ITC Galliard Std</vt:lpstr>
      <vt:lpstr>Museo Sans 700</vt:lpstr>
      <vt:lpstr>Trajan Pro 3</vt:lpstr>
      <vt:lpstr>Office Theme</vt:lpstr>
      <vt:lpstr>Digital Blue Tunnel 16x9</vt:lpstr>
      <vt:lpstr>PowerPoint Presentation</vt:lpstr>
      <vt:lpstr>Course Outline</vt:lpstr>
      <vt:lpstr>PowerPoint Presentation</vt:lpstr>
      <vt:lpstr>PowerPoint Presentation</vt:lpstr>
      <vt:lpstr>Course Topics</vt:lpstr>
      <vt:lpstr>PowerPoint Presentation</vt:lpstr>
      <vt:lpstr>Course Timetable &amp; Planner</vt:lpstr>
      <vt:lpstr>PowerPoint Presentation</vt:lpstr>
      <vt:lpstr>Course Planner</vt:lpstr>
      <vt:lpstr>Coursework </vt:lpstr>
      <vt:lpstr>PowerPoint Presentation</vt:lpstr>
      <vt:lpstr>Final Examination Eligibility</vt:lpstr>
      <vt:lpstr>Condition for Passing a Course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NAZLEENI HARON</dc:creator>
  <cp:lastModifiedBy>Shuhaida Bt M Shuhidan - Dr (FSMC/UTP)</cp:lastModifiedBy>
  <cp:revision>160</cp:revision>
  <dcterms:created xsi:type="dcterms:W3CDTF">2016-08-05T21:30:10Z</dcterms:created>
  <dcterms:modified xsi:type="dcterms:W3CDTF">2025-09-02T06:19:06Z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0x010100AF564C74F618614CA838BA6D6D72AB6C</vt:lpwstr>
  </property>
</Properties>
</file>